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082" autoAdjust="0"/>
    <p:restoredTop sz="94660"/>
  </p:normalViewPr>
  <p:slideViewPr>
    <p:cSldViewPr snapToGrid="0">
      <p:cViewPr>
        <p:scale>
          <a:sx n="75" d="100"/>
          <a:sy n="75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gupta" userId="25d644cb9b03303f" providerId="LiveId" clId="{762F2166-57C1-4063-BA35-F083D3083252}"/>
    <pc:docChg chg="custSel addSld modSld">
      <pc:chgData name="abhishek gupta" userId="25d644cb9b03303f" providerId="LiveId" clId="{762F2166-57C1-4063-BA35-F083D3083252}" dt="2025-12-14T14:16:35.518" v="20" actId="1076"/>
      <pc:docMkLst>
        <pc:docMk/>
      </pc:docMkLst>
      <pc:sldChg chg="addSp modSp new mod modClrScheme chgLayout">
        <pc:chgData name="abhishek gupta" userId="25d644cb9b03303f" providerId="LiveId" clId="{762F2166-57C1-4063-BA35-F083D3083252}" dt="2025-12-14T14:16:35.518" v="20" actId="1076"/>
        <pc:sldMkLst>
          <pc:docMk/>
          <pc:sldMk cId="1598204208" sldId="266"/>
        </pc:sldMkLst>
        <pc:spChg chg="add mod ord">
          <ac:chgData name="abhishek gupta" userId="25d644cb9b03303f" providerId="LiveId" clId="{762F2166-57C1-4063-BA35-F083D3083252}" dt="2025-12-14T14:16:31.651" v="19" actId="20577"/>
          <ac:spMkLst>
            <pc:docMk/>
            <pc:sldMk cId="1598204208" sldId="266"/>
            <ac:spMk id="4" creationId="{2174322F-B8D2-4966-BAFE-3A86C3E29E77}"/>
          </ac:spMkLst>
        </pc:spChg>
        <pc:picChg chg="add mod">
          <ac:chgData name="abhishek gupta" userId="25d644cb9b03303f" providerId="LiveId" clId="{762F2166-57C1-4063-BA35-F083D3083252}" dt="2025-12-14T14:16:35.518" v="20" actId="1076"/>
          <ac:picMkLst>
            <pc:docMk/>
            <pc:sldMk cId="1598204208" sldId="266"/>
            <ac:picMk id="3" creationId="{0DAA53B2-68DE-461D-942C-958BBC1D76C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2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57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00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5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4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81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663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02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7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9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93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5919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053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31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97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464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A38E93F-24A5-4A7A-922C-9CB3852EC7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8DB478B-4365-4864-9DA6-325CD0712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196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CE745-C8AA-4E6A-9900-E5D02BB6A3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43109-BAAE-4478-995B-10D0C21AE7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08943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F3F17E-191F-4061-8279-549FB4998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46" y="612826"/>
            <a:ext cx="10593535" cy="552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912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99BA8F-7E94-486C-A08F-D900DD6D8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070" y="759594"/>
            <a:ext cx="8659905" cy="503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39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41F927-8624-4CFF-AF52-D1125AE61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40" y="987929"/>
            <a:ext cx="10653920" cy="488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826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5BED21-B3EC-4EC4-9C09-22D805FC0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651" y="856891"/>
            <a:ext cx="9478698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728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63B8B7-BEB8-4ACD-BD4F-BF5207670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914" y="1261760"/>
            <a:ext cx="9650172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69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A68C47-A086-419F-9A90-CBDB9C34C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967" y="1061707"/>
            <a:ext cx="8888065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48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49A515C-0F44-485D-9994-A9FB1ECCA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966444"/>
            <a:ext cx="8840434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42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5817E0-AE55-48FF-8E3D-CB86596F3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51" y="1314155"/>
            <a:ext cx="9297698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91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07DEED-93BD-43CA-BE69-64BD29DD9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61" y="1285576"/>
            <a:ext cx="9326277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86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AA53B2-68DE-461D-942C-958BBC1D7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118" y="1691010"/>
            <a:ext cx="7455115" cy="495705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174322F-B8D2-4966-BAFE-3A86C3E29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15982042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317</TotalTime>
  <Words>5</Words>
  <Application>Microsoft Office PowerPoint</Application>
  <PresentationFormat>Widescreen</PresentationFormat>
  <Paragraphs>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Calisto MT</vt:lpstr>
      <vt:lpstr>Wingdings 2</vt:lpstr>
      <vt:lpstr>Slate</vt:lpstr>
      <vt:lpstr>Hypothesis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STUDY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 Testing</dc:title>
  <dc:creator>abhishek gupta</dc:creator>
  <cp:lastModifiedBy>abhishek gupta</cp:lastModifiedBy>
  <cp:revision>2</cp:revision>
  <dcterms:created xsi:type="dcterms:W3CDTF">2025-12-14T14:09:13Z</dcterms:created>
  <dcterms:modified xsi:type="dcterms:W3CDTF">2025-12-14T19:33:25Z</dcterms:modified>
</cp:coreProperties>
</file>