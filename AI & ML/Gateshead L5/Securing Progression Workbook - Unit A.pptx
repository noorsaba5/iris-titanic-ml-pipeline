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6858000" cy="9906000" type="A4"/>
  <p:notesSz cx="6858000" cy="9906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6FB5F7-47B5-494B-B370-13B26C4B1611}" v="215" dt="2026-01-03T11:56:39.317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94660"/>
  </p:normalViewPr>
  <p:slideViewPr>
    <p:cSldViewPr>
      <p:cViewPr varScale="1">
        <p:scale>
          <a:sx n="41" d="100"/>
          <a:sy n="41" d="100"/>
        </p:scale>
        <p:origin x="2224" y="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276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an Biswas" userId="c77a8266-1d41-4303-9339-eb44c05dd8a5" providerId="ADAL" clId="{1EEFAF62-2201-4664-86A3-ECB2CF6C1B28}"/>
    <pc:docChg chg="undo custSel modSld">
      <pc:chgData name="Mohaan Biswas" userId="c77a8266-1d41-4303-9339-eb44c05dd8a5" providerId="ADAL" clId="{1EEFAF62-2201-4664-86A3-ECB2CF6C1B28}" dt="2026-01-03T11:56:43.134" v="500" actId="14100"/>
      <pc:docMkLst>
        <pc:docMk/>
      </pc:docMkLst>
      <pc:sldChg chg="addSp delSp modSp mod">
        <pc:chgData name="Mohaan Biswas" userId="c77a8266-1d41-4303-9339-eb44c05dd8a5" providerId="ADAL" clId="{1EEFAF62-2201-4664-86A3-ECB2CF6C1B28}" dt="2026-01-03T11:26:37.412" v="6" actId="208"/>
        <pc:sldMkLst>
          <pc:docMk/>
          <pc:sldMk cId="0" sldId="256"/>
        </pc:sldMkLst>
        <pc:spChg chg="add del mod">
          <ac:chgData name="Mohaan Biswas" userId="c77a8266-1d41-4303-9339-eb44c05dd8a5" providerId="ADAL" clId="{1EEFAF62-2201-4664-86A3-ECB2CF6C1B28}" dt="2026-01-03T11:26:03.879" v="2"/>
          <ac:spMkLst>
            <pc:docMk/>
            <pc:sldMk cId="0" sldId="256"/>
            <ac:spMk id="7" creationId="{7E3D2CC7-BFF0-195F-7F39-7225824C1919}"/>
          </ac:spMkLst>
        </pc:spChg>
        <pc:spChg chg="add mod">
          <ac:chgData name="Mohaan Biswas" userId="c77a8266-1d41-4303-9339-eb44c05dd8a5" providerId="ADAL" clId="{1EEFAF62-2201-4664-86A3-ECB2CF6C1B28}" dt="2026-01-03T11:26:37.412" v="6" actId="208"/>
          <ac:spMkLst>
            <pc:docMk/>
            <pc:sldMk cId="0" sldId="256"/>
            <ac:spMk id="8" creationId="{0F122E91-DD8C-43B5-EEA5-3840865F32BB}"/>
          </ac:spMkLst>
        </pc:spChg>
      </pc:sldChg>
      <pc:sldChg chg="addSp modSp mod">
        <pc:chgData name="Mohaan Biswas" userId="c77a8266-1d41-4303-9339-eb44c05dd8a5" providerId="ADAL" clId="{1EEFAF62-2201-4664-86A3-ECB2CF6C1B28}" dt="2026-01-03T11:27:30.942" v="21" actId="571"/>
        <pc:sldMkLst>
          <pc:docMk/>
          <pc:sldMk cId="0" sldId="258"/>
        </pc:sldMkLst>
        <pc:spChg chg="add mod">
          <ac:chgData name="Mohaan Biswas" userId="c77a8266-1d41-4303-9339-eb44c05dd8a5" providerId="ADAL" clId="{1EEFAF62-2201-4664-86A3-ECB2CF6C1B28}" dt="2026-01-03T11:26:08.246" v="3"/>
          <ac:spMkLst>
            <pc:docMk/>
            <pc:sldMk cId="0" sldId="258"/>
            <ac:spMk id="14" creationId="{A678B6F5-AE81-3EDE-CD11-13685A828B46}"/>
          </ac:spMkLst>
        </pc:spChg>
        <pc:spChg chg="add mod">
          <ac:chgData name="Mohaan Biswas" userId="c77a8266-1d41-4303-9339-eb44c05dd8a5" providerId="ADAL" clId="{1EEFAF62-2201-4664-86A3-ECB2CF6C1B28}" dt="2026-01-03T11:26:20.701" v="4"/>
          <ac:spMkLst>
            <pc:docMk/>
            <pc:sldMk cId="0" sldId="258"/>
            <ac:spMk id="15" creationId="{0EF5148B-75B6-6DD0-B029-786118C09079}"/>
          </ac:spMkLst>
        </pc:spChg>
        <pc:spChg chg="add mod">
          <ac:chgData name="Mohaan Biswas" userId="c77a8266-1d41-4303-9339-eb44c05dd8a5" providerId="ADAL" clId="{1EEFAF62-2201-4664-86A3-ECB2CF6C1B28}" dt="2026-01-03T11:26:57.964" v="10" actId="1076"/>
          <ac:spMkLst>
            <pc:docMk/>
            <pc:sldMk cId="0" sldId="258"/>
            <ac:spMk id="16" creationId="{CB60E93F-0356-94AF-0C5C-5E7C8785D46E}"/>
          </ac:spMkLst>
        </pc:spChg>
        <pc:spChg chg="add mod">
          <ac:chgData name="Mohaan Biswas" userId="c77a8266-1d41-4303-9339-eb44c05dd8a5" providerId="ADAL" clId="{1EEFAF62-2201-4664-86A3-ECB2CF6C1B28}" dt="2026-01-03T11:27:06.252" v="13" actId="14100"/>
          <ac:spMkLst>
            <pc:docMk/>
            <pc:sldMk cId="0" sldId="258"/>
            <ac:spMk id="17" creationId="{D750B8BA-92CA-2A0C-9884-E464BE7721C1}"/>
          </ac:spMkLst>
        </pc:spChg>
        <pc:spChg chg="add mod">
          <ac:chgData name="Mohaan Biswas" userId="c77a8266-1d41-4303-9339-eb44c05dd8a5" providerId="ADAL" clId="{1EEFAF62-2201-4664-86A3-ECB2CF6C1B28}" dt="2026-01-03T11:27:10.456" v="14" actId="571"/>
          <ac:spMkLst>
            <pc:docMk/>
            <pc:sldMk cId="0" sldId="258"/>
            <ac:spMk id="18" creationId="{1FACE668-515E-AF08-5532-5152F333E80D}"/>
          </ac:spMkLst>
        </pc:spChg>
        <pc:spChg chg="add mod">
          <ac:chgData name="Mohaan Biswas" userId="c77a8266-1d41-4303-9339-eb44c05dd8a5" providerId="ADAL" clId="{1EEFAF62-2201-4664-86A3-ECB2CF6C1B28}" dt="2026-01-03T11:27:13.598" v="15" actId="571"/>
          <ac:spMkLst>
            <pc:docMk/>
            <pc:sldMk cId="0" sldId="258"/>
            <ac:spMk id="19" creationId="{CBC887D9-6A40-F12B-1AD3-0720F0926892}"/>
          </ac:spMkLst>
        </pc:spChg>
        <pc:spChg chg="add mod">
          <ac:chgData name="Mohaan Biswas" userId="c77a8266-1d41-4303-9339-eb44c05dd8a5" providerId="ADAL" clId="{1EEFAF62-2201-4664-86A3-ECB2CF6C1B28}" dt="2026-01-03T11:27:17.888" v="16" actId="571"/>
          <ac:spMkLst>
            <pc:docMk/>
            <pc:sldMk cId="0" sldId="258"/>
            <ac:spMk id="20" creationId="{106C878D-0860-AB5A-555C-3CDCF44BEC38}"/>
          </ac:spMkLst>
        </pc:spChg>
        <pc:spChg chg="add mod">
          <ac:chgData name="Mohaan Biswas" userId="c77a8266-1d41-4303-9339-eb44c05dd8a5" providerId="ADAL" clId="{1EEFAF62-2201-4664-86A3-ECB2CF6C1B28}" dt="2026-01-03T11:27:17.888" v="16" actId="571"/>
          <ac:spMkLst>
            <pc:docMk/>
            <pc:sldMk cId="0" sldId="258"/>
            <ac:spMk id="21" creationId="{B50FBE09-FCF6-7A2F-0E36-B94B6CD67B0B}"/>
          </ac:spMkLst>
        </pc:spChg>
        <pc:spChg chg="add mod">
          <ac:chgData name="Mohaan Biswas" userId="c77a8266-1d41-4303-9339-eb44c05dd8a5" providerId="ADAL" clId="{1EEFAF62-2201-4664-86A3-ECB2CF6C1B28}" dt="2026-01-03T11:27:17.888" v="16" actId="571"/>
          <ac:spMkLst>
            <pc:docMk/>
            <pc:sldMk cId="0" sldId="258"/>
            <ac:spMk id="22" creationId="{13A798FF-4216-73C1-C17B-0660BFDE05CB}"/>
          </ac:spMkLst>
        </pc:spChg>
        <pc:spChg chg="add mod">
          <ac:chgData name="Mohaan Biswas" userId="c77a8266-1d41-4303-9339-eb44c05dd8a5" providerId="ADAL" clId="{1EEFAF62-2201-4664-86A3-ECB2CF6C1B28}" dt="2026-01-03T11:27:24.991" v="19" actId="14100"/>
          <ac:spMkLst>
            <pc:docMk/>
            <pc:sldMk cId="0" sldId="258"/>
            <ac:spMk id="23" creationId="{130087D6-D385-B28B-D09A-8606047721DD}"/>
          </ac:spMkLst>
        </pc:spChg>
        <pc:spChg chg="add mod">
          <ac:chgData name="Mohaan Biswas" userId="c77a8266-1d41-4303-9339-eb44c05dd8a5" providerId="ADAL" clId="{1EEFAF62-2201-4664-86A3-ECB2CF6C1B28}" dt="2026-01-03T11:27:27.635" v="20" actId="571"/>
          <ac:spMkLst>
            <pc:docMk/>
            <pc:sldMk cId="0" sldId="258"/>
            <ac:spMk id="24" creationId="{C837AD00-2A2E-BC9E-6D66-D8C9EB99A5AD}"/>
          </ac:spMkLst>
        </pc:spChg>
        <pc:spChg chg="add mod">
          <ac:chgData name="Mohaan Biswas" userId="c77a8266-1d41-4303-9339-eb44c05dd8a5" providerId="ADAL" clId="{1EEFAF62-2201-4664-86A3-ECB2CF6C1B28}" dt="2026-01-03T11:27:30.942" v="21" actId="571"/>
          <ac:spMkLst>
            <pc:docMk/>
            <pc:sldMk cId="0" sldId="258"/>
            <ac:spMk id="25" creationId="{2B4862D7-5998-EA9B-89B2-DC169A4EA465}"/>
          </ac:spMkLst>
        </pc:spChg>
        <pc:spChg chg="add mod">
          <ac:chgData name="Mohaan Biswas" userId="c77a8266-1d41-4303-9339-eb44c05dd8a5" providerId="ADAL" clId="{1EEFAF62-2201-4664-86A3-ECB2CF6C1B28}" dt="2026-01-03T11:27:30.942" v="21" actId="571"/>
          <ac:spMkLst>
            <pc:docMk/>
            <pc:sldMk cId="0" sldId="258"/>
            <ac:spMk id="26" creationId="{8BC1AEE4-691F-DBBA-364D-781EDCC1C3BE}"/>
          </ac:spMkLst>
        </pc:spChg>
      </pc:sldChg>
      <pc:sldChg chg="addSp modSp mod">
        <pc:chgData name="Mohaan Biswas" userId="c77a8266-1d41-4303-9339-eb44c05dd8a5" providerId="ADAL" clId="{1EEFAF62-2201-4664-86A3-ECB2CF6C1B28}" dt="2026-01-03T11:28:08.754" v="30" actId="571"/>
        <pc:sldMkLst>
          <pc:docMk/>
          <pc:sldMk cId="0" sldId="261"/>
        </pc:sldMkLst>
        <pc:spChg chg="add mod">
          <ac:chgData name="Mohaan Biswas" userId="c77a8266-1d41-4303-9339-eb44c05dd8a5" providerId="ADAL" clId="{1EEFAF62-2201-4664-86A3-ECB2CF6C1B28}" dt="2026-01-03T11:27:43.984" v="24" actId="14100"/>
          <ac:spMkLst>
            <pc:docMk/>
            <pc:sldMk cId="0" sldId="261"/>
            <ac:spMk id="20" creationId="{23652811-0F23-7989-A9D4-D099BBB13314}"/>
          </ac:spMkLst>
        </pc:spChg>
        <pc:spChg chg="add mod">
          <ac:chgData name="Mohaan Biswas" userId="c77a8266-1d41-4303-9339-eb44c05dd8a5" providerId="ADAL" clId="{1EEFAF62-2201-4664-86A3-ECB2CF6C1B28}" dt="2026-01-03T11:27:47.296" v="25" actId="571"/>
          <ac:spMkLst>
            <pc:docMk/>
            <pc:sldMk cId="0" sldId="261"/>
            <ac:spMk id="21" creationId="{B936CB9F-83F7-074D-FD07-F89CF8FEC4E3}"/>
          </ac:spMkLst>
        </pc:spChg>
        <pc:spChg chg="add mod">
          <ac:chgData name="Mohaan Biswas" userId="c77a8266-1d41-4303-9339-eb44c05dd8a5" providerId="ADAL" clId="{1EEFAF62-2201-4664-86A3-ECB2CF6C1B28}" dt="2026-01-03T11:27:56.974" v="27" actId="14100"/>
          <ac:spMkLst>
            <pc:docMk/>
            <pc:sldMk cId="0" sldId="261"/>
            <ac:spMk id="22" creationId="{08A6044D-A538-9FE5-775D-78D2418FEC2A}"/>
          </ac:spMkLst>
        </pc:spChg>
        <pc:spChg chg="add mod">
          <ac:chgData name="Mohaan Biswas" userId="c77a8266-1d41-4303-9339-eb44c05dd8a5" providerId="ADAL" clId="{1EEFAF62-2201-4664-86A3-ECB2CF6C1B28}" dt="2026-01-03T11:27:59.650" v="28" actId="571"/>
          <ac:spMkLst>
            <pc:docMk/>
            <pc:sldMk cId="0" sldId="261"/>
            <ac:spMk id="23" creationId="{A9C3D550-1AB2-6E3D-D676-E27BCE3F1261}"/>
          </ac:spMkLst>
        </pc:spChg>
        <pc:spChg chg="add mod">
          <ac:chgData name="Mohaan Biswas" userId="c77a8266-1d41-4303-9339-eb44c05dd8a5" providerId="ADAL" clId="{1EEFAF62-2201-4664-86A3-ECB2CF6C1B28}" dt="2026-01-03T11:28:03.224" v="29" actId="571"/>
          <ac:spMkLst>
            <pc:docMk/>
            <pc:sldMk cId="0" sldId="261"/>
            <ac:spMk id="24" creationId="{BD524077-947F-CE41-7860-7D433369F68B}"/>
          </ac:spMkLst>
        </pc:spChg>
        <pc:spChg chg="add mod">
          <ac:chgData name="Mohaan Biswas" userId="c77a8266-1d41-4303-9339-eb44c05dd8a5" providerId="ADAL" clId="{1EEFAF62-2201-4664-86A3-ECB2CF6C1B28}" dt="2026-01-03T11:28:08.754" v="30" actId="571"/>
          <ac:spMkLst>
            <pc:docMk/>
            <pc:sldMk cId="0" sldId="261"/>
            <ac:spMk id="25" creationId="{808A4A04-4EB5-3D82-83BF-8007038C2D66}"/>
          </ac:spMkLst>
        </pc:spChg>
        <pc:spChg chg="add mod">
          <ac:chgData name="Mohaan Biswas" userId="c77a8266-1d41-4303-9339-eb44c05dd8a5" providerId="ADAL" clId="{1EEFAF62-2201-4664-86A3-ECB2CF6C1B28}" dt="2026-01-03T11:28:08.754" v="30" actId="571"/>
          <ac:spMkLst>
            <pc:docMk/>
            <pc:sldMk cId="0" sldId="261"/>
            <ac:spMk id="26" creationId="{44507090-8172-60A0-4AC3-AC51F0681D91}"/>
          </ac:spMkLst>
        </pc:spChg>
        <pc:spChg chg="add mod">
          <ac:chgData name="Mohaan Biswas" userId="c77a8266-1d41-4303-9339-eb44c05dd8a5" providerId="ADAL" clId="{1EEFAF62-2201-4664-86A3-ECB2CF6C1B28}" dt="2026-01-03T11:28:08.754" v="30" actId="571"/>
          <ac:spMkLst>
            <pc:docMk/>
            <pc:sldMk cId="0" sldId="261"/>
            <ac:spMk id="27" creationId="{CB457DEC-F333-6BB4-DFBD-3057A81F0BAB}"/>
          </ac:spMkLst>
        </pc:spChg>
      </pc:sldChg>
      <pc:sldChg chg="addSp modSp mod">
        <pc:chgData name="Mohaan Biswas" userId="c77a8266-1d41-4303-9339-eb44c05dd8a5" providerId="ADAL" clId="{1EEFAF62-2201-4664-86A3-ECB2CF6C1B28}" dt="2026-01-03T11:29:38.187" v="49" actId="571"/>
        <pc:sldMkLst>
          <pc:docMk/>
          <pc:sldMk cId="0" sldId="262"/>
        </pc:sldMkLst>
        <pc:spChg chg="add mod">
          <ac:chgData name="Mohaan Biswas" userId="c77a8266-1d41-4303-9339-eb44c05dd8a5" providerId="ADAL" clId="{1EEFAF62-2201-4664-86A3-ECB2CF6C1B28}" dt="2026-01-03T11:29:04.303" v="41" actId="20577"/>
          <ac:spMkLst>
            <pc:docMk/>
            <pc:sldMk cId="0" sldId="262"/>
            <ac:spMk id="11" creationId="{05D63C66-4EBB-0A73-A4F0-027EFCC60FD9}"/>
          </ac:spMkLst>
        </pc:spChg>
        <pc:spChg chg="add mod">
          <ac:chgData name="Mohaan Biswas" userId="c77a8266-1d41-4303-9339-eb44c05dd8a5" providerId="ADAL" clId="{1EEFAF62-2201-4664-86A3-ECB2CF6C1B28}" dt="2026-01-03T11:28:49.764" v="36" actId="1076"/>
          <ac:spMkLst>
            <pc:docMk/>
            <pc:sldMk cId="0" sldId="262"/>
            <ac:spMk id="12" creationId="{19EF7118-BB68-EC39-EB48-A05F2BC67631}"/>
          </ac:spMkLst>
        </pc:spChg>
        <pc:spChg chg="add mod">
          <ac:chgData name="Mohaan Biswas" userId="c77a8266-1d41-4303-9339-eb44c05dd8a5" providerId="ADAL" clId="{1EEFAF62-2201-4664-86A3-ECB2CF6C1B28}" dt="2026-01-03T11:28:49.764" v="36" actId="1076"/>
          <ac:spMkLst>
            <pc:docMk/>
            <pc:sldMk cId="0" sldId="262"/>
            <ac:spMk id="13" creationId="{F47FD9D7-6051-9C5B-3125-4AB0D266BE49}"/>
          </ac:spMkLst>
        </pc:spChg>
        <pc:spChg chg="add mod">
          <ac:chgData name="Mohaan Biswas" userId="c77a8266-1d41-4303-9339-eb44c05dd8a5" providerId="ADAL" clId="{1EEFAF62-2201-4664-86A3-ECB2CF6C1B28}" dt="2026-01-03T11:29:10.032" v="42" actId="571"/>
          <ac:spMkLst>
            <pc:docMk/>
            <pc:sldMk cId="0" sldId="262"/>
            <ac:spMk id="14" creationId="{2CB7FFF6-D35A-921C-D5FF-BDD8134485AE}"/>
          </ac:spMkLst>
        </pc:spChg>
        <pc:spChg chg="add mod">
          <ac:chgData name="Mohaan Biswas" userId="c77a8266-1d41-4303-9339-eb44c05dd8a5" providerId="ADAL" clId="{1EEFAF62-2201-4664-86A3-ECB2CF6C1B28}" dt="2026-01-03T11:29:10.032" v="42" actId="571"/>
          <ac:spMkLst>
            <pc:docMk/>
            <pc:sldMk cId="0" sldId="262"/>
            <ac:spMk id="15" creationId="{20D19C68-3EDF-AD8C-070E-4E1CABAA1976}"/>
          </ac:spMkLst>
        </pc:spChg>
        <pc:spChg chg="add mod">
          <ac:chgData name="Mohaan Biswas" userId="c77a8266-1d41-4303-9339-eb44c05dd8a5" providerId="ADAL" clId="{1EEFAF62-2201-4664-86A3-ECB2CF6C1B28}" dt="2026-01-03T11:29:10.032" v="42" actId="571"/>
          <ac:spMkLst>
            <pc:docMk/>
            <pc:sldMk cId="0" sldId="262"/>
            <ac:spMk id="16" creationId="{3F3DB55D-1391-ACB7-A0BB-6D6857F149E9}"/>
          </ac:spMkLst>
        </pc:spChg>
        <pc:spChg chg="add mod">
          <ac:chgData name="Mohaan Biswas" userId="c77a8266-1d41-4303-9339-eb44c05dd8a5" providerId="ADAL" clId="{1EEFAF62-2201-4664-86A3-ECB2CF6C1B28}" dt="2026-01-03T11:29:21.641" v="45" actId="14100"/>
          <ac:spMkLst>
            <pc:docMk/>
            <pc:sldMk cId="0" sldId="262"/>
            <ac:spMk id="17" creationId="{1C6A5B99-521E-B97A-2A56-84DC15B05D95}"/>
          </ac:spMkLst>
        </pc:spChg>
        <pc:spChg chg="add mod">
          <ac:chgData name="Mohaan Biswas" userId="c77a8266-1d41-4303-9339-eb44c05dd8a5" providerId="ADAL" clId="{1EEFAF62-2201-4664-86A3-ECB2CF6C1B28}" dt="2026-01-03T11:29:27.941" v="46" actId="571"/>
          <ac:spMkLst>
            <pc:docMk/>
            <pc:sldMk cId="0" sldId="262"/>
            <ac:spMk id="18" creationId="{1E682D96-7C60-0580-EA21-0F3274FAAB12}"/>
          </ac:spMkLst>
        </pc:spChg>
        <pc:spChg chg="add mod">
          <ac:chgData name="Mohaan Biswas" userId="c77a8266-1d41-4303-9339-eb44c05dd8a5" providerId="ADAL" clId="{1EEFAF62-2201-4664-86A3-ECB2CF6C1B28}" dt="2026-01-03T11:29:34.855" v="48" actId="14100"/>
          <ac:spMkLst>
            <pc:docMk/>
            <pc:sldMk cId="0" sldId="262"/>
            <ac:spMk id="19" creationId="{B702697D-D043-E4F1-AD22-A2F0C760913C}"/>
          </ac:spMkLst>
        </pc:spChg>
        <pc:spChg chg="add mod">
          <ac:chgData name="Mohaan Biswas" userId="c77a8266-1d41-4303-9339-eb44c05dd8a5" providerId="ADAL" clId="{1EEFAF62-2201-4664-86A3-ECB2CF6C1B28}" dt="2026-01-03T11:29:38.187" v="49" actId="571"/>
          <ac:spMkLst>
            <pc:docMk/>
            <pc:sldMk cId="0" sldId="262"/>
            <ac:spMk id="20" creationId="{43FD0727-4130-9451-687A-304FAEB94CE4}"/>
          </ac:spMkLst>
        </pc:spChg>
      </pc:sldChg>
      <pc:sldChg chg="addSp modSp mod">
        <pc:chgData name="Mohaan Biswas" userId="c77a8266-1d41-4303-9339-eb44c05dd8a5" providerId="ADAL" clId="{1EEFAF62-2201-4664-86A3-ECB2CF6C1B28}" dt="2026-01-03T11:32:09.761" v="74" actId="14100"/>
        <pc:sldMkLst>
          <pc:docMk/>
          <pc:sldMk cId="0" sldId="263"/>
        </pc:sldMkLst>
        <pc:spChg chg="add mod">
          <ac:chgData name="Mohaan Biswas" userId="c77a8266-1d41-4303-9339-eb44c05dd8a5" providerId="ADAL" clId="{1EEFAF62-2201-4664-86A3-ECB2CF6C1B28}" dt="2026-01-03T11:30:35.549" v="52" actId="14100"/>
          <ac:spMkLst>
            <pc:docMk/>
            <pc:sldMk cId="0" sldId="263"/>
            <ac:spMk id="16" creationId="{8F9DD949-11BC-9616-2B45-B8FED5565A54}"/>
          </ac:spMkLst>
        </pc:spChg>
        <pc:spChg chg="add mod">
          <ac:chgData name="Mohaan Biswas" userId="c77a8266-1d41-4303-9339-eb44c05dd8a5" providerId="ADAL" clId="{1EEFAF62-2201-4664-86A3-ECB2CF6C1B28}" dt="2026-01-03T11:30:38.574" v="53" actId="571"/>
          <ac:spMkLst>
            <pc:docMk/>
            <pc:sldMk cId="0" sldId="263"/>
            <ac:spMk id="17" creationId="{790B3B1D-1844-E909-247B-4C5851650533}"/>
          </ac:spMkLst>
        </pc:spChg>
        <pc:spChg chg="add mod">
          <ac:chgData name="Mohaan Biswas" userId="c77a8266-1d41-4303-9339-eb44c05dd8a5" providerId="ADAL" clId="{1EEFAF62-2201-4664-86A3-ECB2CF6C1B28}" dt="2026-01-03T11:30:40.861" v="54" actId="571"/>
          <ac:spMkLst>
            <pc:docMk/>
            <pc:sldMk cId="0" sldId="263"/>
            <ac:spMk id="18" creationId="{C3DAEDAE-5CEC-C7AF-077F-24FAC03419F3}"/>
          </ac:spMkLst>
        </pc:spChg>
        <pc:spChg chg="add mod">
          <ac:chgData name="Mohaan Biswas" userId="c77a8266-1d41-4303-9339-eb44c05dd8a5" providerId="ADAL" clId="{1EEFAF62-2201-4664-86A3-ECB2CF6C1B28}" dt="2026-01-03T11:30:47.505" v="56" actId="14100"/>
          <ac:spMkLst>
            <pc:docMk/>
            <pc:sldMk cId="0" sldId="263"/>
            <ac:spMk id="19" creationId="{4AAC31E0-19E6-0986-AB22-6AEACBB10EED}"/>
          </ac:spMkLst>
        </pc:spChg>
        <pc:spChg chg="add mod">
          <ac:chgData name="Mohaan Biswas" userId="c77a8266-1d41-4303-9339-eb44c05dd8a5" providerId="ADAL" clId="{1EEFAF62-2201-4664-86A3-ECB2CF6C1B28}" dt="2026-01-03T11:30:51.979" v="57" actId="571"/>
          <ac:spMkLst>
            <pc:docMk/>
            <pc:sldMk cId="0" sldId="263"/>
            <ac:spMk id="20" creationId="{AC92C153-CEEC-F3AA-9DC0-E75D475CF6B2}"/>
          </ac:spMkLst>
        </pc:spChg>
        <pc:spChg chg="add mod">
          <ac:chgData name="Mohaan Biswas" userId="c77a8266-1d41-4303-9339-eb44c05dd8a5" providerId="ADAL" clId="{1EEFAF62-2201-4664-86A3-ECB2CF6C1B28}" dt="2026-01-03T11:30:56.618" v="58" actId="571"/>
          <ac:spMkLst>
            <pc:docMk/>
            <pc:sldMk cId="0" sldId="263"/>
            <ac:spMk id="21" creationId="{EC5A00D7-B4F1-8001-15DB-0DDCC5B7E02A}"/>
          </ac:spMkLst>
        </pc:spChg>
        <pc:spChg chg="add mod">
          <ac:chgData name="Mohaan Biswas" userId="c77a8266-1d41-4303-9339-eb44c05dd8a5" providerId="ADAL" clId="{1EEFAF62-2201-4664-86A3-ECB2CF6C1B28}" dt="2026-01-03T11:31:03.829" v="59" actId="571"/>
          <ac:spMkLst>
            <pc:docMk/>
            <pc:sldMk cId="0" sldId="263"/>
            <ac:spMk id="22" creationId="{01F34C21-67E0-AB00-D571-3A9D73CD2D87}"/>
          </ac:spMkLst>
        </pc:spChg>
        <pc:spChg chg="add mod">
          <ac:chgData name="Mohaan Biswas" userId="c77a8266-1d41-4303-9339-eb44c05dd8a5" providerId="ADAL" clId="{1EEFAF62-2201-4664-86A3-ECB2CF6C1B28}" dt="2026-01-03T11:31:03.829" v="59" actId="571"/>
          <ac:spMkLst>
            <pc:docMk/>
            <pc:sldMk cId="0" sldId="263"/>
            <ac:spMk id="23" creationId="{9099268C-9F86-CDF6-54F7-3AB4BB3D37A5}"/>
          </ac:spMkLst>
        </pc:spChg>
        <pc:spChg chg="add mod">
          <ac:chgData name="Mohaan Biswas" userId="c77a8266-1d41-4303-9339-eb44c05dd8a5" providerId="ADAL" clId="{1EEFAF62-2201-4664-86A3-ECB2CF6C1B28}" dt="2026-01-03T11:31:03.829" v="59" actId="571"/>
          <ac:spMkLst>
            <pc:docMk/>
            <pc:sldMk cId="0" sldId="263"/>
            <ac:spMk id="24" creationId="{02180C7E-A75C-384B-66D8-D32C431A7DAD}"/>
          </ac:spMkLst>
        </pc:spChg>
        <pc:spChg chg="add mod">
          <ac:chgData name="Mohaan Biswas" userId="c77a8266-1d41-4303-9339-eb44c05dd8a5" providerId="ADAL" clId="{1EEFAF62-2201-4664-86A3-ECB2CF6C1B28}" dt="2026-01-03T11:31:12.834" v="61" actId="1037"/>
          <ac:spMkLst>
            <pc:docMk/>
            <pc:sldMk cId="0" sldId="263"/>
            <ac:spMk id="25" creationId="{0C0CD2F7-F2D0-0B14-E370-9C45B822AD89}"/>
          </ac:spMkLst>
        </pc:spChg>
        <pc:spChg chg="add mod">
          <ac:chgData name="Mohaan Biswas" userId="c77a8266-1d41-4303-9339-eb44c05dd8a5" providerId="ADAL" clId="{1EEFAF62-2201-4664-86A3-ECB2CF6C1B28}" dt="2026-01-03T11:31:12.834" v="61" actId="1037"/>
          <ac:spMkLst>
            <pc:docMk/>
            <pc:sldMk cId="0" sldId="263"/>
            <ac:spMk id="26" creationId="{7189EDC4-E151-CFD9-DFD2-7BC5EF898E20}"/>
          </ac:spMkLst>
        </pc:spChg>
        <pc:spChg chg="add mod">
          <ac:chgData name="Mohaan Biswas" userId="c77a8266-1d41-4303-9339-eb44c05dd8a5" providerId="ADAL" clId="{1EEFAF62-2201-4664-86A3-ECB2CF6C1B28}" dt="2026-01-03T11:31:12.834" v="61" actId="1037"/>
          <ac:spMkLst>
            <pc:docMk/>
            <pc:sldMk cId="0" sldId="263"/>
            <ac:spMk id="27" creationId="{FC2F2324-0BBD-0D03-B3B2-75D61BCE3AAE}"/>
          </ac:spMkLst>
        </pc:spChg>
        <pc:spChg chg="add mod">
          <ac:chgData name="Mohaan Biswas" userId="c77a8266-1d41-4303-9339-eb44c05dd8a5" providerId="ADAL" clId="{1EEFAF62-2201-4664-86A3-ECB2CF6C1B28}" dt="2026-01-03T11:31:27.721" v="64" actId="14100"/>
          <ac:spMkLst>
            <pc:docMk/>
            <pc:sldMk cId="0" sldId="263"/>
            <ac:spMk id="28" creationId="{686AB672-8118-B6F5-FC26-7CEE20DFE99F}"/>
          </ac:spMkLst>
        </pc:spChg>
        <pc:spChg chg="add mod">
          <ac:chgData name="Mohaan Biswas" userId="c77a8266-1d41-4303-9339-eb44c05dd8a5" providerId="ADAL" clId="{1EEFAF62-2201-4664-86A3-ECB2CF6C1B28}" dt="2026-01-03T11:31:45.273" v="67" actId="14100"/>
          <ac:spMkLst>
            <pc:docMk/>
            <pc:sldMk cId="0" sldId="263"/>
            <ac:spMk id="29" creationId="{032FD3DA-1BEA-A988-1850-31BB55D29196}"/>
          </ac:spMkLst>
        </pc:spChg>
        <pc:spChg chg="add mod">
          <ac:chgData name="Mohaan Biswas" userId="c77a8266-1d41-4303-9339-eb44c05dd8a5" providerId="ADAL" clId="{1EEFAF62-2201-4664-86A3-ECB2CF6C1B28}" dt="2026-01-03T11:31:48.459" v="68" actId="571"/>
          <ac:spMkLst>
            <pc:docMk/>
            <pc:sldMk cId="0" sldId="263"/>
            <ac:spMk id="30" creationId="{EDB2A932-DE1B-64C1-BB2C-4D00086DCD25}"/>
          </ac:spMkLst>
        </pc:spChg>
        <pc:spChg chg="add mod">
          <ac:chgData name="Mohaan Biswas" userId="c77a8266-1d41-4303-9339-eb44c05dd8a5" providerId="ADAL" clId="{1EEFAF62-2201-4664-86A3-ECB2CF6C1B28}" dt="2026-01-03T11:31:53.051" v="69" actId="571"/>
          <ac:spMkLst>
            <pc:docMk/>
            <pc:sldMk cId="0" sldId="263"/>
            <ac:spMk id="31" creationId="{41DB8F9E-4F8A-0855-D357-AFD824C616A6}"/>
          </ac:spMkLst>
        </pc:spChg>
        <pc:spChg chg="add mod">
          <ac:chgData name="Mohaan Biswas" userId="c77a8266-1d41-4303-9339-eb44c05dd8a5" providerId="ADAL" clId="{1EEFAF62-2201-4664-86A3-ECB2CF6C1B28}" dt="2026-01-03T11:32:02.281" v="71" actId="14100"/>
          <ac:spMkLst>
            <pc:docMk/>
            <pc:sldMk cId="0" sldId="263"/>
            <ac:spMk id="32" creationId="{CBB3C77D-DE7D-5D18-AAED-89B3AEFFC9D1}"/>
          </ac:spMkLst>
        </pc:spChg>
        <pc:spChg chg="add mod">
          <ac:chgData name="Mohaan Biswas" userId="c77a8266-1d41-4303-9339-eb44c05dd8a5" providerId="ADAL" clId="{1EEFAF62-2201-4664-86A3-ECB2CF6C1B28}" dt="2026-01-03T11:32:04.960" v="72" actId="571"/>
          <ac:spMkLst>
            <pc:docMk/>
            <pc:sldMk cId="0" sldId="263"/>
            <ac:spMk id="33" creationId="{4C8FA74D-341C-BA4B-FDC2-4478F9022995}"/>
          </ac:spMkLst>
        </pc:spChg>
        <pc:spChg chg="add mod">
          <ac:chgData name="Mohaan Biswas" userId="c77a8266-1d41-4303-9339-eb44c05dd8a5" providerId="ADAL" clId="{1EEFAF62-2201-4664-86A3-ECB2CF6C1B28}" dt="2026-01-03T11:32:09.761" v="74" actId="14100"/>
          <ac:spMkLst>
            <pc:docMk/>
            <pc:sldMk cId="0" sldId="263"/>
            <ac:spMk id="34" creationId="{B352B754-2984-D251-FD01-66D4CFB8C4F2}"/>
          </ac:spMkLst>
        </pc:spChg>
      </pc:sldChg>
      <pc:sldChg chg="addSp modSp mod">
        <pc:chgData name="Mohaan Biswas" userId="c77a8266-1d41-4303-9339-eb44c05dd8a5" providerId="ADAL" clId="{1EEFAF62-2201-4664-86A3-ECB2CF6C1B28}" dt="2026-01-03T11:32:57.250" v="115" actId="14100"/>
        <pc:sldMkLst>
          <pc:docMk/>
          <pc:sldMk cId="0" sldId="264"/>
        </pc:sldMkLst>
        <pc:spChg chg="add mod">
          <ac:chgData name="Mohaan Biswas" userId="c77a8266-1d41-4303-9339-eb44c05dd8a5" providerId="ADAL" clId="{1EEFAF62-2201-4664-86A3-ECB2CF6C1B28}" dt="2026-01-03T11:32:27.605" v="107" actId="14100"/>
          <ac:spMkLst>
            <pc:docMk/>
            <pc:sldMk cId="0" sldId="264"/>
            <ac:spMk id="19" creationId="{4F48C030-25BB-E6EF-562B-7023339EFC03}"/>
          </ac:spMkLst>
        </pc:spChg>
        <pc:spChg chg="add mod">
          <ac:chgData name="Mohaan Biswas" userId="c77a8266-1d41-4303-9339-eb44c05dd8a5" providerId="ADAL" clId="{1EEFAF62-2201-4664-86A3-ECB2CF6C1B28}" dt="2026-01-03T11:32:37.198" v="110" actId="14100"/>
          <ac:spMkLst>
            <pc:docMk/>
            <pc:sldMk cId="0" sldId="264"/>
            <ac:spMk id="20" creationId="{B04CE5DB-B182-D866-9B00-66FDAA3493CD}"/>
          </ac:spMkLst>
        </pc:spChg>
        <pc:spChg chg="add mod">
          <ac:chgData name="Mohaan Biswas" userId="c77a8266-1d41-4303-9339-eb44c05dd8a5" providerId="ADAL" clId="{1EEFAF62-2201-4664-86A3-ECB2CF6C1B28}" dt="2026-01-03T11:32:42.411" v="111" actId="571"/>
          <ac:spMkLst>
            <pc:docMk/>
            <pc:sldMk cId="0" sldId="264"/>
            <ac:spMk id="21" creationId="{0E7BBFD8-ED13-C80F-43FB-E43108FE199B}"/>
          </ac:spMkLst>
        </pc:spChg>
        <pc:spChg chg="add mod">
          <ac:chgData name="Mohaan Biswas" userId="c77a8266-1d41-4303-9339-eb44c05dd8a5" providerId="ADAL" clId="{1EEFAF62-2201-4664-86A3-ECB2CF6C1B28}" dt="2026-01-03T11:32:45.901" v="112" actId="571"/>
          <ac:spMkLst>
            <pc:docMk/>
            <pc:sldMk cId="0" sldId="264"/>
            <ac:spMk id="22" creationId="{75285144-CFDA-E42B-0A1A-6154BFF3B3A5}"/>
          </ac:spMkLst>
        </pc:spChg>
        <pc:spChg chg="add mod">
          <ac:chgData name="Mohaan Biswas" userId="c77a8266-1d41-4303-9339-eb44c05dd8a5" providerId="ADAL" clId="{1EEFAF62-2201-4664-86A3-ECB2CF6C1B28}" dt="2026-01-03T11:32:57.250" v="115" actId="14100"/>
          <ac:spMkLst>
            <pc:docMk/>
            <pc:sldMk cId="0" sldId="264"/>
            <ac:spMk id="23" creationId="{1BCBF0E3-E0AF-2ABD-A2A1-6602013D10B9}"/>
          </ac:spMkLst>
        </pc:spChg>
      </pc:sldChg>
      <pc:sldChg chg="addSp modSp mod">
        <pc:chgData name="Mohaan Biswas" userId="c77a8266-1d41-4303-9339-eb44c05dd8a5" providerId="ADAL" clId="{1EEFAF62-2201-4664-86A3-ECB2CF6C1B28}" dt="2026-01-03T11:33:26.600" v="121" actId="14100"/>
        <pc:sldMkLst>
          <pc:docMk/>
          <pc:sldMk cId="0" sldId="265"/>
        </pc:sldMkLst>
        <pc:spChg chg="add mod">
          <ac:chgData name="Mohaan Biswas" userId="c77a8266-1d41-4303-9339-eb44c05dd8a5" providerId="ADAL" clId="{1EEFAF62-2201-4664-86A3-ECB2CF6C1B28}" dt="2026-01-03T11:33:13.420" v="119" actId="1076"/>
          <ac:spMkLst>
            <pc:docMk/>
            <pc:sldMk cId="0" sldId="265"/>
            <ac:spMk id="22" creationId="{A3E05A26-2BF5-2902-96E9-612BE977E9D6}"/>
          </ac:spMkLst>
        </pc:spChg>
        <pc:spChg chg="add mod">
          <ac:chgData name="Mohaan Biswas" userId="c77a8266-1d41-4303-9339-eb44c05dd8a5" providerId="ADAL" clId="{1EEFAF62-2201-4664-86A3-ECB2CF6C1B28}" dt="2026-01-03T11:33:26.600" v="121" actId="14100"/>
          <ac:spMkLst>
            <pc:docMk/>
            <pc:sldMk cId="0" sldId="265"/>
            <ac:spMk id="23" creationId="{C06E533D-6C08-AB37-20B8-3E20F1F71A0F}"/>
          </ac:spMkLst>
        </pc:spChg>
      </pc:sldChg>
      <pc:sldChg chg="addSp modSp mod">
        <pc:chgData name="Mohaan Biswas" userId="c77a8266-1d41-4303-9339-eb44c05dd8a5" providerId="ADAL" clId="{1EEFAF62-2201-4664-86A3-ECB2CF6C1B28}" dt="2026-01-03T11:34:51.882" v="141" actId="571"/>
        <pc:sldMkLst>
          <pc:docMk/>
          <pc:sldMk cId="0" sldId="266"/>
        </pc:sldMkLst>
        <pc:spChg chg="add mod">
          <ac:chgData name="Mohaan Biswas" userId="c77a8266-1d41-4303-9339-eb44c05dd8a5" providerId="ADAL" clId="{1EEFAF62-2201-4664-86A3-ECB2CF6C1B28}" dt="2026-01-03T11:33:35.802" v="124" actId="14100"/>
          <ac:spMkLst>
            <pc:docMk/>
            <pc:sldMk cId="0" sldId="266"/>
            <ac:spMk id="53" creationId="{2AD8138C-3B87-5FDB-B038-148FC8B02BCB}"/>
          </ac:spMkLst>
        </pc:spChg>
        <pc:spChg chg="add mod">
          <ac:chgData name="Mohaan Biswas" userId="c77a8266-1d41-4303-9339-eb44c05dd8a5" providerId="ADAL" clId="{1EEFAF62-2201-4664-86A3-ECB2CF6C1B28}" dt="2026-01-03T11:33:50.459" v="127" actId="14100"/>
          <ac:spMkLst>
            <pc:docMk/>
            <pc:sldMk cId="0" sldId="266"/>
            <ac:spMk id="54" creationId="{EAEB85B8-C3EE-2949-415B-6AF5F19F3A88}"/>
          </ac:spMkLst>
        </pc:spChg>
        <pc:spChg chg="add mod">
          <ac:chgData name="Mohaan Biswas" userId="c77a8266-1d41-4303-9339-eb44c05dd8a5" providerId="ADAL" clId="{1EEFAF62-2201-4664-86A3-ECB2CF6C1B28}" dt="2026-01-03T11:33:53.680" v="128" actId="571"/>
          <ac:spMkLst>
            <pc:docMk/>
            <pc:sldMk cId="0" sldId="266"/>
            <ac:spMk id="55" creationId="{A40DEF6A-5E62-FBE2-00AC-17F30CEAE34A}"/>
          </ac:spMkLst>
        </pc:spChg>
        <pc:spChg chg="add mod">
          <ac:chgData name="Mohaan Biswas" userId="c77a8266-1d41-4303-9339-eb44c05dd8a5" providerId="ADAL" clId="{1EEFAF62-2201-4664-86A3-ECB2CF6C1B28}" dt="2026-01-03T11:34:15.212" v="132" actId="1076"/>
          <ac:spMkLst>
            <pc:docMk/>
            <pc:sldMk cId="0" sldId="266"/>
            <ac:spMk id="56" creationId="{F1226D51-DE8F-F756-821D-D27AF3076889}"/>
          </ac:spMkLst>
        </pc:spChg>
        <pc:spChg chg="add mod">
          <ac:chgData name="Mohaan Biswas" userId="c77a8266-1d41-4303-9339-eb44c05dd8a5" providerId="ADAL" clId="{1EEFAF62-2201-4664-86A3-ECB2CF6C1B28}" dt="2026-01-03T11:34:20.088" v="133" actId="571"/>
          <ac:spMkLst>
            <pc:docMk/>
            <pc:sldMk cId="0" sldId="266"/>
            <ac:spMk id="57" creationId="{76E0DC32-D1CE-DCC6-5EA7-1941DC51D796}"/>
          </ac:spMkLst>
        </pc:spChg>
        <pc:spChg chg="add mod">
          <ac:chgData name="Mohaan Biswas" userId="c77a8266-1d41-4303-9339-eb44c05dd8a5" providerId="ADAL" clId="{1EEFAF62-2201-4664-86A3-ECB2CF6C1B28}" dt="2026-01-03T11:34:28.068" v="135" actId="14100"/>
          <ac:spMkLst>
            <pc:docMk/>
            <pc:sldMk cId="0" sldId="266"/>
            <ac:spMk id="58" creationId="{92221CDE-164D-7EE5-FD4E-24E09249BF65}"/>
          </ac:spMkLst>
        </pc:spChg>
        <pc:spChg chg="add mod">
          <ac:chgData name="Mohaan Biswas" userId="c77a8266-1d41-4303-9339-eb44c05dd8a5" providerId="ADAL" clId="{1EEFAF62-2201-4664-86A3-ECB2CF6C1B28}" dt="2026-01-03T11:34:28.068" v="135" actId="14100"/>
          <ac:spMkLst>
            <pc:docMk/>
            <pc:sldMk cId="0" sldId="266"/>
            <ac:spMk id="59" creationId="{CA61E114-340F-26C7-A8B6-7690A20BCF22}"/>
          </ac:spMkLst>
        </pc:spChg>
        <pc:spChg chg="add mod">
          <ac:chgData name="Mohaan Biswas" userId="c77a8266-1d41-4303-9339-eb44c05dd8a5" providerId="ADAL" clId="{1EEFAF62-2201-4664-86A3-ECB2CF6C1B28}" dt="2026-01-03T11:34:38.363" v="137" actId="14100"/>
          <ac:spMkLst>
            <pc:docMk/>
            <pc:sldMk cId="0" sldId="266"/>
            <ac:spMk id="60" creationId="{DA6B2206-2DA6-CBF7-BA40-E6A5DC054DFD}"/>
          </ac:spMkLst>
        </pc:spChg>
        <pc:spChg chg="add mod">
          <ac:chgData name="Mohaan Biswas" userId="c77a8266-1d41-4303-9339-eb44c05dd8a5" providerId="ADAL" clId="{1EEFAF62-2201-4664-86A3-ECB2CF6C1B28}" dt="2026-01-03T11:34:44.129" v="138" actId="571"/>
          <ac:spMkLst>
            <pc:docMk/>
            <pc:sldMk cId="0" sldId="266"/>
            <ac:spMk id="61" creationId="{70AA3C3D-9D94-CD6B-BF6D-6556450B8C58}"/>
          </ac:spMkLst>
        </pc:spChg>
        <pc:spChg chg="add mod">
          <ac:chgData name="Mohaan Biswas" userId="c77a8266-1d41-4303-9339-eb44c05dd8a5" providerId="ADAL" clId="{1EEFAF62-2201-4664-86A3-ECB2CF6C1B28}" dt="2026-01-03T11:34:46.239" v="139" actId="571"/>
          <ac:spMkLst>
            <pc:docMk/>
            <pc:sldMk cId="0" sldId="266"/>
            <ac:spMk id="62" creationId="{2ECF06CF-836C-C385-3FD9-B46975926A03}"/>
          </ac:spMkLst>
        </pc:spChg>
        <pc:spChg chg="add mod">
          <ac:chgData name="Mohaan Biswas" userId="c77a8266-1d41-4303-9339-eb44c05dd8a5" providerId="ADAL" clId="{1EEFAF62-2201-4664-86A3-ECB2CF6C1B28}" dt="2026-01-03T11:34:47.997" v="140" actId="571"/>
          <ac:spMkLst>
            <pc:docMk/>
            <pc:sldMk cId="0" sldId="266"/>
            <ac:spMk id="63" creationId="{B49D4DB7-0FC7-43A1-0369-9B46FB59E0DB}"/>
          </ac:spMkLst>
        </pc:spChg>
        <pc:spChg chg="add mod">
          <ac:chgData name="Mohaan Biswas" userId="c77a8266-1d41-4303-9339-eb44c05dd8a5" providerId="ADAL" clId="{1EEFAF62-2201-4664-86A3-ECB2CF6C1B28}" dt="2026-01-03T11:34:51.882" v="141" actId="571"/>
          <ac:spMkLst>
            <pc:docMk/>
            <pc:sldMk cId="0" sldId="266"/>
            <ac:spMk id="64" creationId="{FFB08AA3-53AD-B94D-5E08-CA749F37F3BA}"/>
          </ac:spMkLst>
        </pc:spChg>
      </pc:sldChg>
      <pc:sldChg chg="addSp modSp mod">
        <pc:chgData name="Mohaan Biswas" userId="c77a8266-1d41-4303-9339-eb44c05dd8a5" providerId="ADAL" clId="{1EEFAF62-2201-4664-86A3-ECB2CF6C1B28}" dt="2026-01-03T11:35:37.339" v="149" actId="571"/>
        <pc:sldMkLst>
          <pc:docMk/>
          <pc:sldMk cId="0" sldId="269"/>
        </pc:sldMkLst>
        <pc:spChg chg="add mod">
          <ac:chgData name="Mohaan Biswas" userId="c77a8266-1d41-4303-9339-eb44c05dd8a5" providerId="ADAL" clId="{1EEFAF62-2201-4664-86A3-ECB2CF6C1B28}" dt="2026-01-03T11:35:18.434" v="144" actId="14100"/>
          <ac:spMkLst>
            <pc:docMk/>
            <pc:sldMk cId="0" sldId="269"/>
            <ac:spMk id="14" creationId="{97133210-D1FC-6CE3-68F6-3AD8A27D04F2}"/>
          </ac:spMkLst>
        </pc:spChg>
        <pc:spChg chg="add mod">
          <ac:chgData name="Mohaan Biswas" userId="c77a8266-1d41-4303-9339-eb44c05dd8a5" providerId="ADAL" clId="{1EEFAF62-2201-4664-86A3-ECB2CF6C1B28}" dt="2026-01-03T11:35:27.325" v="146" actId="14100"/>
          <ac:spMkLst>
            <pc:docMk/>
            <pc:sldMk cId="0" sldId="269"/>
            <ac:spMk id="15" creationId="{6A5EA946-79C6-9105-784C-8C04B5B2E337}"/>
          </ac:spMkLst>
        </pc:spChg>
        <pc:spChg chg="add mod">
          <ac:chgData name="Mohaan Biswas" userId="c77a8266-1d41-4303-9339-eb44c05dd8a5" providerId="ADAL" clId="{1EEFAF62-2201-4664-86A3-ECB2CF6C1B28}" dt="2026-01-03T11:35:30.866" v="147" actId="571"/>
          <ac:spMkLst>
            <pc:docMk/>
            <pc:sldMk cId="0" sldId="269"/>
            <ac:spMk id="16" creationId="{F697616A-BE6F-003A-D667-0187D451038D}"/>
          </ac:spMkLst>
        </pc:spChg>
        <pc:spChg chg="add mod">
          <ac:chgData name="Mohaan Biswas" userId="c77a8266-1d41-4303-9339-eb44c05dd8a5" providerId="ADAL" clId="{1EEFAF62-2201-4664-86A3-ECB2CF6C1B28}" dt="2026-01-03T11:35:34.746" v="148" actId="571"/>
          <ac:spMkLst>
            <pc:docMk/>
            <pc:sldMk cId="0" sldId="269"/>
            <ac:spMk id="17" creationId="{59B74CE5-09ED-3257-8D11-365A2E09C05B}"/>
          </ac:spMkLst>
        </pc:spChg>
        <pc:spChg chg="add mod">
          <ac:chgData name="Mohaan Biswas" userId="c77a8266-1d41-4303-9339-eb44c05dd8a5" providerId="ADAL" clId="{1EEFAF62-2201-4664-86A3-ECB2CF6C1B28}" dt="2026-01-03T11:35:37.339" v="149" actId="571"/>
          <ac:spMkLst>
            <pc:docMk/>
            <pc:sldMk cId="0" sldId="269"/>
            <ac:spMk id="18" creationId="{E1CD8ECD-B851-547B-6389-F2E20BA86F34}"/>
          </ac:spMkLst>
        </pc:spChg>
      </pc:sldChg>
      <pc:sldChg chg="addSp modSp mod">
        <pc:chgData name="Mohaan Biswas" userId="c77a8266-1d41-4303-9339-eb44c05dd8a5" providerId="ADAL" clId="{1EEFAF62-2201-4664-86A3-ECB2CF6C1B28}" dt="2026-01-03T11:36:10.518" v="153" actId="14100"/>
        <pc:sldMkLst>
          <pc:docMk/>
          <pc:sldMk cId="0" sldId="272"/>
        </pc:sldMkLst>
        <pc:spChg chg="add mod">
          <ac:chgData name="Mohaan Biswas" userId="c77a8266-1d41-4303-9339-eb44c05dd8a5" providerId="ADAL" clId="{1EEFAF62-2201-4664-86A3-ECB2CF6C1B28}" dt="2026-01-03T11:36:10.518" v="153" actId="14100"/>
          <ac:spMkLst>
            <pc:docMk/>
            <pc:sldMk cId="0" sldId="272"/>
            <ac:spMk id="9" creationId="{147D6FA1-10CD-B5F4-0E3F-FE2C4676D189}"/>
          </ac:spMkLst>
        </pc:spChg>
      </pc:sldChg>
      <pc:sldChg chg="addSp modSp mod">
        <pc:chgData name="Mohaan Biswas" userId="c77a8266-1d41-4303-9339-eb44c05dd8a5" providerId="ADAL" clId="{1EEFAF62-2201-4664-86A3-ECB2CF6C1B28}" dt="2026-01-03T11:37:42.202" v="170" actId="14100"/>
        <pc:sldMkLst>
          <pc:docMk/>
          <pc:sldMk cId="0" sldId="273"/>
        </pc:sldMkLst>
        <pc:spChg chg="add mod">
          <ac:chgData name="Mohaan Biswas" userId="c77a8266-1d41-4303-9339-eb44c05dd8a5" providerId="ADAL" clId="{1EEFAF62-2201-4664-86A3-ECB2CF6C1B28}" dt="2026-01-03T11:36:22.017" v="156" actId="14100"/>
          <ac:spMkLst>
            <pc:docMk/>
            <pc:sldMk cId="0" sldId="273"/>
            <ac:spMk id="9" creationId="{BCF68563-D965-9883-EE1B-AEB92866817D}"/>
          </ac:spMkLst>
        </pc:spChg>
        <pc:spChg chg="add mod">
          <ac:chgData name="Mohaan Biswas" userId="c77a8266-1d41-4303-9339-eb44c05dd8a5" providerId="ADAL" clId="{1EEFAF62-2201-4664-86A3-ECB2CF6C1B28}" dt="2026-01-03T11:36:32.759" v="157" actId="571"/>
          <ac:spMkLst>
            <pc:docMk/>
            <pc:sldMk cId="0" sldId="273"/>
            <ac:spMk id="10" creationId="{34FF8808-D92C-02FF-A05F-9F48DD319BCF}"/>
          </ac:spMkLst>
        </pc:spChg>
        <pc:spChg chg="add mod">
          <ac:chgData name="Mohaan Biswas" userId="c77a8266-1d41-4303-9339-eb44c05dd8a5" providerId="ADAL" clId="{1EEFAF62-2201-4664-86A3-ECB2CF6C1B28}" dt="2026-01-03T11:36:36.611" v="158" actId="571"/>
          <ac:spMkLst>
            <pc:docMk/>
            <pc:sldMk cId="0" sldId="273"/>
            <ac:spMk id="11" creationId="{4122E1B0-41AC-7608-BBD7-A20BA7621D24}"/>
          </ac:spMkLst>
        </pc:spChg>
        <pc:spChg chg="add mod">
          <ac:chgData name="Mohaan Biswas" userId="c77a8266-1d41-4303-9339-eb44c05dd8a5" providerId="ADAL" clId="{1EEFAF62-2201-4664-86A3-ECB2CF6C1B28}" dt="2026-01-03T11:36:51.054" v="161" actId="14100"/>
          <ac:spMkLst>
            <pc:docMk/>
            <pc:sldMk cId="0" sldId="273"/>
            <ac:spMk id="12" creationId="{F251609E-DAD8-96A2-7103-A73FAD0FA04E}"/>
          </ac:spMkLst>
        </pc:spChg>
        <pc:spChg chg="add mod">
          <ac:chgData name="Mohaan Biswas" userId="c77a8266-1d41-4303-9339-eb44c05dd8a5" providerId="ADAL" clId="{1EEFAF62-2201-4664-86A3-ECB2CF6C1B28}" dt="2026-01-03T11:37:00.111" v="163" actId="14100"/>
          <ac:spMkLst>
            <pc:docMk/>
            <pc:sldMk cId="0" sldId="273"/>
            <ac:spMk id="13" creationId="{860E341E-85B5-78B3-5562-2864EFCAC6B6}"/>
          </ac:spMkLst>
        </pc:spChg>
        <pc:spChg chg="add mod">
          <ac:chgData name="Mohaan Biswas" userId="c77a8266-1d41-4303-9339-eb44c05dd8a5" providerId="ADAL" clId="{1EEFAF62-2201-4664-86A3-ECB2CF6C1B28}" dt="2026-01-03T11:36:55.250" v="162" actId="14100"/>
          <ac:spMkLst>
            <pc:docMk/>
            <pc:sldMk cId="0" sldId="273"/>
            <ac:spMk id="14" creationId="{CFB12C6F-7A9F-F46B-66DB-4F6B153036BD}"/>
          </ac:spMkLst>
        </pc:spChg>
        <pc:spChg chg="add mod">
          <ac:chgData name="Mohaan Biswas" userId="c77a8266-1d41-4303-9339-eb44c05dd8a5" providerId="ADAL" clId="{1EEFAF62-2201-4664-86A3-ECB2CF6C1B28}" dt="2026-01-03T11:37:14.543" v="165" actId="1076"/>
          <ac:spMkLst>
            <pc:docMk/>
            <pc:sldMk cId="0" sldId="273"/>
            <ac:spMk id="15" creationId="{BDDAE0E8-80E2-6AD6-EEAE-171B9FFC8BA1}"/>
          </ac:spMkLst>
        </pc:spChg>
        <pc:spChg chg="add mod">
          <ac:chgData name="Mohaan Biswas" userId="c77a8266-1d41-4303-9339-eb44c05dd8a5" providerId="ADAL" clId="{1EEFAF62-2201-4664-86A3-ECB2CF6C1B28}" dt="2026-01-03T11:37:42.202" v="170" actId="14100"/>
          <ac:spMkLst>
            <pc:docMk/>
            <pc:sldMk cId="0" sldId="273"/>
            <ac:spMk id="16" creationId="{017C3DF9-2581-FC19-33EA-A867A5E3BACC}"/>
          </ac:spMkLst>
        </pc:spChg>
        <pc:spChg chg="add mod">
          <ac:chgData name="Mohaan Biswas" userId="c77a8266-1d41-4303-9339-eb44c05dd8a5" providerId="ADAL" clId="{1EEFAF62-2201-4664-86A3-ECB2CF6C1B28}" dt="2026-01-03T11:37:22.937" v="166" actId="571"/>
          <ac:spMkLst>
            <pc:docMk/>
            <pc:sldMk cId="0" sldId="273"/>
            <ac:spMk id="17" creationId="{10BCB224-7A87-5E51-C2E3-9FC148A3B855}"/>
          </ac:spMkLst>
        </pc:spChg>
        <pc:spChg chg="add mod">
          <ac:chgData name="Mohaan Biswas" userId="c77a8266-1d41-4303-9339-eb44c05dd8a5" providerId="ADAL" clId="{1EEFAF62-2201-4664-86A3-ECB2CF6C1B28}" dt="2026-01-03T11:37:27.564" v="167" actId="571"/>
          <ac:spMkLst>
            <pc:docMk/>
            <pc:sldMk cId="0" sldId="273"/>
            <ac:spMk id="18" creationId="{F30F5773-1848-40E4-022B-F2801FFE63C0}"/>
          </ac:spMkLst>
        </pc:spChg>
        <pc:spChg chg="add mod">
          <ac:chgData name="Mohaan Biswas" userId="c77a8266-1d41-4303-9339-eb44c05dd8a5" providerId="ADAL" clId="{1EEFAF62-2201-4664-86A3-ECB2CF6C1B28}" dt="2026-01-03T11:37:42.202" v="170" actId="14100"/>
          <ac:spMkLst>
            <pc:docMk/>
            <pc:sldMk cId="0" sldId="273"/>
            <ac:spMk id="19" creationId="{F9AF4848-F7E8-6C83-9D25-054763C61207}"/>
          </ac:spMkLst>
        </pc:spChg>
        <pc:spChg chg="add mod">
          <ac:chgData name="Mohaan Biswas" userId="c77a8266-1d41-4303-9339-eb44c05dd8a5" providerId="ADAL" clId="{1EEFAF62-2201-4664-86A3-ECB2CF6C1B28}" dt="2026-01-03T11:37:27.564" v="167" actId="571"/>
          <ac:spMkLst>
            <pc:docMk/>
            <pc:sldMk cId="0" sldId="273"/>
            <ac:spMk id="20" creationId="{2FA8DAE1-9D8B-55CD-4741-D25336EFB64F}"/>
          </ac:spMkLst>
        </pc:spChg>
        <pc:spChg chg="add mod">
          <ac:chgData name="Mohaan Biswas" userId="c77a8266-1d41-4303-9339-eb44c05dd8a5" providerId="ADAL" clId="{1EEFAF62-2201-4664-86A3-ECB2CF6C1B28}" dt="2026-01-03T11:37:31.007" v="168" actId="571"/>
          <ac:spMkLst>
            <pc:docMk/>
            <pc:sldMk cId="0" sldId="273"/>
            <ac:spMk id="21" creationId="{8A5A9082-768F-9197-75D7-857A11D92CDA}"/>
          </ac:spMkLst>
        </pc:spChg>
        <pc:spChg chg="add mod">
          <ac:chgData name="Mohaan Biswas" userId="c77a8266-1d41-4303-9339-eb44c05dd8a5" providerId="ADAL" clId="{1EEFAF62-2201-4664-86A3-ECB2CF6C1B28}" dt="2026-01-03T11:37:42.202" v="170" actId="14100"/>
          <ac:spMkLst>
            <pc:docMk/>
            <pc:sldMk cId="0" sldId="273"/>
            <ac:spMk id="22" creationId="{EB9B379F-7290-8EC0-8F6B-7B2E2C2EF268}"/>
          </ac:spMkLst>
        </pc:spChg>
        <pc:spChg chg="add mod">
          <ac:chgData name="Mohaan Biswas" userId="c77a8266-1d41-4303-9339-eb44c05dd8a5" providerId="ADAL" clId="{1EEFAF62-2201-4664-86A3-ECB2CF6C1B28}" dt="2026-01-03T11:37:31.007" v="168" actId="571"/>
          <ac:spMkLst>
            <pc:docMk/>
            <pc:sldMk cId="0" sldId="273"/>
            <ac:spMk id="23" creationId="{04A1A3D3-34D6-6A1E-2616-7E869FB4E7AD}"/>
          </ac:spMkLst>
        </pc:spChg>
      </pc:sldChg>
      <pc:sldChg chg="addSp modSp mod">
        <pc:chgData name="Mohaan Biswas" userId="c77a8266-1d41-4303-9339-eb44c05dd8a5" providerId="ADAL" clId="{1EEFAF62-2201-4664-86A3-ECB2CF6C1B28}" dt="2026-01-03T11:40:36.684" v="231" actId="1035"/>
        <pc:sldMkLst>
          <pc:docMk/>
          <pc:sldMk cId="0" sldId="275"/>
        </pc:sldMkLst>
        <pc:spChg chg="add mod">
          <ac:chgData name="Mohaan Biswas" userId="c77a8266-1d41-4303-9339-eb44c05dd8a5" providerId="ADAL" clId="{1EEFAF62-2201-4664-86A3-ECB2CF6C1B28}" dt="2026-01-03T11:38:15.806" v="174" actId="14100"/>
          <ac:spMkLst>
            <pc:docMk/>
            <pc:sldMk cId="0" sldId="275"/>
            <ac:spMk id="29" creationId="{F8932685-06F4-86AE-632D-DAC2DBC7D1DA}"/>
          </ac:spMkLst>
        </pc:spChg>
        <pc:spChg chg="add mod">
          <ac:chgData name="Mohaan Biswas" userId="c77a8266-1d41-4303-9339-eb44c05dd8a5" providerId="ADAL" clId="{1EEFAF62-2201-4664-86A3-ECB2CF6C1B28}" dt="2026-01-03T11:38:29.427" v="178" actId="14100"/>
          <ac:spMkLst>
            <pc:docMk/>
            <pc:sldMk cId="0" sldId="275"/>
            <ac:spMk id="30" creationId="{1B277F16-6405-2094-72B4-7CF71AE661BB}"/>
          </ac:spMkLst>
        </pc:spChg>
        <pc:spChg chg="add mod">
          <ac:chgData name="Mohaan Biswas" userId="c77a8266-1d41-4303-9339-eb44c05dd8a5" providerId="ADAL" clId="{1EEFAF62-2201-4664-86A3-ECB2CF6C1B28}" dt="2026-01-03T11:38:33.151" v="179" actId="14100"/>
          <ac:spMkLst>
            <pc:docMk/>
            <pc:sldMk cId="0" sldId="275"/>
            <ac:spMk id="31" creationId="{AC723A37-6092-41D6-DBB7-AF7D9DA9E30C}"/>
          </ac:spMkLst>
        </pc:spChg>
        <pc:spChg chg="add mod">
          <ac:chgData name="Mohaan Biswas" userId="c77a8266-1d41-4303-9339-eb44c05dd8a5" providerId="ADAL" clId="{1EEFAF62-2201-4664-86A3-ECB2CF6C1B28}" dt="2026-01-03T11:38:44.017" v="181" actId="14100"/>
          <ac:spMkLst>
            <pc:docMk/>
            <pc:sldMk cId="0" sldId="275"/>
            <ac:spMk id="32" creationId="{33FD15EF-F0E5-E928-AF1F-41D6660E5AA8}"/>
          </ac:spMkLst>
        </pc:spChg>
        <pc:spChg chg="add mod">
          <ac:chgData name="Mohaan Biswas" userId="c77a8266-1d41-4303-9339-eb44c05dd8a5" providerId="ADAL" clId="{1EEFAF62-2201-4664-86A3-ECB2CF6C1B28}" dt="2026-01-03T11:39:01.619" v="190" actId="208"/>
          <ac:spMkLst>
            <pc:docMk/>
            <pc:sldMk cId="0" sldId="275"/>
            <ac:spMk id="33" creationId="{2EEA18C6-D93F-A070-E6BF-161BA8BEAB90}"/>
          </ac:spMkLst>
        </pc:spChg>
        <pc:spChg chg="add mod">
          <ac:chgData name="Mohaan Biswas" userId="c77a8266-1d41-4303-9339-eb44c05dd8a5" providerId="ADAL" clId="{1EEFAF62-2201-4664-86A3-ECB2CF6C1B28}" dt="2026-01-03T11:39:22.943" v="198" actId="14100"/>
          <ac:spMkLst>
            <pc:docMk/>
            <pc:sldMk cId="0" sldId="275"/>
            <ac:spMk id="34" creationId="{61D42E05-E693-D25D-7360-3240C0474A26}"/>
          </ac:spMkLst>
        </pc:spChg>
        <pc:spChg chg="add mod">
          <ac:chgData name="Mohaan Biswas" userId="c77a8266-1d41-4303-9339-eb44c05dd8a5" providerId="ADAL" clId="{1EEFAF62-2201-4664-86A3-ECB2CF6C1B28}" dt="2026-01-03T11:39:15.752" v="193" actId="571"/>
          <ac:spMkLst>
            <pc:docMk/>
            <pc:sldMk cId="0" sldId="275"/>
            <ac:spMk id="35" creationId="{5F329E6C-7FD3-9C8A-133A-155C89D22E12}"/>
          </ac:spMkLst>
        </pc:spChg>
        <pc:spChg chg="add mod">
          <ac:chgData name="Mohaan Biswas" userId="c77a8266-1d41-4303-9339-eb44c05dd8a5" providerId="ADAL" clId="{1EEFAF62-2201-4664-86A3-ECB2CF6C1B28}" dt="2026-01-03T11:39:29.612" v="200" actId="14100"/>
          <ac:spMkLst>
            <pc:docMk/>
            <pc:sldMk cId="0" sldId="275"/>
            <ac:spMk id="36" creationId="{512EC077-1043-69C5-A1B9-5CB6ED72920F}"/>
          </ac:spMkLst>
        </pc:spChg>
        <pc:spChg chg="add mod">
          <ac:chgData name="Mohaan Biswas" userId="c77a8266-1d41-4303-9339-eb44c05dd8a5" providerId="ADAL" clId="{1EEFAF62-2201-4664-86A3-ECB2CF6C1B28}" dt="2026-01-03T11:39:35.971" v="202" actId="14100"/>
          <ac:spMkLst>
            <pc:docMk/>
            <pc:sldMk cId="0" sldId="275"/>
            <ac:spMk id="37" creationId="{DF9C7B7B-4960-90A3-4376-544579BAC42E}"/>
          </ac:spMkLst>
        </pc:spChg>
        <pc:spChg chg="add mod">
          <ac:chgData name="Mohaan Biswas" userId="c77a8266-1d41-4303-9339-eb44c05dd8a5" providerId="ADAL" clId="{1EEFAF62-2201-4664-86A3-ECB2CF6C1B28}" dt="2026-01-03T11:39:44.025" v="204" actId="14100"/>
          <ac:spMkLst>
            <pc:docMk/>
            <pc:sldMk cId="0" sldId="275"/>
            <ac:spMk id="38" creationId="{63ED8E6B-4BC3-9FA6-8A9C-6C414B45FDE8}"/>
          </ac:spMkLst>
        </pc:spChg>
        <pc:spChg chg="add mod">
          <ac:chgData name="Mohaan Biswas" userId="c77a8266-1d41-4303-9339-eb44c05dd8a5" providerId="ADAL" clId="{1EEFAF62-2201-4664-86A3-ECB2CF6C1B28}" dt="2026-01-03T11:39:46.550" v="205" actId="571"/>
          <ac:spMkLst>
            <pc:docMk/>
            <pc:sldMk cId="0" sldId="275"/>
            <ac:spMk id="39" creationId="{15BC58E8-2381-F1D4-02E4-60E31F1CEF91}"/>
          </ac:spMkLst>
        </pc:spChg>
        <pc:spChg chg="add mod">
          <ac:chgData name="Mohaan Biswas" userId="c77a8266-1d41-4303-9339-eb44c05dd8a5" providerId="ADAL" clId="{1EEFAF62-2201-4664-86A3-ECB2CF6C1B28}" dt="2026-01-03T11:39:59.168" v="207" actId="14100"/>
          <ac:spMkLst>
            <pc:docMk/>
            <pc:sldMk cId="0" sldId="275"/>
            <ac:spMk id="40" creationId="{E43064C5-3BBF-97EF-A775-24A9A78316C6}"/>
          </ac:spMkLst>
        </pc:spChg>
        <pc:spChg chg="add mod">
          <ac:chgData name="Mohaan Biswas" userId="c77a8266-1d41-4303-9339-eb44c05dd8a5" providerId="ADAL" clId="{1EEFAF62-2201-4664-86A3-ECB2CF6C1B28}" dt="2026-01-03T11:40:12.211" v="209" actId="14100"/>
          <ac:spMkLst>
            <pc:docMk/>
            <pc:sldMk cId="0" sldId="275"/>
            <ac:spMk id="41" creationId="{FDCE44DA-286E-6A67-389E-63F387FB642C}"/>
          </ac:spMkLst>
        </pc:spChg>
        <pc:spChg chg="add mod">
          <ac:chgData name="Mohaan Biswas" userId="c77a8266-1d41-4303-9339-eb44c05dd8a5" providerId="ADAL" clId="{1EEFAF62-2201-4664-86A3-ECB2CF6C1B28}" dt="2026-01-03T11:40:19.385" v="211" actId="14100"/>
          <ac:spMkLst>
            <pc:docMk/>
            <pc:sldMk cId="0" sldId="275"/>
            <ac:spMk id="42" creationId="{2861CE1C-3881-DBC7-FE8C-9A5EBA4BBCBF}"/>
          </ac:spMkLst>
        </pc:spChg>
        <pc:spChg chg="add mod">
          <ac:chgData name="Mohaan Biswas" userId="c77a8266-1d41-4303-9339-eb44c05dd8a5" providerId="ADAL" clId="{1EEFAF62-2201-4664-86A3-ECB2CF6C1B28}" dt="2026-01-03T11:40:29.272" v="213" actId="14100"/>
          <ac:spMkLst>
            <pc:docMk/>
            <pc:sldMk cId="0" sldId="275"/>
            <ac:spMk id="43" creationId="{FBED279A-7AA6-99E9-1F09-39AC232C5087}"/>
          </ac:spMkLst>
        </pc:spChg>
        <pc:spChg chg="add mod">
          <ac:chgData name="Mohaan Biswas" userId="c77a8266-1d41-4303-9339-eb44c05dd8a5" providerId="ADAL" clId="{1EEFAF62-2201-4664-86A3-ECB2CF6C1B28}" dt="2026-01-03T11:40:34.501" v="228" actId="1035"/>
          <ac:spMkLst>
            <pc:docMk/>
            <pc:sldMk cId="0" sldId="275"/>
            <ac:spMk id="44" creationId="{426F4036-097A-B4E8-2B20-20E89842B4AC}"/>
          </ac:spMkLst>
        </pc:spChg>
        <pc:spChg chg="add mod">
          <ac:chgData name="Mohaan Biswas" userId="c77a8266-1d41-4303-9339-eb44c05dd8a5" providerId="ADAL" clId="{1EEFAF62-2201-4664-86A3-ECB2CF6C1B28}" dt="2026-01-03T11:40:34.501" v="228" actId="1035"/>
          <ac:spMkLst>
            <pc:docMk/>
            <pc:sldMk cId="0" sldId="275"/>
            <ac:spMk id="45" creationId="{2F0EB862-37EA-674F-39FF-8E8459881FF1}"/>
          </ac:spMkLst>
        </pc:spChg>
        <pc:spChg chg="add mod">
          <ac:chgData name="Mohaan Biswas" userId="c77a8266-1d41-4303-9339-eb44c05dd8a5" providerId="ADAL" clId="{1EEFAF62-2201-4664-86A3-ECB2CF6C1B28}" dt="2026-01-03T11:40:34.501" v="228" actId="1035"/>
          <ac:spMkLst>
            <pc:docMk/>
            <pc:sldMk cId="0" sldId="275"/>
            <ac:spMk id="46" creationId="{C1D8AFC7-32F5-5922-B198-46B0E3CDFCB1}"/>
          </ac:spMkLst>
        </pc:spChg>
        <pc:spChg chg="add mod">
          <ac:chgData name="Mohaan Biswas" userId="c77a8266-1d41-4303-9339-eb44c05dd8a5" providerId="ADAL" clId="{1EEFAF62-2201-4664-86A3-ECB2CF6C1B28}" dt="2026-01-03T11:40:36.684" v="231" actId="1035"/>
          <ac:spMkLst>
            <pc:docMk/>
            <pc:sldMk cId="0" sldId="275"/>
            <ac:spMk id="47" creationId="{1E8F0393-44AB-D72F-49DE-AE069B036A29}"/>
          </ac:spMkLst>
        </pc:spChg>
        <pc:spChg chg="add mod">
          <ac:chgData name="Mohaan Biswas" userId="c77a8266-1d41-4303-9339-eb44c05dd8a5" providerId="ADAL" clId="{1EEFAF62-2201-4664-86A3-ECB2CF6C1B28}" dt="2026-01-03T11:40:36.684" v="231" actId="1035"/>
          <ac:spMkLst>
            <pc:docMk/>
            <pc:sldMk cId="0" sldId="275"/>
            <ac:spMk id="48" creationId="{B12CE185-CDCD-E769-BA5C-E06C490A7093}"/>
          </ac:spMkLst>
        </pc:spChg>
        <pc:spChg chg="add mod">
          <ac:chgData name="Mohaan Biswas" userId="c77a8266-1d41-4303-9339-eb44c05dd8a5" providerId="ADAL" clId="{1EEFAF62-2201-4664-86A3-ECB2CF6C1B28}" dt="2026-01-03T11:40:36.684" v="231" actId="1035"/>
          <ac:spMkLst>
            <pc:docMk/>
            <pc:sldMk cId="0" sldId="275"/>
            <ac:spMk id="49" creationId="{3978BAC3-5B24-5AF5-7843-CE52C02A8876}"/>
          </ac:spMkLst>
        </pc:spChg>
      </pc:sldChg>
      <pc:sldChg chg="addSp modSp mod">
        <pc:chgData name="Mohaan Biswas" userId="c77a8266-1d41-4303-9339-eb44c05dd8a5" providerId="ADAL" clId="{1EEFAF62-2201-4664-86A3-ECB2CF6C1B28}" dt="2026-01-03T11:43:17.644" v="260" actId="14100"/>
        <pc:sldMkLst>
          <pc:docMk/>
          <pc:sldMk cId="0" sldId="276"/>
        </pc:sldMkLst>
        <pc:spChg chg="add mod">
          <ac:chgData name="Mohaan Biswas" userId="c77a8266-1d41-4303-9339-eb44c05dd8a5" providerId="ADAL" clId="{1EEFAF62-2201-4664-86A3-ECB2CF6C1B28}" dt="2026-01-03T11:40:54.261" v="234" actId="14100"/>
          <ac:spMkLst>
            <pc:docMk/>
            <pc:sldMk cId="0" sldId="276"/>
            <ac:spMk id="26" creationId="{2B5DB3F3-DC20-BECF-AD89-F1AC88060F71}"/>
          </ac:spMkLst>
        </pc:spChg>
        <pc:spChg chg="add mod">
          <ac:chgData name="Mohaan Biswas" userId="c77a8266-1d41-4303-9339-eb44c05dd8a5" providerId="ADAL" clId="{1EEFAF62-2201-4664-86A3-ECB2CF6C1B28}" dt="2026-01-03T11:41:50.544" v="238" actId="14100"/>
          <ac:spMkLst>
            <pc:docMk/>
            <pc:sldMk cId="0" sldId="276"/>
            <ac:spMk id="27" creationId="{D353B74C-72F5-EDCF-A9AC-A240286D5FE2}"/>
          </ac:spMkLst>
        </pc:spChg>
        <pc:spChg chg="add mod">
          <ac:chgData name="Mohaan Biswas" userId="c77a8266-1d41-4303-9339-eb44c05dd8a5" providerId="ADAL" clId="{1EEFAF62-2201-4664-86A3-ECB2CF6C1B28}" dt="2026-01-03T11:42:34.774" v="247" actId="1076"/>
          <ac:spMkLst>
            <pc:docMk/>
            <pc:sldMk cId="0" sldId="276"/>
            <ac:spMk id="28" creationId="{78D25264-1D0B-D08A-96F4-90E9100B33FA}"/>
          </ac:spMkLst>
        </pc:spChg>
        <pc:spChg chg="add mod">
          <ac:chgData name="Mohaan Biswas" userId="c77a8266-1d41-4303-9339-eb44c05dd8a5" providerId="ADAL" clId="{1EEFAF62-2201-4664-86A3-ECB2CF6C1B28}" dt="2026-01-03T11:42:34.774" v="247" actId="1076"/>
          <ac:spMkLst>
            <pc:docMk/>
            <pc:sldMk cId="0" sldId="276"/>
            <ac:spMk id="29" creationId="{3CDA484F-632F-EA1E-77F1-CD5CC7570901}"/>
          </ac:spMkLst>
        </pc:spChg>
        <pc:spChg chg="add mod">
          <ac:chgData name="Mohaan Biswas" userId="c77a8266-1d41-4303-9339-eb44c05dd8a5" providerId="ADAL" clId="{1EEFAF62-2201-4664-86A3-ECB2CF6C1B28}" dt="2026-01-03T11:42:45.468" v="249" actId="14100"/>
          <ac:spMkLst>
            <pc:docMk/>
            <pc:sldMk cId="0" sldId="276"/>
            <ac:spMk id="30" creationId="{46E1ACC9-E0A7-5046-F4D1-36439A0852C6}"/>
          </ac:spMkLst>
        </pc:spChg>
        <pc:spChg chg="add mod">
          <ac:chgData name="Mohaan Biswas" userId="c77a8266-1d41-4303-9339-eb44c05dd8a5" providerId="ADAL" clId="{1EEFAF62-2201-4664-86A3-ECB2CF6C1B28}" dt="2026-01-03T11:42:50.166" v="250" actId="571"/>
          <ac:spMkLst>
            <pc:docMk/>
            <pc:sldMk cId="0" sldId="276"/>
            <ac:spMk id="31" creationId="{86189FA7-FA09-0D74-A735-658FD78AF59D}"/>
          </ac:spMkLst>
        </pc:spChg>
        <pc:spChg chg="add mod">
          <ac:chgData name="Mohaan Biswas" userId="c77a8266-1d41-4303-9339-eb44c05dd8a5" providerId="ADAL" clId="{1EEFAF62-2201-4664-86A3-ECB2CF6C1B28}" dt="2026-01-03T11:42:59.135" v="253" actId="14100"/>
          <ac:spMkLst>
            <pc:docMk/>
            <pc:sldMk cId="0" sldId="276"/>
            <ac:spMk id="32" creationId="{1AAB42EA-CD0D-8ADB-50DE-D9F2F4909EA9}"/>
          </ac:spMkLst>
        </pc:spChg>
        <pc:spChg chg="add mod">
          <ac:chgData name="Mohaan Biswas" userId="c77a8266-1d41-4303-9339-eb44c05dd8a5" providerId="ADAL" clId="{1EEFAF62-2201-4664-86A3-ECB2CF6C1B28}" dt="2026-01-03T11:43:08.105" v="256" actId="14100"/>
          <ac:spMkLst>
            <pc:docMk/>
            <pc:sldMk cId="0" sldId="276"/>
            <ac:spMk id="33" creationId="{4E4E58CE-3CB9-7EBC-FB49-F45E2F161875}"/>
          </ac:spMkLst>
        </pc:spChg>
        <pc:spChg chg="add mod">
          <ac:chgData name="Mohaan Biswas" userId="c77a8266-1d41-4303-9339-eb44c05dd8a5" providerId="ADAL" clId="{1EEFAF62-2201-4664-86A3-ECB2CF6C1B28}" dt="2026-01-03T11:43:17.644" v="260" actId="14100"/>
          <ac:spMkLst>
            <pc:docMk/>
            <pc:sldMk cId="0" sldId="276"/>
            <ac:spMk id="34" creationId="{8E3B7C71-291D-027A-03C3-DE82BA62416A}"/>
          </ac:spMkLst>
        </pc:spChg>
      </pc:sldChg>
      <pc:sldChg chg="addSp modSp mod">
        <pc:chgData name="Mohaan Biswas" userId="c77a8266-1d41-4303-9339-eb44c05dd8a5" providerId="ADAL" clId="{1EEFAF62-2201-4664-86A3-ECB2CF6C1B28}" dt="2026-01-03T11:44:33.353" v="279" actId="14100"/>
        <pc:sldMkLst>
          <pc:docMk/>
          <pc:sldMk cId="0" sldId="277"/>
        </pc:sldMkLst>
        <pc:spChg chg="add mod">
          <ac:chgData name="Mohaan Biswas" userId="c77a8266-1d41-4303-9339-eb44c05dd8a5" providerId="ADAL" clId="{1EEFAF62-2201-4664-86A3-ECB2CF6C1B28}" dt="2026-01-03T11:43:29.463" v="263" actId="14100"/>
          <ac:spMkLst>
            <pc:docMk/>
            <pc:sldMk cId="0" sldId="277"/>
            <ac:spMk id="7" creationId="{8921D23E-83EB-9C19-4284-31CA56AA4CDF}"/>
          </ac:spMkLst>
        </pc:spChg>
        <pc:spChg chg="add mod">
          <ac:chgData name="Mohaan Biswas" userId="c77a8266-1d41-4303-9339-eb44c05dd8a5" providerId="ADAL" clId="{1EEFAF62-2201-4664-86A3-ECB2CF6C1B28}" dt="2026-01-03T11:43:32.033" v="264" actId="571"/>
          <ac:spMkLst>
            <pc:docMk/>
            <pc:sldMk cId="0" sldId="277"/>
            <ac:spMk id="8" creationId="{C0489A03-F375-1FD2-5047-B320869114A4}"/>
          </ac:spMkLst>
        </pc:spChg>
        <pc:spChg chg="add mod">
          <ac:chgData name="Mohaan Biswas" userId="c77a8266-1d41-4303-9339-eb44c05dd8a5" providerId="ADAL" clId="{1EEFAF62-2201-4664-86A3-ECB2CF6C1B28}" dt="2026-01-03T11:43:36.111" v="266" actId="14100"/>
          <ac:spMkLst>
            <pc:docMk/>
            <pc:sldMk cId="0" sldId="277"/>
            <ac:spMk id="9" creationId="{22953951-9D7E-65ED-E421-261CFEDF8029}"/>
          </ac:spMkLst>
        </pc:spChg>
        <pc:spChg chg="add mod">
          <ac:chgData name="Mohaan Biswas" userId="c77a8266-1d41-4303-9339-eb44c05dd8a5" providerId="ADAL" clId="{1EEFAF62-2201-4664-86A3-ECB2CF6C1B28}" dt="2026-01-03T11:43:38.112" v="267" actId="571"/>
          <ac:spMkLst>
            <pc:docMk/>
            <pc:sldMk cId="0" sldId="277"/>
            <ac:spMk id="10" creationId="{1B8DED29-207B-8FB5-B4E0-C97A502F838E}"/>
          </ac:spMkLst>
        </pc:spChg>
        <pc:spChg chg="add mod">
          <ac:chgData name="Mohaan Biswas" userId="c77a8266-1d41-4303-9339-eb44c05dd8a5" providerId="ADAL" clId="{1EEFAF62-2201-4664-86A3-ECB2CF6C1B28}" dt="2026-01-03T11:43:41.055" v="268" actId="571"/>
          <ac:spMkLst>
            <pc:docMk/>
            <pc:sldMk cId="0" sldId="277"/>
            <ac:spMk id="11" creationId="{A0C2F86B-9B65-79B0-1F85-55AA956D4148}"/>
          </ac:spMkLst>
        </pc:spChg>
        <pc:spChg chg="add mod">
          <ac:chgData name="Mohaan Biswas" userId="c77a8266-1d41-4303-9339-eb44c05dd8a5" providerId="ADAL" clId="{1EEFAF62-2201-4664-86A3-ECB2CF6C1B28}" dt="2026-01-03T11:43:55.151" v="271" actId="14100"/>
          <ac:spMkLst>
            <pc:docMk/>
            <pc:sldMk cId="0" sldId="277"/>
            <ac:spMk id="12" creationId="{498E61C0-3BA0-5D07-49F2-EFE9689B6A1B}"/>
          </ac:spMkLst>
        </pc:spChg>
        <pc:spChg chg="add mod">
          <ac:chgData name="Mohaan Biswas" userId="c77a8266-1d41-4303-9339-eb44c05dd8a5" providerId="ADAL" clId="{1EEFAF62-2201-4664-86A3-ECB2CF6C1B28}" dt="2026-01-03T11:43:51.170" v="270" actId="571"/>
          <ac:spMkLst>
            <pc:docMk/>
            <pc:sldMk cId="0" sldId="277"/>
            <ac:spMk id="13" creationId="{821A3550-4033-C44A-57FA-4E072A90C994}"/>
          </ac:spMkLst>
        </pc:spChg>
        <pc:spChg chg="add mod">
          <ac:chgData name="Mohaan Biswas" userId="c77a8266-1d41-4303-9339-eb44c05dd8a5" providerId="ADAL" clId="{1EEFAF62-2201-4664-86A3-ECB2CF6C1B28}" dt="2026-01-03T11:43:57.743" v="272" actId="571"/>
          <ac:spMkLst>
            <pc:docMk/>
            <pc:sldMk cId="0" sldId="277"/>
            <ac:spMk id="14" creationId="{A092CB18-C80E-BC48-759A-C4927FA530E3}"/>
          </ac:spMkLst>
        </pc:spChg>
        <pc:spChg chg="add mod">
          <ac:chgData name="Mohaan Biswas" userId="c77a8266-1d41-4303-9339-eb44c05dd8a5" providerId="ADAL" clId="{1EEFAF62-2201-4664-86A3-ECB2CF6C1B28}" dt="2026-01-03T11:44:02.405" v="273" actId="571"/>
          <ac:spMkLst>
            <pc:docMk/>
            <pc:sldMk cId="0" sldId="277"/>
            <ac:spMk id="15" creationId="{9A6E2AB6-8A09-A8B6-EBB7-638A667C1A6E}"/>
          </ac:spMkLst>
        </pc:spChg>
        <pc:spChg chg="add mod">
          <ac:chgData name="Mohaan Biswas" userId="c77a8266-1d41-4303-9339-eb44c05dd8a5" providerId="ADAL" clId="{1EEFAF62-2201-4664-86A3-ECB2CF6C1B28}" dt="2026-01-03T11:44:08.947" v="274" actId="571"/>
          <ac:spMkLst>
            <pc:docMk/>
            <pc:sldMk cId="0" sldId="277"/>
            <ac:spMk id="16" creationId="{F7B08A0F-4985-AA80-9FC2-421A1F97F74D}"/>
          </ac:spMkLst>
        </pc:spChg>
        <pc:spChg chg="add mod">
          <ac:chgData name="Mohaan Biswas" userId="c77a8266-1d41-4303-9339-eb44c05dd8a5" providerId="ADAL" clId="{1EEFAF62-2201-4664-86A3-ECB2CF6C1B28}" dt="2026-01-03T11:44:14.727" v="275" actId="571"/>
          <ac:spMkLst>
            <pc:docMk/>
            <pc:sldMk cId="0" sldId="277"/>
            <ac:spMk id="17" creationId="{6A7752B4-9B8A-514D-53CC-A662DF03B82B}"/>
          </ac:spMkLst>
        </pc:spChg>
        <pc:spChg chg="add mod">
          <ac:chgData name="Mohaan Biswas" userId="c77a8266-1d41-4303-9339-eb44c05dd8a5" providerId="ADAL" clId="{1EEFAF62-2201-4664-86A3-ECB2CF6C1B28}" dt="2026-01-03T11:44:23.812" v="277" actId="14100"/>
          <ac:spMkLst>
            <pc:docMk/>
            <pc:sldMk cId="0" sldId="277"/>
            <ac:spMk id="18" creationId="{265B7781-ED06-5B71-75A2-2AD064A522D9}"/>
          </ac:spMkLst>
        </pc:spChg>
        <pc:spChg chg="add mod">
          <ac:chgData name="Mohaan Biswas" userId="c77a8266-1d41-4303-9339-eb44c05dd8a5" providerId="ADAL" clId="{1EEFAF62-2201-4664-86A3-ECB2CF6C1B28}" dt="2026-01-03T11:44:33.353" v="279" actId="14100"/>
          <ac:spMkLst>
            <pc:docMk/>
            <pc:sldMk cId="0" sldId="277"/>
            <ac:spMk id="19" creationId="{465BBFC2-A092-D31B-7BF8-53C276AA50AA}"/>
          </ac:spMkLst>
        </pc:spChg>
      </pc:sldChg>
      <pc:sldChg chg="addSp delSp modSp mod">
        <pc:chgData name="Mohaan Biswas" userId="c77a8266-1d41-4303-9339-eb44c05dd8a5" providerId="ADAL" clId="{1EEFAF62-2201-4664-86A3-ECB2CF6C1B28}" dt="2026-01-03T11:47:26.491" v="349" actId="1035"/>
        <pc:sldMkLst>
          <pc:docMk/>
          <pc:sldMk cId="0" sldId="278"/>
        </pc:sldMkLst>
        <pc:spChg chg="add mod">
          <ac:chgData name="Mohaan Biswas" userId="c77a8266-1d41-4303-9339-eb44c05dd8a5" providerId="ADAL" clId="{1EEFAF62-2201-4664-86A3-ECB2CF6C1B28}" dt="2026-01-03T11:45:19.397" v="283" actId="14100"/>
          <ac:spMkLst>
            <pc:docMk/>
            <pc:sldMk cId="0" sldId="278"/>
            <ac:spMk id="29" creationId="{45AFA60A-DB7C-C8B1-F5DD-2EBF4F004EC0}"/>
          </ac:spMkLst>
        </pc:spChg>
        <pc:spChg chg="add mod">
          <ac:chgData name="Mohaan Biswas" userId="c77a8266-1d41-4303-9339-eb44c05dd8a5" providerId="ADAL" clId="{1EEFAF62-2201-4664-86A3-ECB2CF6C1B28}" dt="2026-01-03T11:45:27.424" v="285" actId="14100"/>
          <ac:spMkLst>
            <pc:docMk/>
            <pc:sldMk cId="0" sldId="278"/>
            <ac:spMk id="30" creationId="{95160967-FC84-664F-C9A1-C197F0D794B8}"/>
          </ac:spMkLst>
        </pc:spChg>
        <pc:spChg chg="add mod">
          <ac:chgData name="Mohaan Biswas" userId="c77a8266-1d41-4303-9339-eb44c05dd8a5" providerId="ADAL" clId="{1EEFAF62-2201-4664-86A3-ECB2CF6C1B28}" dt="2026-01-03T11:45:30.992" v="286" actId="571"/>
          <ac:spMkLst>
            <pc:docMk/>
            <pc:sldMk cId="0" sldId="278"/>
            <ac:spMk id="31" creationId="{C01E745A-114F-FD1B-5940-CEB765EE8D58}"/>
          </ac:spMkLst>
        </pc:spChg>
        <pc:spChg chg="add mod">
          <ac:chgData name="Mohaan Biswas" userId="c77a8266-1d41-4303-9339-eb44c05dd8a5" providerId="ADAL" clId="{1EEFAF62-2201-4664-86A3-ECB2CF6C1B28}" dt="2026-01-03T11:45:37.095" v="288" actId="14100"/>
          <ac:spMkLst>
            <pc:docMk/>
            <pc:sldMk cId="0" sldId="278"/>
            <ac:spMk id="32" creationId="{C521847A-42C5-454E-6749-3D2E09E98075}"/>
          </ac:spMkLst>
        </pc:spChg>
        <pc:spChg chg="add mod">
          <ac:chgData name="Mohaan Biswas" userId="c77a8266-1d41-4303-9339-eb44c05dd8a5" providerId="ADAL" clId="{1EEFAF62-2201-4664-86A3-ECB2CF6C1B28}" dt="2026-01-03T11:45:46.433" v="290" actId="14100"/>
          <ac:spMkLst>
            <pc:docMk/>
            <pc:sldMk cId="0" sldId="278"/>
            <ac:spMk id="33" creationId="{B9FEE925-006E-DC08-1788-A89F1ECC27F1}"/>
          </ac:spMkLst>
        </pc:spChg>
        <pc:spChg chg="add mod">
          <ac:chgData name="Mohaan Biswas" userId="c77a8266-1d41-4303-9339-eb44c05dd8a5" providerId="ADAL" clId="{1EEFAF62-2201-4664-86A3-ECB2CF6C1B28}" dt="2026-01-03T11:45:56.123" v="292" actId="14100"/>
          <ac:spMkLst>
            <pc:docMk/>
            <pc:sldMk cId="0" sldId="278"/>
            <ac:spMk id="34" creationId="{782A3C3B-5DC2-71DD-A1CE-88A8DB25AC39}"/>
          </ac:spMkLst>
        </pc:spChg>
        <pc:spChg chg="add del mod">
          <ac:chgData name="Mohaan Biswas" userId="c77a8266-1d41-4303-9339-eb44c05dd8a5" providerId="ADAL" clId="{1EEFAF62-2201-4664-86A3-ECB2CF6C1B28}" dt="2026-01-03T11:46:00.133" v="294" actId="478"/>
          <ac:spMkLst>
            <pc:docMk/>
            <pc:sldMk cId="0" sldId="278"/>
            <ac:spMk id="35" creationId="{01249B82-2324-1675-32A9-09007F7C1404}"/>
          </ac:spMkLst>
        </pc:spChg>
        <pc:spChg chg="add mod">
          <ac:chgData name="Mohaan Biswas" userId="c77a8266-1d41-4303-9339-eb44c05dd8a5" providerId="ADAL" clId="{1EEFAF62-2201-4664-86A3-ECB2CF6C1B28}" dt="2026-01-03T11:46:05.594" v="296" actId="14100"/>
          <ac:spMkLst>
            <pc:docMk/>
            <pc:sldMk cId="0" sldId="278"/>
            <ac:spMk id="36" creationId="{8DF4FAC2-BBC5-23B0-FD15-8844208D0D57}"/>
          </ac:spMkLst>
        </pc:spChg>
        <pc:spChg chg="add mod">
          <ac:chgData name="Mohaan Biswas" userId="c77a8266-1d41-4303-9339-eb44c05dd8a5" providerId="ADAL" clId="{1EEFAF62-2201-4664-86A3-ECB2CF6C1B28}" dt="2026-01-03T11:46:09.244" v="297" actId="571"/>
          <ac:spMkLst>
            <pc:docMk/>
            <pc:sldMk cId="0" sldId="278"/>
            <ac:spMk id="37" creationId="{85EB92C8-544C-B97F-1144-3422C1702215}"/>
          </ac:spMkLst>
        </pc:spChg>
        <pc:spChg chg="add mod">
          <ac:chgData name="Mohaan Biswas" userId="c77a8266-1d41-4303-9339-eb44c05dd8a5" providerId="ADAL" clId="{1EEFAF62-2201-4664-86A3-ECB2CF6C1B28}" dt="2026-01-03T11:46:15.009" v="299" actId="14100"/>
          <ac:spMkLst>
            <pc:docMk/>
            <pc:sldMk cId="0" sldId="278"/>
            <ac:spMk id="38" creationId="{92CBEC86-9B7C-DA46-1EFB-20A8BC913B32}"/>
          </ac:spMkLst>
        </pc:spChg>
        <pc:spChg chg="add mod">
          <ac:chgData name="Mohaan Biswas" userId="c77a8266-1d41-4303-9339-eb44c05dd8a5" providerId="ADAL" clId="{1EEFAF62-2201-4664-86A3-ECB2CF6C1B28}" dt="2026-01-03T11:46:18.275" v="301" actId="571"/>
          <ac:spMkLst>
            <pc:docMk/>
            <pc:sldMk cId="0" sldId="278"/>
            <ac:spMk id="39" creationId="{B91A9E49-BB5C-9563-74CB-4D754BAEDD72}"/>
          </ac:spMkLst>
        </pc:spChg>
        <pc:spChg chg="add mod">
          <ac:chgData name="Mohaan Biswas" userId="c77a8266-1d41-4303-9339-eb44c05dd8a5" providerId="ADAL" clId="{1EEFAF62-2201-4664-86A3-ECB2CF6C1B28}" dt="2026-01-03T11:46:18.275" v="301" actId="571"/>
          <ac:spMkLst>
            <pc:docMk/>
            <pc:sldMk cId="0" sldId="278"/>
            <ac:spMk id="40" creationId="{97C9E0D8-1610-B5FD-4A71-0D7E516C9B9C}"/>
          </ac:spMkLst>
        </pc:spChg>
        <pc:spChg chg="add mod">
          <ac:chgData name="Mohaan Biswas" userId="c77a8266-1d41-4303-9339-eb44c05dd8a5" providerId="ADAL" clId="{1EEFAF62-2201-4664-86A3-ECB2CF6C1B28}" dt="2026-01-03T11:46:22.222" v="302" actId="571"/>
          <ac:spMkLst>
            <pc:docMk/>
            <pc:sldMk cId="0" sldId="278"/>
            <ac:spMk id="41" creationId="{1ADD6D39-3B14-7C81-1CCA-14B71846B455}"/>
          </ac:spMkLst>
        </pc:spChg>
        <pc:spChg chg="add mod">
          <ac:chgData name="Mohaan Biswas" userId="c77a8266-1d41-4303-9339-eb44c05dd8a5" providerId="ADAL" clId="{1EEFAF62-2201-4664-86A3-ECB2CF6C1B28}" dt="2026-01-03T11:46:26.522" v="303" actId="571"/>
          <ac:spMkLst>
            <pc:docMk/>
            <pc:sldMk cId="0" sldId="278"/>
            <ac:spMk id="42" creationId="{105B71E4-60F6-5215-4C05-E554C85E8591}"/>
          </ac:spMkLst>
        </pc:spChg>
        <pc:spChg chg="add mod">
          <ac:chgData name="Mohaan Biswas" userId="c77a8266-1d41-4303-9339-eb44c05dd8a5" providerId="ADAL" clId="{1EEFAF62-2201-4664-86A3-ECB2CF6C1B28}" dt="2026-01-03T11:46:29.705" v="304" actId="571"/>
          <ac:spMkLst>
            <pc:docMk/>
            <pc:sldMk cId="0" sldId="278"/>
            <ac:spMk id="43" creationId="{C053960E-FD80-2F6A-A06C-E0CF043969F4}"/>
          </ac:spMkLst>
        </pc:spChg>
        <pc:spChg chg="add mod">
          <ac:chgData name="Mohaan Biswas" userId="c77a8266-1d41-4303-9339-eb44c05dd8a5" providerId="ADAL" clId="{1EEFAF62-2201-4664-86A3-ECB2CF6C1B28}" dt="2026-01-03T11:46:36.117" v="306" actId="14100"/>
          <ac:spMkLst>
            <pc:docMk/>
            <pc:sldMk cId="0" sldId="278"/>
            <ac:spMk id="44" creationId="{D0761F61-67FF-C281-90E0-2642A204B357}"/>
          </ac:spMkLst>
        </pc:spChg>
        <pc:spChg chg="add mod">
          <ac:chgData name="Mohaan Biswas" userId="c77a8266-1d41-4303-9339-eb44c05dd8a5" providerId="ADAL" clId="{1EEFAF62-2201-4664-86A3-ECB2CF6C1B28}" dt="2026-01-03T11:46:50.551" v="309" actId="14100"/>
          <ac:spMkLst>
            <pc:docMk/>
            <pc:sldMk cId="0" sldId="278"/>
            <ac:spMk id="45" creationId="{F75231D0-3E83-1644-D751-BEA132C088ED}"/>
          </ac:spMkLst>
        </pc:spChg>
        <pc:spChg chg="add mod">
          <ac:chgData name="Mohaan Biswas" userId="c77a8266-1d41-4303-9339-eb44c05dd8a5" providerId="ADAL" clId="{1EEFAF62-2201-4664-86A3-ECB2CF6C1B28}" dt="2026-01-03T11:46:56.396" v="311" actId="14100"/>
          <ac:spMkLst>
            <pc:docMk/>
            <pc:sldMk cId="0" sldId="278"/>
            <ac:spMk id="46" creationId="{253A20F7-D95A-CA47-76E9-7CC5C17CA1CC}"/>
          </ac:spMkLst>
        </pc:spChg>
        <pc:spChg chg="add mod">
          <ac:chgData name="Mohaan Biswas" userId="c77a8266-1d41-4303-9339-eb44c05dd8a5" providerId="ADAL" clId="{1EEFAF62-2201-4664-86A3-ECB2CF6C1B28}" dt="2026-01-03T11:47:01.347" v="313" actId="14100"/>
          <ac:spMkLst>
            <pc:docMk/>
            <pc:sldMk cId="0" sldId="278"/>
            <ac:spMk id="47" creationId="{4E237D60-E8D2-74A7-BC33-48E114F1B3B2}"/>
          </ac:spMkLst>
        </pc:spChg>
        <pc:spChg chg="add mod">
          <ac:chgData name="Mohaan Biswas" userId="c77a8266-1d41-4303-9339-eb44c05dd8a5" providerId="ADAL" clId="{1EEFAF62-2201-4664-86A3-ECB2CF6C1B28}" dt="2026-01-03T11:47:09.067" v="331" actId="1037"/>
          <ac:spMkLst>
            <pc:docMk/>
            <pc:sldMk cId="0" sldId="278"/>
            <ac:spMk id="48" creationId="{CC597546-A8B1-924B-28C1-013BB7B23FC9}"/>
          </ac:spMkLst>
        </pc:spChg>
        <pc:spChg chg="add mod">
          <ac:chgData name="Mohaan Biswas" userId="c77a8266-1d41-4303-9339-eb44c05dd8a5" providerId="ADAL" clId="{1EEFAF62-2201-4664-86A3-ECB2CF6C1B28}" dt="2026-01-03T11:47:11.244" v="332" actId="1037"/>
          <ac:spMkLst>
            <pc:docMk/>
            <pc:sldMk cId="0" sldId="278"/>
            <ac:spMk id="49" creationId="{39E4CE5C-15CC-65BD-CEC0-00BAFC2A5A2B}"/>
          </ac:spMkLst>
        </pc:spChg>
        <pc:spChg chg="add mod">
          <ac:chgData name="Mohaan Biswas" userId="c77a8266-1d41-4303-9339-eb44c05dd8a5" providerId="ADAL" clId="{1EEFAF62-2201-4664-86A3-ECB2CF6C1B28}" dt="2026-01-03T11:47:17.103" v="336" actId="1038"/>
          <ac:spMkLst>
            <pc:docMk/>
            <pc:sldMk cId="0" sldId="278"/>
            <ac:spMk id="50" creationId="{60BE1D35-66A0-2827-DB21-8B0427055F80}"/>
          </ac:spMkLst>
        </pc:spChg>
        <pc:spChg chg="add mod">
          <ac:chgData name="Mohaan Biswas" userId="c77a8266-1d41-4303-9339-eb44c05dd8a5" providerId="ADAL" clId="{1EEFAF62-2201-4664-86A3-ECB2CF6C1B28}" dt="2026-01-03T11:47:06.955" v="329" actId="1037"/>
          <ac:spMkLst>
            <pc:docMk/>
            <pc:sldMk cId="0" sldId="278"/>
            <ac:spMk id="51" creationId="{8F8521AA-90E2-4F04-B6D9-D64589F3A5C4}"/>
          </ac:spMkLst>
        </pc:spChg>
        <pc:spChg chg="add mod">
          <ac:chgData name="Mohaan Biswas" userId="c77a8266-1d41-4303-9339-eb44c05dd8a5" providerId="ADAL" clId="{1EEFAF62-2201-4664-86A3-ECB2CF6C1B28}" dt="2026-01-03T11:47:06.955" v="329" actId="1037"/>
          <ac:spMkLst>
            <pc:docMk/>
            <pc:sldMk cId="0" sldId="278"/>
            <ac:spMk id="52" creationId="{C9B3A1BA-7449-FFE6-B285-6C27FFA6964E}"/>
          </ac:spMkLst>
        </pc:spChg>
        <pc:spChg chg="add mod">
          <ac:chgData name="Mohaan Biswas" userId="c77a8266-1d41-4303-9339-eb44c05dd8a5" providerId="ADAL" clId="{1EEFAF62-2201-4664-86A3-ECB2CF6C1B28}" dt="2026-01-03T11:47:06.955" v="329" actId="1037"/>
          <ac:spMkLst>
            <pc:docMk/>
            <pc:sldMk cId="0" sldId="278"/>
            <ac:spMk id="53" creationId="{012DF150-0EA4-8F86-775D-6D973AD700C5}"/>
          </ac:spMkLst>
        </pc:spChg>
        <pc:spChg chg="add mod">
          <ac:chgData name="Mohaan Biswas" userId="c77a8266-1d41-4303-9339-eb44c05dd8a5" providerId="ADAL" clId="{1EEFAF62-2201-4664-86A3-ECB2CF6C1B28}" dt="2026-01-03T11:47:26.491" v="349" actId="1035"/>
          <ac:spMkLst>
            <pc:docMk/>
            <pc:sldMk cId="0" sldId="278"/>
            <ac:spMk id="54" creationId="{3C67B88D-D42F-9974-467A-7AB719BC0D6D}"/>
          </ac:spMkLst>
        </pc:spChg>
        <pc:spChg chg="add mod">
          <ac:chgData name="Mohaan Biswas" userId="c77a8266-1d41-4303-9339-eb44c05dd8a5" providerId="ADAL" clId="{1EEFAF62-2201-4664-86A3-ECB2CF6C1B28}" dt="2026-01-03T11:47:26.491" v="349" actId="1035"/>
          <ac:spMkLst>
            <pc:docMk/>
            <pc:sldMk cId="0" sldId="278"/>
            <ac:spMk id="55" creationId="{338B872E-881E-935B-C1CC-88FFD624E75F}"/>
          </ac:spMkLst>
        </pc:spChg>
        <pc:spChg chg="add mod">
          <ac:chgData name="Mohaan Biswas" userId="c77a8266-1d41-4303-9339-eb44c05dd8a5" providerId="ADAL" clId="{1EEFAF62-2201-4664-86A3-ECB2CF6C1B28}" dt="2026-01-03T11:47:26.491" v="349" actId="1035"/>
          <ac:spMkLst>
            <pc:docMk/>
            <pc:sldMk cId="0" sldId="278"/>
            <ac:spMk id="56" creationId="{0FE6E24A-2C32-7D65-0824-8A39C2248BFD}"/>
          </ac:spMkLst>
        </pc:spChg>
      </pc:sldChg>
      <pc:sldChg chg="addSp modSp mod">
        <pc:chgData name="Mohaan Biswas" userId="c77a8266-1d41-4303-9339-eb44c05dd8a5" providerId="ADAL" clId="{1EEFAF62-2201-4664-86A3-ECB2CF6C1B28}" dt="2026-01-03T11:48:56.251" v="376" actId="571"/>
        <pc:sldMkLst>
          <pc:docMk/>
          <pc:sldMk cId="0" sldId="279"/>
        </pc:sldMkLst>
        <pc:spChg chg="add mod">
          <ac:chgData name="Mohaan Biswas" userId="c77a8266-1d41-4303-9339-eb44c05dd8a5" providerId="ADAL" clId="{1EEFAF62-2201-4664-86A3-ECB2CF6C1B28}" dt="2026-01-03T11:47:38.448" v="352" actId="14100"/>
          <ac:spMkLst>
            <pc:docMk/>
            <pc:sldMk cId="0" sldId="279"/>
            <ac:spMk id="27" creationId="{29AC9610-C4FD-A3F2-5772-B77C2E351D04}"/>
          </ac:spMkLst>
        </pc:spChg>
        <pc:spChg chg="add mod">
          <ac:chgData name="Mohaan Biswas" userId="c77a8266-1d41-4303-9339-eb44c05dd8a5" providerId="ADAL" clId="{1EEFAF62-2201-4664-86A3-ECB2CF6C1B28}" dt="2026-01-03T11:47:48.135" v="355" actId="14100"/>
          <ac:spMkLst>
            <pc:docMk/>
            <pc:sldMk cId="0" sldId="279"/>
            <ac:spMk id="28" creationId="{2B054297-5987-B47D-69FA-6563D1510AF6}"/>
          </ac:spMkLst>
        </pc:spChg>
        <pc:spChg chg="add mod">
          <ac:chgData name="Mohaan Biswas" userId="c77a8266-1d41-4303-9339-eb44c05dd8a5" providerId="ADAL" clId="{1EEFAF62-2201-4664-86A3-ECB2CF6C1B28}" dt="2026-01-03T11:47:53.675" v="357" actId="14100"/>
          <ac:spMkLst>
            <pc:docMk/>
            <pc:sldMk cId="0" sldId="279"/>
            <ac:spMk id="29" creationId="{0B527D68-5A4E-F9D3-4119-3C3602CF964A}"/>
          </ac:spMkLst>
        </pc:spChg>
        <pc:spChg chg="add mod">
          <ac:chgData name="Mohaan Biswas" userId="c77a8266-1d41-4303-9339-eb44c05dd8a5" providerId="ADAL" clId="{1EEFAF62-2201-4664-86A3-ECB2CF6C1B28}" dt="2026-01-03T11:48:03.315" v="360" actId="14100"/>
          <ac:spMkLst>
            <pc:docMk/>
            <pc:sldMk cId="0" sldId="279"/>
            <ac:spMk id="30" creationId="{372FC7BF-E223-470D-6A19-D5924F83912B}"/>
          </ac:spMkLst>
        </pc:spChg>
        <pc:spChg chg="add mod">
          <ac:chgData name="Mohaan Biswas" userId="c77a8266-1d41-4303-9339-eb44c05dd8a5" providerId="ADAL" clId="{1EEFAF62-2201-4664-86A3-ECB2CF6C1B28}" dt="2026-01-03T11:48:07.170" v="361" actId="571"/>
          <ac:spMkLst>
            <pc:docMk/>
            <pc:sldMk cId="0" sldId="279"/>
            <ac:spMk id="31" creationId="{769B1B30-9CCA-C557-6EFB-F5997DEA091B}"/>
          </ac:spMkLst>
        </pc:spChg>
        <pc:spChg chg="add mod">
          <ac:chgData name="Mohaan Biswas" userId="c77a8266-1d41-4303-9339-eb44c05dd8a5" providerId="ADAL" clId="{1EEFAF62-2201-4664-86A3-ECB2CF6C1B28}" dt="2026-01-03T11:48:14.758" v="364" actId="1076"/>
          <ac:spMkLst>
            <pc:docMk/>
            <pc:sldMk cId="0" sldId="279"/>
            <ac:spMk id="32" creationId="{BE5F0736-4DB2-D395-5FC9-A29F94FD2C45}"/>
          </ac:spMkLst>
        </pc:spChg>
        <pc:spChg chg="add mod">
          <ac:chgData name="Mohaan Biswas" userId="c77a8266-1d41-4303-9339-eb44c05dd8a5" providerId="ADAL" clId="{1EEFAF62-2201-4664-86A3-ECB2CF6C1B28}" dt="2026-01-03T11:48:20.052" v="366" actId="14100"/>
          <ac:spMkLst>
            <pc:docMk/>
            <pc:sldMk cId="0" sldId="279"/>
            <ac:spMk id="33" creationId="{024C541B-8832-62E5-2085-EB9BF8F66631}"/>
          </ac:spMkLst>
        </pc:spChg>
        <pc:spChg chg="add mod">
          <ac:chgData name="Mohaan Biswas" userId="c77a8266-1d41-4303-9339-eb44c05dd8a5" providerId="ADAL" clId="{1EEFAF62-2201-4664-86A3-ECB2CF6C1B28}" dt="2026-01-03T11:48:25.267" v="368" actId="1076"/>
          <ac:spMkLst>
            <pc:docMk/>
            <pc:sldMk cId="0" sldId="279"/>
            <ac:spMk id="34" creationId="{C549D7D8-1D1A-B748-9A80-01FE08285825}"/>
          </ac:spMkLst>
        </pc:spChg>
        <pc:spChg chg="add mod">
          <ac:chgData name="Mohaan Biswas" userId="c77a8266-1d41-4303-9339-eb44c05dd8a5" providerId="ADAL" clId="{1EEFAF62-2201-4664-86A3-ECB2CF6C1B28}" dt="2026-01-03T11:48:25.267" v="368" actId="1076"/>
          <ac:spMkLst>
            <pc:docMk/>
            <pc:sldMk cId="0" sldId="279"/>
            <ac:spMk id="35" creationId="{D94D9E43-B18E-C603-D5DA-6A7562BE0EF1}"/>
          </ac:spMkLst>
        </pc:spChg>
        <pc:spChg chg="add mod">
          <ac:chgData name="Mohaan Biswas" userId="c77a8266-1d41-4303-9339-eb44c05dd8a5" providerId="ADAL" clId="{1EEFAF62-2201-4664-86A3-ECB2CF6C1B28}" dt="2026-01-03T11:48:32.766" v="371" actId="14100"/>
          <ac:spMkLst>
            <pc:docMk/>
            <pc:sldMk cId="0" sldId="279"/>
            <ac:spMk id="36" creationId="{7E89A2B0-2F95-EBB6-96B2-F4D7E77AA5A1}"/>
          </ac:spMkLst>
        </pc:spChg>
        <pc:spChg chg="add mod">
          <ac:chgData name="Mohaan Biswas" userId="c77a8266-1d41-4303-9339-eb44c05dd8a5" providerId="ADAL" clId="{1EEFAF62-2201-4664-86A3-ECB2CF6C1B28}" dt="2026-01-03T11:48:49.147" v="375" actId="14100"/>
          <ac:spMkLst>
            <pc:docMk/>
            <pc:sldMk cId="0" sldId="279"/>
            <ac:spMk id="37" creationId="{687059DA-3198-68BA-67CD-0A6BBA80FE6B}"/>
          </ac:spMkLst>
        </pc:spChg>
        <pc:spChg chg="add mod">
          <ac:chgData name="Mohaan Biswas" userId="c77a8266-1d41-4303-9339-eb44c05dd8a5" providerId="ADAL" clId="{1EEFAF62-2201-4664-86A3-ECB2CF6C1B28}" dt="2026-01-03T11:48:56.251" v="376" actId="571"/>
          <ac:spMkLst>
            <pc:docMk/>
            <pc:sldMk cId="0" sldId="279"/>
            <ac:spMk id="38" creationId="{EB5527F0-72E4-CF24-B062-DAC962BBDADD}"/>
          </ac:spMkLst>
        </pc:spChg>
      </pc:sldChg>
      <pc:sldChg chg="addSp modSp mod">
        <pc:chgData name="Mohaan Biswas" userId="c77a8266-1d41-4303-9339-eb44c05dd8a5" providerId="ADAL" clId="{1EEFAF62-2201-4664-86A3-ECB2CF6C1B28}" dt="2026-01-03T11:50:05.482" v="397" actId="571"/>
        <pc:sldMkLst>
          <pc:docMk/>
          <pc:sldMk cId="0" sldId="280"/>
        </pc:sldMkLst>
        <pc:spChg chg="add mod">
          <ac:chgData name="Mohaan Biswas" userId="c77a8266-1d41-4303-9339-eb44c05dd8a5" providerId="ADAL" clId="{1EEFAF62-2201-4664-86A3-ECB2CF6C1B28}" dt="2026-01-03T11:49:07.970" v="379" actId="14100"/>
          <ac:spMkLst>
            <pc:docMk/>
            <pc:sldMk cId="0" sldId="280"/>
            <ac:spMk id="14" creationId="{AB300FAC-796C-412E-AFEB-833F6E4089EC}"/>
          </ac:spMkLst>
        </pc:spChg>
        <pc:spChg chg="add mod">
          <ac:chgData name="Mohaan Biswas" userId="c77a8266-1d41-4303-9339-eb44c05dd8a5" providerId="ADAL" clId="{1EEFAF62-2201-4664-86A3-ECB2CF6C1B28}" dt="2026-01-03T11:49:09.515" v="380" actId="571"/>
          <ac:spMkLst>
            <pc:docMk/>
            <pc:sldMk cId="0" sldId="280"/>
            <ac:spMk id="15" creationId="{894F21A3-1A3B-BF8A-2964-D34EC9876100}"/>
          </ac:spMkLst>
        </pc:spChg>
        <pc:spChg chg="add mod">
          <ac:chgData name="Mohaan Biswas" userId="c77a8266-1d41-4303-9339-eb44c05dd8a5" providerId="ADAL" clId="{1EEFAF62-2201-4664-86A3-ECB2CF6C1B28}" dt="2026-01-03T11:49:14.464" v="382" actId="14100"/>
          <ac:spMkLst>
            <pc:docMk/>
            <pc:sldMk cId="0" sldId="280"/>
            <ac:spMk id="16" creationId="{3FE80825-012C-DBCA-ACA5-149F56BA2EF0}"/>
          </ac:spMkLst>
        </pc:spChg>
        <pc:spChg chg="add mod">
          <ac:chgData name="Mohaan Biswas" userId="c77a8266-1d41-4303-9339-eb44c05dd8a5" providerId="ADAL" clId="{1EEFAF62-2201-4664-86A3-ECB2CF6C1B28}" dt="2026-01-03T11:49:16.658" v="383" actId="571"/>
          <ac:spMkLst>
            <pc:docMk/>
            <pc:sldMk cId="0" sldId="280"/>
            <ac:spMk id="17" creationId="{5AD69754-E533-4BBE-FAD2-CC414CBD7E48}"/>
          </ac:spMkLst>
        </pc:spChg>
        <pc:spChg chg="add mod">
          <ac:chgData name="Mohaan Biswas" userId="c77a8266-1d41-4303-9339-eb44c05dd8a5" providerId="ADAL" clId="{1EEFAF62-2201-4664-86A3-ECB2CF6C1B28}" dt="2026-01-03T11:49:24.825" v="386" actId="14100"/>
          <ac:spMkLst>
            <pc:docMk/>
            <pc:sldMk cId="0" sldId="280"/>
            <ac:spMk id="18" creationId="{7EAC4DF9-0E36-F29B-AC4A-501D47033425}"/>
          </ac:spMkLst>
        </pc:spChg>
        <pc:spChg chg="add mod">
          <ac:chgData name="Mohaan Biswas" userId="c77a8266-1d41-4303-9339-eb44c05dd8a5" providerId="ADAL" clId="{1EEFAF62-2201-4664-86A3-ECB2CF6C1B28}" dt="2026-01-03T11:49:51.331" v="393" actId="1076"/>
          <ac:spMkLst>
            <pc:docMk/>
            <pc:sldMk cId="0" sldId="280"/>
            <ac:spMk id="19" creationId="{14D8F8D3-206D-A205-A67D-8EDDD3733BFA}"/>
          </ac:spMkLst>
        </pc:spChg>
        <pc:spChg chg="add mod">
          <ac:chgData name="Mohaan Biswas" userId="c77a8266-1d41-4303-9339-eb44c05dd8a5" providerId="ADAL" clId="{1EEFAF62-2201-4664-86A3-ECB2CF6C1B28}" dt="2026-01-03T11:49:56.158" v="394" actId="14100"/>
          <ac:spMkLst>
            <pc:docMk/>
            <pc:sldMk cId="0" sldId="280"/>
            <ac:spMk id="20" creationId="{7A96B39E-A91F-57F7-6D2C-28EE291E7AF4}"/>
          </ac:spMkLst>
        </pc:spChg>
        <pc:spChg chg="add mod">
          <ac:chgData name="Mohaan Biswas" userId="c77a8266-1d41-4303-9339-eb44c05dd8a5" providerId="ADAL" clId="{1EEFAF62-2201-4664-86A3-ECB2CF6C1B28}" dt="2026-01-03T11:50:00.682" v="395" actId="571"/>
          <ac:spMkLst>
            <pc:docMk/>
            <pc:sldMk cId="0" sldId="280"/>
            <ac:spMk id="21" creationId="{F09BD6E5-193C-EC01-46C5-90F47C746ABE}"/>
          </ac:spMkLst>
        </pc:spChg>
        <pc:spChg chg="add mod">
          <ac:chgData name="Mohaan Biswas" userId="c77a8266-1d41-4303-9339-eb44c05dd8a5" providerId="ADAL" clId="{1EEFAF62-2201-4664-86A3-ECB2CF6C1B28}" dt="2026-01-03T11:50:02.375" v="396" actId="571"/>
          <ac:spMkLst>
            <pc:docMk/>
            <pc:sldMk cId="0" sldId="280"/>
            <ac:spMk id="22" creationId="{8588D4B3-12BF-F4A3-70DA-C30CA9A44CBA}"/>
          </ac:spMkLst>
        </pc:spChg>
        <pc:spChg chg="add mod">
          <ac:chgData name="Mohaan Biswas" userId="c77a8266-1d41-4303-9339-eb44c05dd8a5" providerId="ADAL" clId="{1EEFAF62-2201-4664-86A3-ECB2CF6C1B28}" dt="2026-01-03T11:50:05.482" v="397" actId="571"/>
          <ac:spMkLst>
            <pc:docMk/>
            <pc:sldMk cId="0" sldId="280"/>
            <ac:spMk id="23" creationId="{02B24C0A-DE99-FB48-5AC9-5B68840F9C72}"/>
          </ac:spMkLst>
        </pc:spChg>
      </pc:sldChg>
      <pc:sldChg chg="addSp modSp mod">
        <pc:chgData name="Mohaan Biswas" userId="c77a8266-1d41-4303-9339-eb44c05dd8a5" providerId="ADAL" clId="{1EEFAF62-2201-4664-86A3-ECB2CF6C1B28}" dt="2026-01-03T11:51:43.159" v="418" actId="571"/>
        <pc:sldMkLst>
          <pc:docMk/>
          <pc:sldMk cId="0" sldId="281"/>
        </pc:sldMkLst>
        <pc:spChg chg="add mod">
          <ac:chgData name="Mohaan Biswas" userId="c77a8266-1d41-4303-9339-eb44c05dd8a5" providerId="ADAL" clId="{1EEFAF62-2201-4664-86A3-ECB2CF6C1B28}" dt="2026-01-03T11:50:35.471" v="402" actId="14100"/>
          <ac:spMkLst>
            <pc:docMk/>
            <pc:sldMk cId="0" sldId="281"/>
            <ac:spMk id="7" creationId="{4AE35317-253E-1605-8A5E-92CC891C4229}"/>
          </ac:spMkLst>
        </pc:spChg>
        <pc:spChg chg="add mod">
          <ac:chgData name="Mohaan Biswas" userId="c77a8266-1d41-4303-9339-eb44c05dd8a5" providerId="ADAL" clId="{1EEFAF62-2201-4664-86A3-ECB2CF6C1B28}" dt="2026-01-03T11:50:35.471" v="402" actId="14100"/>
          <ac:spMkLst>
            <pc:docMk/>
            <pc:sldMk cId="0" sldId="281"/>
            <ac:spMk id="8" creationId="{058E159E-F3F3-9FAF-299D-FB6387CB6E80}"/>
          </ac:spMkLst>
        </pc:spChg>
        <pc:spChg chg="add mod">
          <ac:chgData name="Mohaan Biswas" userId="c77a8266-1d41-4303-9339-eb44c05dd8a5" providerId="ADAL" clId="{1EEFAF62-2201-4664-86A3-ECB2CF6C1B28}" dt="2026-01-03T11:50:40.662" v="403" actId="571"/>
          <ac:spMkLst>
            <pc:docMk/>
            <pc:sldMk cId="0" sldId="281"/>
            <ac:spMk id="9" creationId="{851400AE-B016-5ADF-2659-09E4EB024817}"/>
          </ac:spMkLst>
        </pc:spChg>
        <pc:spChg chg="add mod">
          <ac:chgData name="Mohaan Biswas" userId="c77a8266-1d41-4303-9339-eb44c05dd8a5" providerId="ADAL" clId="{1EEFAF62-2201-4664-86A3-ECB2CF6C1B28}" dt="2026-01-03T11:50:44.633" v="404" actId="571"/>
          <ac:spMkLst>
            <pc:docMk/>
            <pc:sldMk cId="0" sldId="281"/>
            <ac:spMk id="10" creationId="{81882111-F75B-BF4C-D8B7-411170AA8B45}"/>
          </ac:spMkLst>
        </pc:spChg>
        <pc:spChg chg="add mod">
          <ac:chgData name="Mohaan Biswas" userId="c77a8266-1d41-4303-9339-eb44c05dd8a5" providerId="ADAL" clId="{1EEFAF62-2201-4664-86A3-ECB2CF6C1B28}" dt="2026-01-03T11:50:51.122" v="406" actId="14100"/>
          <ac:spMkLst>
            <pc:docMk/>
            <pc:sldMk cId="0" sldId="281"/>
            <ac:spMk id="11" creationId="{EEE5DB3D-0720-4923-D621-F10AA4F9A06D}"/>
          </ac:spMkLst>
        </pc:spChg>
        <pc:spChg chg="add mod">
          <ac:chgData name="Mohaan Biswas" userId="c77a8266-1d41-4303-9339-eb44c05dd8a5" providerId="ADAL" clId="{1EEFAF62-2201-4664-86A3-ECB2CF6C1B28}" dt="2026-01-03T11:50:53.525" v="408" actId="571"/>
          <ac:spMkLst>
            <pc:docMk/>
            <pc:sldMk cId="0" sldId="281"/>
            <ac:spMk id="13" creationId="{6D7A4ACC-EDB0-E31C-86CB-457A6A9A184C}"/>
          </ac:spMkLst>
        </pc:spChg>
        <pc:spChg chg="add mod">
          <ac:chgData name="Mohaan Biswas" userId="c77a8266-1d41-4303-9339-eb44c05dd8a5" providerId="ADAL" clId="{1EEFAF62-2201-4664-86A3-ECB2CF6C1B28}" dt="2026-01-03T11:50:58.412" v="409" actId="571"/>
          <ac:spMkLst>
            <pc:docMk/>
            <pc:sldMk cId="0" sldId="281"/>
            <ac:spMk id="14" creationId="{456539F5-5C4F-21C5-C825-5D2DFB9A937E}"/>
          </ac:spMkLst>
        </pc:spChg>
        <pc:spChg chg="add mod">
          <ac:chgData name="Mohaan Biswas" userId="c77a8266-1d41-4303-9339-eb44c05dd8a5" providerId="ADAL" clId="{1EEFAF62-2201-4664-86A3-ECB2CF6C1B28}" dt="2026-01-03T11:51:10.494" v="412" actId="14100"/>
          <ac:spMkLst>
            <pc:docMk/>
            <pc:sldMk cId="0" sldId="281"/>
            <ac:spMk id="15" creationId="{BA2D6B34-8E3D-F8D2-5B30-765425C6DBAA}"/>
          </ac:spMkLst>
        </pc:spChg>
        <pc:spChg chg="add mod">
          <ac:chgData name="Mohaan Biswas" userId="c77a8266-1d41-4303-9339-eb44c05dd8a5" providerId="ADAL" clId="{1EEFAF62-2201-4664-86A3-ECB2CF6C1B28}" dt="2026-01-03T11:51:10.494" v="412" actId="14100"/>
          <ac:spMkLst>
            <pc:docMk/>
            <pc:sldMk cId="0" sldId="281"/>
            <ac:spMk id="16" creationId="{B2DF89EA-5918-A1D3-718B-E60E874CCA89}"/>
          </ac:spMkLst>
        </pc:spChg>
        <pc:spChg chg="add mod">
          <ac:chgData name="Mohaan Biswas" userId="c77a8266-1d41-4303-9339-eb44c05dd8a5" providerId="ADAL" clId="{1EEFAF62-2201-4664-86A3-ECB2CF6C1B28}" dt="2026-01-03T11:51:32.556" v="414" actId="14100"/>
          <ac:spMkLst>
            <pc:docMk/>
            <pc:sldMk cId="0" sldId="281"/>
            <ac:spMk id="17" creationId="{B161B77B-5BE2-7BB2-96C9-27F755E43D06}"/>
          </ac:spMkLst>
        </pc:spChg>
        <pc:spChg chg="add mod">
          <ac:chgData name="Mohaan Biswas" userId="c77a8266-1d41-4303-9339-eb44c05dd8a5" providerId="ADAL" clId="{1EEFAF62-2201-4664-86A3-ECB2CF6C1B28}" dt="2026-01-03T11:51:36.371" v="415" actId="571"/>
          <ac:spMkLst>
            <pc:docMk/>
            <pc:sldMk cId="0" sldId="281"/>
            <ac:spMk id="18" creationId="{0FF761D0-BF48-E03F-942B-67D50EFC36FE}"/>
          </ac:spMkLst>
        </pc:spChg>
        <pc:spChg chg="add mod">
          <ac:chgData name="Mohaan Biswas" userId="c77a8266-1d41-4303-9339-eb44c05dd8a5" providerId="ADAL" clId="{1EEFAF62-2201-4664-86A3-ECB2CF6C1B28}" dt="2026-01-03T11:51:37.988" v="416" actId="571"/>
          <ac:spMkLst>
            <pc:docMk/>
            <pc:sldMk cId="0" sldId="281"/>
            <ac:spMk id="19" creationId="{2AC32C53-C147-B091-80F3-939D673B23DC}"/>
          </ac:spMkLst>
        </pc:spChg>
        <pc:spChg chg="add mod">
          <ac:chgData name="Mohaan Biswas" userId="c77a8266-1d41-4303-9339-eb44c05dd8a5" providerId="ADAL" clId="{1EEFAF62-2201-4664-86A3-ECB2CF6C1B28}" dt="2026-01-03T11:51:40.777" v="417" actId="571"/>
          <ac:spMkLst>
            <pc:docMk/>
            <pc:sldMk cId="0" sldId="281"/>
            <ac:spMk id="20" creationId="{8C849F98-D057-0C80-CF20-2659D7C052DD}"/>
          </ac:spMkLst>
        </pc:spChg>
        <pc:spChg chg="add mod">
          <ac:chgData name="Mohaan Biswas" userId="c77a8266-1d41-4303-9339-eb44c05dd8a5" providerId="ADAL" clId="{1EEFAF62-2201-4664-86A3-ECB2CF6C1B28}" dt="2026-01-03T11:51:43.159" v="418" actId="571"/>
          <ac:spMkLst>
            <pc:docMk/>
            <pc:sldMk cId="0" sldId="281"/>
            <ac:spMk id="21" creationId="{2B4E0622-622C-6999-A87F-A8CDC62E2D1B}"/>
          </ac:spMkLst>
        </pc:spChg>
        <pc:graphicFrameChg chg="add mod">
          <ac:chgData name="Mohaan Biswas" userId="c77a8266-1d41-4303-9339-eb44c05dd8a5" providerId="ADAL" clId="{1EEFAF62-2201-4664-86A3-ECB2CF6C1B28}" dt="2026-01-03T11:50:53.525" v="408" actId="571"/>
          <ac:graphicFrameMkLst>
            <pc:docMk/>
            <pc:sldMk cId="0" sldId="281"/>
            <ac:graphicFrameMk id="12" creationId="{47401445-05AE-CFB8-3348-69918950883E}"/>
          </ac:graphicFrameMkLst>
        </pc:graphicFrameChg>
      </pc:sldChg>
      <pc:sldChg chg="addSp modSp mod">
        <pc:chgData name="Mohaan Biswas" userId="c77a8266-1d41-4303-9339-eb44c05dd8a5" providerId="ADAL" clId="{1EEFAF62-2201-4664-86A3-ECB2CF6C1B28}" dt="2026-01-03T11:52:07.909" v="426" actId="571"/>
        <pc:sldMkLst>
          <pc:docMk/>
          <pc:sldMk cId="0" sldId="284"/>
        </pc:sldMkLst>
        <pc:spChg chg="add mod">
          <ac:chgData name="Mohaan Biswas" userId="c77a8266-1d41-4303-9339-eb44c05dd8a5" providerId="ADAL" clId="{1EEFAF62-2201-4664-86A3-ECB2CF6C1B28}" dt="2026-01-03T11:51:53.777" v="421" actId="14100"/>
          <ac:spMkLst>
            <pc:docMk/>
            <pc:sldMk cId="0" sldId="284"/>
            <ac:spMk id="10" creationId="{7D16E859-4C31-ECE2-CC09-B2558F827319}"/>
          </ac:spMkLst>
        </pc:spChg>
        <pc:spChg chg="add mod">
          <ac:chgData name="Mohaan Biswas" userId="c77a8266-1d41-4303-9339-eb44c05dd8a5" providerId="ADAL" clId="{1EEFAF62-2201-4664-86A3-ECB2CF6C1B28}" dt="2026-01-03T11:51:56.372" v="422" actId="571"/>
          <ac:spMkLst>
            <pc:docMk/>
            <pc:sldMk cId="0" sldId="284"/>
            <ac:spMk id="11" creationId="{48F0A638-9019-A9BC-C1E0-7D56263B9310}"/>
          </ac:spMkLst>
        </pc:spChg>
        <pc:spChg chg="add mod">
          <ac:chgData name="Mohaan Biswas" userId="c77a8266-1d41-4303-9339-eb44c05dd8a5" providerId="ADAL" clId="{1EEFAF62-2201-4664-86A3-ECB2CF6C1B28}" dt="2026-01-03T11:51:58.799" v="423" actId="571"/>
          <ac:spMkLst>
            <pc:docMk/>
            <pc:sldMk cId="0" sldId="284"/>
            <ac:spMk id="12" creationId="{680C3820-2C65-F125-9B14-6A7C800FA85A}"/>
          </ac:spMkLst>
        </pc:spChg>
        <pc:spChg chg="add mod">
          <ac:chgData name="Mohaan Biswas" userId="c77a8266-1d41-4303-9339-eb44c05dd8a5" providerId="ADAL" clId="{1EEFAF62-2201-4664-86A3-ECB2CF6C1B28}" dt="2026-01-03T11:52:02.358" v="424" actId="571"/>
          <ac:spMkLst>
            <pc:docMk/>
            <pc:sldMk cId="0" sldId="284"/>
            <ac:spMk id="13" creationId="{E85BCF0E-0093-D958-C6C7-761F7C94F541}"/>
          </ac:spMkLst>
        </pc:spChg>
        <pc:spChg chg="add mod">
          <ac:chgData name="Mohaan Biswas" userId="c77a8266-1d41-4303-9339-eb44c05dd8a5" providerId="ADAL" clId="{1EEFAF62-2201-4664-86A3-ECB2CF6C1B28}" dt="2026-01-03T11:52:05.723" v="425" actId="571"/>
          <ac:spMkLst>
            <pc:docMk/>
            <pc:sldMk cId="0" sldId="284"/>
            <ac:spMk id="14" creationId="{73EF241A-4104-4516-3827-50C4CDD0AEF8}"/>
          </ac:spMkLst>
        </pc:spChg>
        <pc:spChg chg="add mod">
          <ac:chgData name="Mohaan Biswas" userId="c77a8266-1d41-4303-9339-eb44c05dd8a5" providerId="ADAL" clId="{1EEFAF62-2201-4664-86A3-ECB2CF6C1B28}" dt="2026-01-03T11:52:07.909" v="426" actId="571"/>
          <ac:spMkLst>
            <pc:docMk/>
            <pc:sldMk cId="0" sldId="284"/>
            <ac:spMk id="15" creationId="{AAC72FFD-96BD-4A9E-DD16-590BDD36915D}"/>
          </ac:spMkLst>
        </pc:spChg>
      </pc:sldChg>
      <pc:sldChg chg="addSp modSp mod">
        <pc:chgData name="Mohaan Biswas" userId="c77a8266-1d41-4303-9339-eb44c05dd8a5" providerId="ADAL" clId="{1EEFAF62-2201-4664-86A3-ECB2CF6C1B28}" dt="2026-01-03T11:52:56.704" v="442" actId="1076"/>
        <pc:sldMkLst>
          <pc:docMk/>
          <pc:sldMk cId="0" sldId="285"/>
        </pc:sldMkLst>
        <pc:spChg chg="add mod">
          <ac:chgData name="Mohaan Biswas" userId="c77a8266-1d41-4303-9339-eb44c05dd8a5" providerId="ADAL" clId="{1EEFAF62-2201-4664-86A3-ECB2CF6C1B28}" dt="2026-01-03T11:52:17.836" v="429" actId="14100"/>
          <ac:spMkLst>
            <pc:docMk/>
            <pc:sldMk cId="0" sldId="285"/>
            <ac:spMk id="14" creationId="{98BC93A7-4346-21B5-B3EA-05F77041119B}"/>
          </ac:spMkLst>
        </pc:spChg>
        <pc:spChg chg="add mod">
          <ac:chgData name="Mohaan Biswas" userId="c77a8266-1d41-4303-9339-eb44c05dd8a5" providerId="ADAL" clId="{1EEFAF62-2201-4664-86A3-ECB2CF6C1B28}" dt="2026-01-03T11:52:28.829" v="433" actId="14100"/>
          <ac:spMkLst>
            <pc:docMk/>
            <pc:sldMk cId="0" sldId="285"/>
            <ac:spMk id="15" creationId="{89DE30A1-3A2E-340A-659F-B42448A50FDE}"/>
          </ac:spMkLst>
        </pc:spChg>
        <pc:spChg chg="add mod">
          <ac:chgData name="Mohaan Biswas" userId="c77a8266-1d41-4303-9339-eb44c05dd8a5" providerId="ADAL" clId="{1EEFAF62-2201-4664-86A3-ECB2CF6C1B28}" dt="2026-01-03T11:52:33.363" v="434" actId="571"/>
          <ac:spMkLst>
            <pc:docMk/>
            <pc:sldMk cId="0" sldId="285"/>
            <ac:spMk id="16" creationId="{20D53367-DF3C-5B9F-D951-CE193B926DAC}"/>
          </ac:spMkLst>
        </pc:spChg>
        <pc:spChg chg="add mod">
          <ac:chgData name="Mohaan Biswas" userId="c77a8266-1d41-4303-9339-eb44c05dd8a5" providerId="ADAL" clId="{1EEFAF62-2201-4664-86A3-ECB2CF6C1B28}" dt="2026-01-03T11:52:36.350" v="435" actId="571"/>
          <ac:spMkLst>
            <pc:docMk/>
            <pc:sldMk cId="0" sldId="285"/>
            <ac:spMk id="17" creationId="{3386326A-8F40-DBCE-68C2-3ADD90FE46E6}"/>
          </ac:spMkLst>
        </pc:spChg>
        <pc:spChg chg="add mod">
          <ac:chgData name="Mohaan Biswas" userId="c77a8266-1d41-4303-9339-eb44c05dd8a5" providerId="ADAL" clId="{1EEFAF62-2201-4664-86A3-ECB2CF6C1B28}" dt="2026-01-03T11:52:39.280" v="436" actId="571"/>
          <ac:spMkLst>
            <pc:docMk/>
            <pc:sldMk cId="0" sldId="285"/>
            <ac:spMk id="18" creationId="{03C5EF7F-B467-4C8B-377C-527630CDCE85}"/>
          </ac:spMkLst>
        </pc:spChg>
        <pc:spChg chg="add mod">
          <ac:chgData name="Mohaan Biswas" userId="c77a8266-1d41-4303-9339-eb44c05dd8a5" providerId="ADAL" clId="{1EEFAF62-2201-4664-86A3-ECB2CF6C1B28}" dt="2026-01-03T11:52:41.349" v="437" actId="571"/>
          <ac:spMkLst>
            <pc:docMk/>
            <pc:sldMk cId="0" sldId="285"/>
            <ac:spMk id="19" creationId="{E50D233E-DC79-72D0-077F-627BAB2EEE78}"/>
          </ac:spMkLst>
        </pc:spChg>
        <pc:spChg chg="add mod">
          <ac:chgData name="Mohaan Biswas" userId="c77a8266-1d41-4303-9339-eb44c05dd8a5" providerId="ADAL" clId="{1EEFAF62-2201-4664-86A3-ECB2CF6C1B28}" dt="2026-01-03T11:52:45.531" v="438" actId="571"/>
          <ac:spMkLst>
            <pc:docMk/>
            <pc:sldMk cId="0" sldId="285"/>
            <ac:spMk id="20" creationId="{CF6F216E-8E83-BDAB-B6D1-7562021A016B}"/>
          </ac:spMkLst>
        </pc:spChg>
        <pc:spChg chg="add mod">
          <ac:chgData name="Mohaan Biswas" userId="c77a8266-1d41-4303-9339-eb44c05dd8a5" providerId="ADAL" clId="{1EEFAF62-2201-4664-86A3-ECB2CF6C1B28}" dt="2026-01-03T11:52:51.356" v="440" actId="14100"/>
          <ac:spMkLst>
            <pc:docMk/>
            <pc:sldMk cId="0" sldId="285"/>
            <ac:spMk id="21" creationId="{5545C0D4-5DB9-22BE-4326-66502C82615C}"/>
          </ac:spMkLst>
        </pc:spChg>
        <pc:spChg chg="add mod">
          <ac:chgData name="Mohaan Biswas" userId="c77a8266-1d41-4303-9339-eb44c05dd8a5" providerId="ADAL" clId="{1EEFAF62-2201-4664-86A3-ECB2CF6C1B28}" dt="2026-01-03T11:52:56.704" v="442" actId="1076"/>
          <ac:spMkLst>
            <pc:docMk/>
            <pc:sldMk cId="0" sldId="285"/>
            <ac:spMk id="22" creationId="{858EAE67-C446-8389-B7C1-4442500BF2EC}"/>
          </ac:spMkLst>
        </pc:spChg>
      </pc:sldChg>
      <pc:sldChg chg="addSp modSp mod">
        <pc:chgData name="Mohaan Biswas" userId="c77a8266-1d41-4303-9339-eb44c05dd8a5" providerId="ADAL" clId="{1EEFAF62-2201-4664-86A3-ECB2CF6C1B28}" dt="2026-01-03T11:53:42.889" v="451" actId="14100"/>
        <pc:sldMkLst>
          <pc:docMk/>
          <pc:sldMk cId="0" sldId="286"/>
        </pc:sldMkLst>
        <pc:spChg chg="add mod">
          <ac:chgData name="Mohaan Biswas" userId="c77a8266-1d41-4303-9339-eb44c05dd8a5" providerId="ADAL" clId="{1EEFAF62-2201-4664-86A3-ECB2CF6C1B28}" dt="2026-01-03T11:53:08.283" v="445" actId="14100"/>
          <ac:spMkLst>
            <pc:docMk/>
            <pc:sldMk cId="0" sldId="286"/>
            <ac:spMk id="8" creationId="{A2CE0936-14FC-6DFF-88EB-FBB5867FB55F}"/>
          </ac:spMkLst>
        </pc:spChg>
        <pc:spChg chg="add mod">
          <ac:chgData name="Mohaan Biswas" userId="c77a8266-1d41-4303-9339-eb44c05dd8a5" providerId="ADAL" clId="{1EEFAF62-2201-4664-86A3-ECB2CF6C1B28}" dt="2026-01-03T11:53:11.165" v="446" actId="571"/>
          <ac:spMkLst>
            <pc:docMk/>
            <pc:sldMk cId="0" sldId="286"/>
            <ac:spMk id="9" creationId="{D486229E-9C3E-5167-97B3-6BD1A928EB57}"/>
          </ac:spMkLst>
        </pc:spChg>
        <pc:spChg chg="add mod">
          <ac:chgData name="Mohaan Biswas" userId="c77a8266-1d41-4303-9339-eb44c05dd8a5" providerId="ADAL" clId="{1EEFAF62-2201-4664-86A3-ECB2CF6C1B28}" dt="2026-01-03T11:53:14.655" v="447" actId="571"/>
          <ac:spMkLst>
            <pc:docMk/>
            <pc:sldMk cId="0" sldId="286"/>
            <ac:spMk id="10" creationId="{189F34F9-0ABF-4856-EF97-B2A207038FB1}"/>
          </ac:spMkLst>
        </pc:spChg>
        <pc:spChg chg="add mod">
          <ac:chgData name="Mohaan Biswas" userId="c77a8266-1d41-4303-9339-eb44c05dd8a5" providerId="ADAL" clId="{1EEFAF62-2201-4664-86A3-ECB2CF6C1B28}" dt="2026-01-03T11:53:42.889" v="451" actId="14100"/>
          <ac:spMkLst>
            <pc:docMk/>
            <pc:sldMk cId="0" sldId="286"/>
            <ac:spMk id="11" creationId="{09AB908B-8654-0DDA-1677-14FC89FA51DC}"/>
          </ac:spMkLst>
        </pc:spChg>
      </pc:sldChg>
      <pc:sldChg chg="addSp modSp mod">
        <pc:chgData name="Mohaan Biswas" userId="c77a8266-1d41-4303-9339-eb44c05dd8a5" providerId="ADAL" clId="{1EEFAF62-2201-4664-86A3-ECB2CF6C1B28}" dt="2026-01-03T11:54:05.261" v="457" actId="14100"/>
        <pc:sldMkLst>
          <pc:docMk/>
          <pc:sldMk cId="0" sldId="287"/>
        </pc:sldMkLst>
        <pc:spChg chg="add mod">
          <ac:chgData name="Mohaan Biswas" userId="c77a8266-1d41-4303-9339-eb44c05dd8a5" providerId="ADAL" clId="{1EEFAF62-2201-4664-86A3-ECB2CF6C1B28}" dt="2026-01-03T11:53:55.085" v="454" actId="14100"/>
          <ac:spMkLst>
            <pc:docMk/>
            <pc:sldMk cId="0" sldId="287"/>
            <ac:spMk id="13" creationId="{D5F77FE0-42B5-E45E-D63E-C36E7114D96C}"/>
          </ac:spMkLst>
        </pc:spChg>
        <pc:spChg chg="add mod">
          <ac:chgData name="Mohaan Biswas" userId="c77a8266-1d41-4303-9339-eb44c05dd8a5" providerId="ADAL" clId="{1EEFAF62-2201-4664-86A3-ECB2CF6C1B28}" dt="2026-01-03T11:54:05.261" v="457" actId="14100"/>
          <ac:spMkLst>
            <pc:docMk/>
            <pc:sldMk cId="0" sldId="287"/>
            <ac:spMk id="14" creationId="{3DA602F5-0943-B68C-6C84-DEFE4EFCEDA3}"/>
          </ac:spMkLst>
        </pc:spChg>
      </pc:sldChg>
      <pc:sldChg chg="addSp modSp mod">
        <pc:chgData name="Mohaan Biswas" userId="c77a8266-1d41-4303-9339-eb44c05dd8a5" providerId="ADAL" clId="{1EEFAF62-2201-4664-86A3-ECB2CF6C1B28}" dt="2026-01-03T11:54:37.562" v="464" actId="571"/>
        <pc:sldMkLst>
          <pc:docMk/>
          <pc:sldMk cId="0" sldId="288"/>
        </pc:sldMkLst>
        <pc:spChg chg="add mod">
          <ac:chgData name="Mohaan Biswas" userId="c77a8266-1d41-4303-9339-eb44c05dd8a5" providerId="ADAL" clId="{1EEFAF62-2201-4664-86A3-ECB2CF6C1B28}" dt="2026-01-03T11:54:26.356" v="462" actId="1076"/>
          <ac:spMkLst>
            <pc:docMk/>
            <pc:sldMk cId="0" sldId="288"/>
            <ac:spMk id="8" creationId="{FCAE06CF-EFBD-98EF-B990-A84643DD76DD}"/>
          </ac:spMkLst>
        </pc:spChg>
        <pc:spChg chg="add mod">
          <ac:chgData name="Mohaan Biswas" userId="c77a8266-1d41-4303-9339-eb44c05dd8a5" providerId="ADAL" clId="{1EEFAF62-2201-4664-86A3-ECB2CF6C1B28}" dt="2026-01-03T11:54:26.356" v="462" actId="1076"/>
          <ac:spMkLst>
            <pc:docMk/>
            <pc:sldMk cId="0" sldId="288"/>
            <ac:spMk id="9" creationId="{17FA50C2-A021-EDE7-0E8C-F8E6AB3FB558}"/>
          </ac:spMkLst>
        </pc:spChg>
        <pc:spChg chg="add mod">
          <ac:chgData name="Mohaan Biswas" userId="c77a8266-1d41-4303-9339-eb44c05dd8a5" providerId="ADAL" clId="{1EEFAF62-2201-4664-86A3-ECB2CF6C1B28}" dt="2026-01-03T11:54:32.218" v="463" actId="571"/>
          <ac:spMkLst>
            <pc:docMk/>
            <pc:sldMk cId="0" sldId="288"/>
            <ac:spMk id="10" creationId="{B121AB1B-0ED3-6BED-8C4B-1A54D29D0148}"/>
          </ac:spMkLst>
        </pc:spChg>
        <pc:spChg chg="add mod">
          <ac:chgData name="Mohaan Biswas" userId="c77a8266-1d41-4303-9339-eb44c05dd8a5" providerId="ADAL" clId="{1EEFAF62-2201-4664-86A3-ECB2CF6C1B28}" dt="2026-01-03T11:54:32.218" v="463" actId="571"/>
          <ac:spMkLst>
            <pc:docMk/>
            <pc:sldMk cId="0" sldId="288"/>
            <ac:spMk id="11" creationId="{6B240139-37CB-7F70-D8FA-29A453BB47E3}"/>
          </ac:spMkLst>
        </pc:spChg>
        <pc:spChg chg="add mod">
          <ac:chgData name="Mohaan Biswas" userId="c77a8266-1d41-4303-9339-eb44c05dd8a5" providerId="ADAL" clId="{1EEFAF62-2201-4664-86A3-ECB2CF6C1B28}" dt="2026-01-03T11:54:37.562" v="464" actId="571"/>
          <ac:spMkLst>
            <pc:docMk/>
            <pc:sldMk cId="0" sldId="288"/>
            <ac:spMk id="12" creationId="{B7FF79D1-D924-2118-D262-2B0717A4128E}"/>
          </ac:spMkLst>
        </pc:spChg>
        <pc:spChg chg="add mod">
          <ac:chgData name="Mohaan Biswas" userId="c77a8266-1d41-4303-9339-eb44c05dd8a5" providerId="ADAL" clId="{1EEFAF62-2201-4664-86A3-ECB2CF6C1B28}" dt="2026-01-03T11:54:37.562" v="464" actId="571"/>
          <ac:spMkLst>
            <pc:docMk/>
            <pc:sldMk cId="0" sldId="288"/>
            <ac:spMk id="13" creationId="{801E50E9-84B8-18AD-9671-78577D1DB85D}"/>
          </ac:spMkLst>
        </pc:spChg>
      </pc:sldChg>
      <pc:sldChg chg="addSp modSp mod">
        <pc:chgData name="Mohaan Biswas" userId="c77a8266-1d41-4303-9339-eb44c05dd8a5" providerId="ADAL" clId="{1EEFAF62-2201-4664-86A3-ECB2CF6C1B28}" dt="2026-01-03T11:55:06.693" v="475" actId="1076"/>
        <pc:sldMkLst>
          <pc:docMk/>
          <pc:sldMk cId="0" sldId="289"/>
        </pc:sldMkLst>
        <pc:spChg chg="add mod">
          <ac:chgData name="Mohaan Biswas" userId="c77a8266-1d41-4303-9339-eb44c05dd8a5" providerId="ADAL" clId="{1EEFAF62-2201-4664-86A3-ECB2CF6C1B28}" dt="2026-01-03T11:54:45.354" v="467" actId="14100"/>
          <ac:spMkLst>
            <pc:docMk/>
            <pc:sldMk cId="0" sldId="289"/>
            <ac:spMk id="11" creationId="{3591067E-44B3-366E-4391-DD328DE10869}"/>
          </ac:spMkLst>
        </pc:spChg>
        <pc:spChg chg="add mod">
          <ac:chgData name="Mohaan Biswas" userId="c77a8266-1d41-4303-9339-eb44c05dd8a5" providerId="ADAL" clId="{1EEFAF62-2201-4664-86A3-ECB2CF6C1B28}" dt="2026-01-03T11:54:47.719" v="468" actId="571"/>
          <ac:spMkLst>
            <pc:docMk/>
            <pc:sldMk cId="0" sldId="289"/>
            <ac:spMk id="12" creationId="{D51F6216-E696-63D1-3175-890D28385F7A}"/>
          </ac:spMkLst>
        </pc:spChg>
        <pc:spChg chg="add mod">
          <ac:chgData name="Mohaan Biswas" userId="c77a8266-1d41-4303-9339-eb44c05dd8a5" providerId="ADAL" clId="{1EEFAF62-2201-4664-86A3-ECB2CF6C1B28}" dt="2026-01-03T11:54:50.960" v="469" actId="571"/>
          <ac:spMkLst>
            <pc:docMk/>
            <pc:sldMk cId="0" sldId="289"/>
            <ac:spMk id="13" creationId="{103B0D4A-A287-71F2-73A6-8A419819FF12}"/>
          </ac:spMkLst>
        </pc:spChg>
        <pc:spChg chg="add mod">
          <ac:chgData name="Mohaan Biswas" userId="c77a8266-1d41-4303-9339-eb44c05dd8a5" providerId="ADAL" clId="{1EEFAF62-2201-4664-86A3-ECB2CF6C1B28}" dt="2026-01-03T11:54:56.017" v="471" actId="1076"/>
          <ac:spMkLst>
            <pc:docMk/>
            <pc:sldMk cId="0" sldId="289"/>
            <ac:spMk id="14" creationId="{C314471F-FE85-5998-436F-B4840751B968}"/>
          </ac:spMkLst>
        </pc:spChg>
        <pc:spChg chg="add mod">
          <ac:chgData name="Mohaan Biswas" userId="c77a8266-1d41-4303-9339-eb44c05dd8a5" providerId="ADAL" clId="{1EEFAF62-2201-4664-86A3-ECB2CF6C1B28}" dt="2026-01-03T11:55:02.824" v="473" actId="1076"/>
          <ac:spMkLst>
            <pc:docMk/>
            <pc:sldMk cId="0" sldId="289"/>
            <ac:spMk id="15" creationId="{1B7F3090-DB46-547D-85DD-BEC81D238A3E}"/>
          </ac:spMkLst>
        </pc:spChg>
        <pc:spChg chg="add mod">
          <ac:chgData name="Mohaan Biswas" userId="c77a8266-1d41-4303-9339-eb44c05dd8a5" providerId="ADAL" clId="{1EEFAF62-2201-4664-86A3-ECB2CF6C1B28}" dt="2026-01-03T11:55:06.693" v="475" actId="1076"/>
          <ac:spMkLst>
            <pc:docMk/>
            <pc:sldMk cId="0" sldId="289"/>
            <ac:spMk id="16" creationId="{B5CF2309-2667-7BF4-9543-AA4688DC2D45}"/>
          </ac:spMkLst>
        </pc:spChg>
      </pc:sldChg>
      <pc:sldChg chg="addSp modSp mod">
        <pc:chgData name="Mohaan Biswas" userId="c77a8266-1d41-4303-9339-eb44c05dd8a5" providerId="ADAL" clId="{1EEFAF62-2201-4664-86A3-ECB2CF6C1B28}" dt="2026-01-03T11:56:43.134" v="500" actId="14100"/>
        <pc:sldMkLst>
          <pc:docMk/>
          <pc:sldMk cId="0" sldId="290"/>
        </pc:sldMkLst>
        <pc:spChg chg="add mod">
          <ac:chgData name="Mohaan Biswas" userId="c77a8266-1d41-4303-9339-eb44c05dd8a5" providerId="ADAL" clId="{1EEFAF62-2201-4664-86A3-ECB2CF6C1B28}" dt="2026-01-03T11:55:46.401" v="478" actId="14100"/>
          <ac:spMkLst>
            <pc:docMk/>
            <pc:sldMk cId="0" sldId="290"/>
            <ac:spMk id="8" creationId="{1F4F1159-DB6D-FCF9-5569-FA6F862806B5}"/>
          </ac:spMkLst>
        </pc:spChg>
        <pc:spChg chg="add mod">
          <ac:chgData name="Mohaan Biswas" userId="c77a8266-1d41-4303-9339-eb44c05dd8a5" providerId="ADAL" clId="{1EEFAF62-2201-4664-86A3-ECB2CF6C1B28}" dt="2026-01-03T11:55:48.320" v="479" actId="571"/>
          <ac:spMkLst>
            <pc:docMk/>
            <pc:sldMk cId="0" sldId="290"/>
            <ac:spMk id="9" creationId="{A49CA354-1C9F-63B8-D581-19D58700D487}"/>
          </ac:spMkLst>
        </pc:spChg>
        <pc:spChg chg="add mod">
          <ac:chgData name="Mohaan Biswas" userId="c77a8266-1d41-4303-9339-eb44c05dd8a5" providerId="ADAL" clId="{1EEFAF62-2201-4664-86A3-ECB2CF6C1B28}" dt="2026-01-03T11:55:50.303" v="480" actId="571"/>
          <ac:spMkLst>
            <pc:docMk/>
            <pc:sldMk cId="0" sldId="290"/>
            <ac:spMk id="10" creationId="{1D8579FC-C7A4-2C5B-94F1-717247AB57D1}"/>
          </ac:spMkLst>
        </pc:spChg>
        <pc:spChg chg="add mod">
          <ac:chgData name="Mohaan Biswas" userId="c77a8266-1d41-4303-9339-eb44c05dd8a5" providerId="ADAL" clId="{1EEFAF62-2201-4664-86A3-ECB2CF6C1B28}" dt="2026-01-03T11:55:52.219" v="481" actId="571"/>
          <ac:spMkLst>
            <pc:docMk/>
            <pc:sldMk cId="0" sldId="290"/>
            <ac:spMk id="11" creationId="{4E8FB59B-8B07-7E3A-E72E-DCD95EB1E5E4}"/>
          </ac:spMkLst>
        </pc:spChg>
        <pc:spChg chg="add mod">
          <ac:chgData name="Mohaan Biswas" userId="c77a8266-1d41-4303-9339-eb44c05dd8a5" providerId="ADAL" clId="{1EEFAF62-2201-4664-86A3-ECB2CF6C1B28}" dt="2026-01-03T11:56:00.161" v="484" actId="14100"/>
          <ac:spMkLst>
            <pc:docMk/>
            <pc:sldMk cId="0" sldId="290"/>
            <ac:spMk id="12" creationId="{938232C4-FB3B-CBEC-E341-EF732F3A4946}"/>
          </ac:spMkLst>
        </pc:spChg>
        <pc:spChg chg="add mod">
          <ac:chgData name="Mohaan Biswas" userId="c77a8266-1d41-4303-9339-eb44c05dd8a5" providerId="ADAL" clId="{1EEFAF62-2201-4664-86A3-ECB2CF6C1B28}" dt="2026-01-03T11:56:07.083" v="487" actId="14100"/>
          <ac:spMkLst>
            <pc:docMk/>
            <pc:sldMk cId="0" sldId="290"/>
            <ac:spMk id="13" creationId="{FF78BF12-EB4A-49C3-BFD6-341D9AAF2717}"/>
          </ac:spMkLst>
        </pc:spChg>
        <pc:spChg chg="add mod">
          <ac:chgData name="Mohaan Biswas" userId="c77a8266-1d41-4303-9339-eb44c05dd8a5" providerId="ADAL" clId="{1EEFAF62-2201-4664-86A3-ECB2CF6C1B28}" dt="2026-01-03T11:56:14.807" v="490" actId="14100"/>
          <ac:spMkLst>
            <pc:docMk/>
            <pc:sldMk cId="0" sldId="290"/>
            <ac:spMk id="14" creationId="{38626F5E-9E3F-CF62-52B3-28B7A1BE496A}"/>
          </ac:spMkLst>
        </pc:spChg>
        <pc:spChg chg="add mod">
          <ac:chgData name="Mohaan Biswas" userId="c77a8266-1d41-4303-9339-eb44c05dd8a5" providerId="ADAL" clId="{1EEFAF62-2201-4664-86A3-ECB2CF6C1B28}" dt="2026-01-03T11:56:21.398" v="493" actId="14100"/>
          <ac:spMkLst>
            <pc:docMk/>
            <pc:sldMk cId="0" sldId="290"/>
            <ac:spMk id="15" creationId="{5C26FF2C-6FEE-60B7-56D9-B07A42044DFD}"/>
          </ac:spMkLst>
        </pc:spChg>
        <pc:spChg chg="add mod">
          <ac:chgData name="Mohaan Biswas" userId="c77a8266-1d41-4303-9339-eb44c05dd8a5" providerId="ADAL" clId="{1EEFAF62-2201-4664-86A3-ECB2CF6C1B28}" dt="2026-01-03T11:56:30.169" v="496" actId="14100"/>
          <ac:spMkLst>
            <pc:docMk/>
            <pc:sldMk cId="0" sldId="290"/>
            <ac:spMk id="16" creationId="{626AAC8B-81F7-0489-9260-F67B9CB509CE}"/>
          </ac:spMkLst>
        </pc:spChg>
        <pc:spChg chg="add mod">
          <ac:chgData name="Mohaan Biswas" userId="c77a8266-1d41-4303-9339-eb44c05dd8a5" providerId="ADAL" clId="{1EEFAF62-2201-4664-86A3-ECB2CF6C1B28}" dt="2026-01-03T11:56:33.083" v="497" actId="571"/>
          <ac:spMkLst>
            <pc:docMk/>
            <pc:sldMk cId="0" sldId="290"/>
            <ac:spMk id="17" creationId="{99B4F6D9-3D8E-3FBA-F0F5-E6A834A42AB3}"/>
          </ac:spMkLst>
        </pc:spChg>
        <pc:spChg chg="add mod">
          <ac:chgData name="Mohaan Biswas" userId="c77a8266-1d41-4303-9339-eb44c05dd8a5" providerId="ADAL" clId="{1EEFAF62-2201-4664-86A3-ECB2CF6C1B28}" dt="2026-01-03T11:56:34.355" v="498" actId="571"/>
          <ac:spMkLst>
            <pc:docMk/>
            <pc:sldMk cId="0" sldId="290"/>
            <ac:spMk id="18" creationId="{FE9901EE-9EC8-FC62-49A2-26174A46AE75}"/>
          </ac:spMkLst>
        </pc:spChg>
        <pc:spChg chg="add mod">
          <ac:chgData name="Mohaan Biswas" userId="c77a8266-1d41-4303-9339-eb44c05dd8a5" providerId="ADAL" clId="{1EEFAF62-2201-4664-86A3-ECB2CF6C1B28}" dt="2026-01-03T11:56:43.134" v="500" actId="14100"/>
          <ac:spMkLst>
            <pc:docMk/>
            <pc:sldMk cId="0" sldId="290"/>
            <ac:spMk id="19" creationId="{6B0D2695-FDDA-A2CB-CDB2-0141715453C7}"/>
          </ac:spMkLst>
        </pc:spChg>
        <pc:spChg chg="add mod">
          <ac:chgData name="Mohaan Biswas" userId="c77a8266-1d41-4303-9339-eb44c05dd8a5" providerId="ADAL" clId="{1EEFAF62-2201-4664-86A3-ECB2CF6C1B28}" dt="2026-01-03T11:56:43.134" v="500" actId="14100"/>
          <ac:spMkLst>
            <pc:docMk/>
            <pc:sldMk cId="0" sldId="290"/>
            <ac:spMk id="20" creationId="{32BD3C6D-329F-95A3-ABC7-5D1FCCFCD608}"/>
          </ac:spMkLst>
        </pc:spChg>
        <pc:spChg chg="add mod">
          <ac:chgData name="Mohaan Biswas" userId="c77a8266-1d41-4303-9339-eb44c05dd8a5" providerId="ADAL" clId="{1EEFAF62-2201-4664-86A3-ECB2CF6C1B28}" dt="2026-01-03T11:56:43.134" v="500" actId="14100"/>
          <ac:spMkLst>
            <pc:docMk/>
            <pc:sldMk cId="0" sldId="290"/>
            <ac:spMk id="21" creationId="{E2D8ACA2-4A1B-C204-49E6-C625BD60FCA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14350" y="3070860"/>
            <a:ext cx="5829300" cy="20802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028700" y="5547360"/>
            <a:ext cx="4800600" cy="2476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60" dirty="0"/>
              <a:t>©</a:t>
            </a:r>
            <a:r>
              <a:rPr spc="-20" dirty="0"/>
              <a:t> </a:t>
            </a:r>
            <a:r>
              <a:rPr spc="65" dirty="0"/>
              <a:t>ETC</a:t>
            </a:r>
            <a:r>
              <a:rPr spc="-45" dirty="0"/>
              <a:t> </a:t>
            </a:r>
            <a:r>
              <a:rPr spc="65" dirty="0"/>
              <a:t>AWARDS</a:t>
            </a:r>
            <a:r>
              <a:rPr spc="-45" dirty="0"/>
              <a:t> </a:t>
            </a:r>
            <a:r>
              <a:rPr spc="120" dirty="0"/>
              <a:t>LTD</a:t>
            </a:r>
            <a:r>
              <a:rPr spc="-35" dirty="0"/>
              <a:t> </a:t>
            </a:r>
            <a:r>
              <a:rPr spc="35" dirty="0"/>
              <a:t>2024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60" dirty="0"/>
              <a:t>©</a:t>
            </a:r>
            <a:r>
              <a:rPr spc="-20" dirty="0"/>
              <a:t> </a:t>
            </a:r>
            <a:r>
              <a:rPr spc="65" dirty="0"/>
              <a:t>ETC</a:t>
            </a:r>
            <a:r>
              <a:rPr spc="-45" dirty="0"/>
              <a:t> </a:t>
            </a:r>
            <a:r>
              <a:rPr spc="65" dirty="0"/>
              <a:t>AWARDS</a:t>
            </a:r>
            <a:r>
              <a:rPr spc="-45" dirty="0"/>
              <a:t> </a:t>
            </a:r>
            <a:r>
              <a:rPr spc="120" dirty="0"/>
              <a:t>LTD</a:t>
            </a:r>
            <a:r>
              <a:rPr spc="-35" dirty="0"/>
              <a:t> </a:t>
            </a:r>
            <a:r>
              <a:rPr spc="35" dirty="0"/>
              <a:t>2024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42900" y="2278380"/>
            <a:ext cx="2983230" cy="6537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531870" y="2278380"/>
            <a:ext cx="2983230" cy="6537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60" dirty="0"/>
              <a:t>©</a:t>
            </a:r>
            <a:r>
              <a:rPr spc="-20" dirty="0"/>
              <a:t> </a:t>
            </a:r>
            <a:r>
              <a:rPr spc="65" dirty="0"/>
              <a:t>ETC</a:t>
            </a:r>
            <a:r>
              <a:rPr spc="-45" dirty="0"/>
              <a:t> </a:t>
            </a:r>
            <a:r>
              <a:rPr spc="65" dirty="0"/>
              <a:t>AWARDS</a:t>
            </a:r>
            <a:r>
              <a:rPr spc="-45" dirty="0"/>
              <a:t> </a:t>
            </a:r>
            <a:r>
              <a:rPr spc="120" dirty="0"/>
              <a:t>LTD</a:t>
            </a:r>
            <a:r>
              <a:rPr spc="-35" dirty="0"/>
              <a:t> </a:t>
            </a:r>
            <a:r>
              <a:rPr spc="35" dirty="0"/>
              <a:t>2024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60" dirty="0"/>
              <a:t>©</a:t>
            </a:r>
            <a:r>
              <a:rPr spc="-20" dirty="0"/>
              <a:t> </a:t>
            </a:r>
            <a:r>
              <a:rPr spc="65" dirty="0"/>
              <a:t>ETC</a:t>
            </a:r>
            <a:r>
              <a:rPr spc="-45" dirty="0"/>
              <a:t> </a:t>
            </a:r>
            <a:r>
              <a:rPr spc="65" dirty="0"/>
              <a:t>AWARDS</a:t>
            </a:r>
            <a:r>
              <a:rPr spc="-45" dirty="0"/>
              <a:t> </a:t>
            </a:r>
            <a:r>
              <a:rPr spc="120" dirty="0"/>
              <a:t>LTD</a:t>
            </a:r>
            <a:r>
              <a:rPr spc="-35" dirty="0"/>
              <a:t> </a:t>
            </a:r>
            <a:r>
              <a:rPr spc="35" dirty="0"/>
              <a:t>2024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60" dirty="0"/>
              <a:t>©</a:t>
            </a:r>
            <a:r>
              <a:rPr spc="-20" dirty="0"/>
              <a:t> </a:t>
            </a:r>
            <a:r>
              <a:rPr spc="65" dirty="0"/>
              <a:t>ETC</a:t>
            </a:r>
            <a:r>
              <a:rPr spc="-45" dirty="0"/>
              <a:t> </a:t>
            </a:r>
            <a:r>
              <a:rPr spc="65" dirty="0"/>
              <a:t>AWARDS</a:t>
            </a:r>
            <a:r>
              <a:rPr spc="-45" dirty="0"/>
              <a:t> </a:t>
            </a:r>
            <a:r>
              <a:rPr spc="120" dirty="0"/>
              <a:t>LTD</a:t>
            </a:r>
            <a:r>
              <a:rPr spc="-35" dirty="0"/>
              <a:t> </a:t>
            </a:r>
            <a:r>
              <a:rPr spc="35" dirty="0"/>
              <a:t>2024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2900" y="396240"/>
            <a:ext cx="6172200" cy="1584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2900" y="2278380"/>
            <a:ext cx="6172200" cy="6537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6052" y="9597254"/>
            <a:ext cx="1753870" cy="1892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60" dirty="0"/>
              <a:t>©</a:t>
            </a:r>
            <a:r>
              <a:rPr spc="-20" dirty="0"/>
              <a:t> </a:t>
            </a:r>
            <a:r>
              <a:rPr spc="65" dirty="0"/>
              <a:t>ETC</a:t>
            </a:r>
            <a:r>
              <a:rPr spc="-45" dirty="0"/>
              <a:t> </a:t>
            </a:r>
            <a:r>
              <a:rPr spc="65" dirty="0"/>
              <a:t>AWARDS</a:t>
            </a:r>
            <a:r>
              <a:rPr spc="-45" dirty="0"/>
              <a:t> </a:t>
            </a:r>
            <a:r>
              <a:rPr spc="120" dirty="0"/>
              <a:t>LTD</a:t>
            </a:r>
            <a:r>
              <a:rPr spc="-35" dirty="0"/>
              <a:t> </a:t>
            </a:r>
            <a:r>
              <a:rPr spc="35" dirty="0"/>
              <a:t>2024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42900" y="9212580"/>
            <a:ext cx="1577340" cy="495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817908" y="9702723"/>
            <a:ext cx="176529" cy="1390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85640" y="9589914"/>
            <a:ext cx="175387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60" dirty="0">
                <a:latin typeface="Century Gothic"/>
                <a:cs typeface="Century Gothic"/>
              </a:rPr>
              <a:t>©</a:t>
            </a:r>
            <a:r>
              <a:rPr sz="1050" spc="-20" dirty="0">
                <a:latin typeface="Century Gothic"/>
                <a:cs typeface="Century Gothic"/>
              </a:rPr>
              <a:t> </a:t>
            </a:r>
            <a:r>
              <a:rPr sz="1050" spc="65" dirty="0">
                <a:latin typeface="Century Gothic"/>
                <a:cs typeface="Century Gothic"/>
              </a:rPr>
              <a:t>ETC</a:t>
            </a:r>
            <a:r>
              <a:rPr sz="1050" spc="-45" dirty="0">
                <a:latin typeface="Century Gothic"/>
                <a:cs typeface="Century Gothic"/>
              </a:rPr>
              <a:t> </a:t>
            </a:r>
            <a:r>
              <a:rPr sz="1050" spc="65" dirty="0">
                <a:latin typeface="Century Gothic"/>
                <a:cs typeface="Century Gothic"/>
              </a:rPr>
              <a:t>AWARDS</a:t>
            </a:r>
            <a:r>
              <a:rPr sz="1050" spc="-45" dirty="0">
                <a:latin typeface="Century Gothic"/>
                <a:cs typeface="Century Gothic"/>
              </a:rPr>
              <a:t> </a:t>
            </a:r>
            <a:r>
              <a:rPr sz="1050" spc="120" dirty="0">
                <a:latin typeface="Century Gothic"/>
                <a:cs typeface="Century Gothic"/>
              </a:rPr>
              <a:t>LTD</a:t>
            </a:r>
            <a:r>
              <a:rPr sz="1050" spc="-35" dirty="0">
                <a:latin typeface="Century Gothic"/>
                <a:cs typeface="Century Gothic"/>
              </a:rPr>
              <a:t> </a:t>
            </a:r>
            <a:r>
              <a:rPr sz="1050" spc="35" dirty="0">
                <a:latin typeface="Century Gothic"/>
                <a:cs typeface="Century Gothic"/>
              </a:rPr>
              <a:t>2024</a:t>
            </a:r>
            <a:endParaRPr sz="1050">
              <a:latin typeface="Century Gothic"/>
              <a:cs typeface="Century Gothic"/>
            </a:endParaRPr>
          </a:p>
        </p:txBody>
      </p:sp>
      <p:pic>
        <p:nvPicPr>
          <p:cNvPr id="3" name="object 3" descr="A close up of a sign  Description automatically generated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59507" y="1929383"/>
            <a:ext cx="2538983" cy="114916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52499" y="3968965"/>
            <a:ext cx="4354830" cy="20713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14999"/>
              </a:lnSpc>
              <a:spcBef>
                <a:spcPts val="95"/>
              </a:spcBef>
            </a:pPr>
            <a:r>
              <a:rPr sz="2000" b="1" spc="330" dirty="0">
                <a:latin typeface="Calibri"/>
                <a:cs typeface="Calibri"/>
              </a:rPr>
              <a:t>ETCAL</a:t>
            </a:r>
            <a:r>
              <a:rPr sz="2000" b="1" spc="105" dirty="0">
                <a:latin typeface="Calibri"/>
                <a:cs typeface="Calibri"/>
              </a:rPr>
              <a:t> </a:t>
            </a:r>
            <a:r>
              <a:rPr sz="2000" b="1" spc="235" dirty="0">
                <a:latin typeface="Calibri"/>
                <a:cs typeface="Calibri"/>
              </a:rPr>
              <a:t>Level</a:t>
            </a:r>
            <a:r>
              <a:rPr sz="2000" b="1" spc="125" dirty="0">
                <a:latin typeface="Calibri"/>
                <a:cs typeface="Calibri"/>
              </a:rPr>
              <a:t> </a:t>
            </a:r>
            <a:r>
              <a:rPr sz="2000" b="1" spc="-240" dirty="0">
                <a:latin typeface="Calibri"/>
                <a:cs typeface="Calibri"/>
              </a:rPr>
              <a:t>1</a:t>
            </a:r>
            <a:r>
              <a:rPr sz="2000" b="1" spc="114" dirty="0">
                <a:latin typeface="Calibri"/>
                <a:cs typeface="Calibri"/>
              </a:rPr>
              <a:t> </a:t>
            </a:r>
            <a:r>
              <a:rPr sz="2000" b="1" spc="280" dirty="0">
                <a:latin typeface="Calibri"/>
                <a:cs typeface="Calibri"/>
              </a:rPr>
              <a:t>Award</a:t>
            </a:r>
            <a:r>
              <a:rPr sz="2000" b="1" spc="110" dirty="0">
                <a:latin typeface="Calibri"/>
                <a:cs typeface="Calibri"/>
              </a:rPr>
              <a:t> </a:t>
            </a:r>
            <a:r>
              <a:rPr sz="2000" b="1" spc="204" dirty="0">
                <a:latin typeface="Calibri"/>
                <a:cs typeface="Calibri"/>
              </a:rPr>
              <a:t>in</a:t>
            </a:r>
            <a:r>
              <a:rPr sz="2000" b="1" spc="114" dirty="0">
                <a:latin typeface="Calibri"/>
                <a:cs typeface="Calibri"/>
              </a:rPr>
              <a:t> </a:t>
            </a:r>
            <a:r>
              <a:rPr sz="2000" b="1" spc="260" dirty="0">
                <a:latin typeface="Calibri"/>
                <a:cs typeface="Calibri"/>
              </a:rPr>
              <a:t>Securing </a:t>
            </a:r>
            <a:r>
              <a:rPr sz="2000" b="1" spc="240" dirty="0">
                <a:latin typeface="Calibri"/>
                <a:cs typeface="Calibri"/>
              </a:rPr>
              <a:t>Progression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19"/>
              </a:spcBef>
            </a:pPr>
            <a:endParaRPr sz="20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800" spc="80" dirty="0">
                <a:latin typeface="Century Gothic"/>
                <a:cs typeface="Century Gothic"/>
              </a:rPr>
              <a:t>603/440</a:t>
            </a:r>
            <a:r>
              <a:rPr sz="1800" spc="80" dirty="0">
                <a:latin typeface="Calibri"/>
                <a:cs typeface="Calibri"/>
              </a:rPr>
              <a:t>8</a:t>
            </a:r>
            <a:r>
              <a:rPr sz="1800" spc="80" dirty="0">
                <a:latin typeface="Century Gothic"/>
                <a:cs typeface="Century Gothic"/>
              </a:rPr>
              <a:t>/</a:t>
            </a:r>
            <a:r>
              <a:rPr sz="1800" spc="80" dirty="0">
                <a:latin typeface="Calibri"/>
                <a:cs typeface="Calibri"/>
              </a:rPr>
              <a:t>8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10"/>
              </a:spcBef>
            </a:pPr>
            <a:endParaRPr sz="1800">
              <a:latin typeface="Calibri"/>
              <a:cs typeface="Calibri"/>
            </a:endParaRPr>
          </a:p>
          <a:p>
            <a:pPr marL="635" algn="ctr">
              <a:lnSpc>
                <a:spcPct val="100000"/>
              </a:lnSpc>
            </a:pPr>
            <a:r>
              <a:rPr sz="1800" b="1" spc="275" dirty="0">
                <a:latin typeface="Calibri"/>
                <a:cs typeface="Calibri"/>
              </a:rPr>
              <a:t>ASSESSMENT</a:t>
            </a:r>
            <a:r>
              <a:rPr sz="1800" b="1" spc="114" dirty="0">
                <a:latin typeface="Calibri"/>
                <a:cs typeface="Calibri"/>
              </a:rPr>
              <a:t> </a:t>
            </a:r>
            <a:r>
              <a:rPr sz="1800" b="1" spc="300" dirty="0">
                <a:latin typeface="Calibri"/>
                <a:cs typeface="Calibri"/>
              </a:rPr>
              <a:t>BOOK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0062" y="6684911"/>
            <a:ext cx="536765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54320" algn="l"/>
              </a:tabLst>
            </a:pPr>
            <a:r>
              <a:rPr sz="1400" dirty="0">
                <a:latin typeface="Century Gothic"/>
                <a:cs typeface="Century Gothic"/>
              </a:rPr>
              <a:t>Learner</a:t>
            </a:r>
            <a:r>
              <a:rPr sz="1400" spc="135" dirty="0">
                <a:latin typeface="Century Gothic"/>
                <a:cs typeface="Century Gothic"/>
              </a:rPr>
              <a:t> </a:t>
            </a:r>
            <a:r>
              <a:rPr sz="1400" dirty="0">
                <a:latin typeface="Century Gothic"/>
                <a:cs typeface="Century Gothic"/>
              </a:rPr>
              <a:t>Name</a:t>
            </a:r>
            <a:r>
              <a:rPr sz="1400" spc="155" dirty="0">
                <a:latin typeface="Century Gothic"/>
                <a:cs typeface="Century Gothic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74410" y="9693099"/>
            <a:ext cx="819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50" dirty="0"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122E91-DD8C-43B5-EEA5-3840865F32BB}"/>
              </a:ext>
            </a:extLst>
          </p:cNvPr>
          <p:cNvSpPr txBox="1"/>
          <p:nvPr/>
        </p:nvSpPr>
        <p:spPr>
          <a:xfrm>
            <a:off x="2159507" y="6477000"/>
            <a:ext cx="3958210" cy="4473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4484" y="2575835"/>
            <a:ext cx="4980940" cy="5346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9300"/>
              </a:lnSpc>
              <a:spcBef>
                <a:spcPts val="95"/>
              </a:spcBef>
            </a:pPr>
            <a:r>
              <a:rPr sz="1400" spc="114" dirty="0">
                <a:latin typeface="Century Gothic"/>
                <a:cs typeface="Century Gothic"/>
              </a:rPr>
              <a:t>Unit</a:t>
            </a:r>
            <a:r>
              <a:rPr sz="1400" spc="120" dirty="0">
                <a:latin typeface="Century Gothic"/>
                <a:cs typeface="Century Gothic"/>
              </a:rPr>
              <a:t> </a:t>
            </a:r>
            <a:r>
              <a:rPr sz="1400" dirty="0">
                <a:latin typeface="Century Gothic"/>
                <a:cs typeface="Century Gothic"/>
              </a:rPr>
              <a:t>A</a:t>
            </a:r>
            <a:r>
              <a:rPr sz="1400" spc="130" dirty="0">
                <a:latin typeface="Century Gothic"/>
                <a:cs typeface="Century Gothic"/>
              </a:rPr>
              <a:t> </a:t>
            </a:r>
            <a:r>
              <a:rPr sz="1400" dirty="0">
                <a:latin typeface="Century Gothic"/>
                <a:cs typeface="Century Gothic"/>
              </a:rPr>
              <a:t>Identify</a:t>
            </a:r>
            <a:r>
              <a:rPr sz="1400" spc="120" dirty="0">
                <a:latin typeface="Century Gothic"/>
                <a:cs typeface="Century Gothic"/>
              </a:rPr>
              <a:t> </a:t>
            </a:r>
            <a:r>
              <a:rPr sz="1400" dirty="0">
                <a:latin typeface="Century Gothic"/>
                <a:cs typeface="Century Gothic"/>
              </a:rPr>
              <a:t>Suitable</a:t>
            </a:r>
            <a:r>
              <a:rPr sz="1400" spc="100" dirty="0">
                <a:latin typeface="Century Gothic"/>
                <a:cs typeface="Century Gothic"/>
              </a:rPr>
              <a:t> </a:t>
            </a:r>
            <a:r>
              <a:rPr sz="1400" spc="-50" dirty="0">
                <a:latin typeface="Century Gothic"/>
                <a:cs typeface="Century Gothic"/>
              </a:rPr>
              <a:t>Opportunities......................................... </a:t>
            </a:r>
            <a:r>
              <a:rPr sz="1400" spc="114" dirty="0">
                <a:latin typeface="Century Gothic"/>
                <a:cs typeface="Century Gothic"/>
              </a:rPr>
              <a:t>Unit</a:t>
            </a:r>
            <a:r>
              <a:rPr sz="1400" spc="10" dirty="0">
                <a:latin typeface="Century Gothic"/>
                <a:cs typeface="Century Gothic"/>
              </a:rPr>
              <a:t> </a:t>
            </a:r>
            <a:r>
              <a:rPr sz="1400" spc="254" dirty="0">
                <a:latin typeface="Century Gothic"/>
                <a:cs typeface="Century Gothic"/>
              </a:rPr>
              <a:t>B</a:t>
            </a:r>
            <a:r>
              <a:rPr sz="1400" spc="15" dirty="0">
                <a:latin typeface="Century Gothic"/>
                <a:cs typeface="Century Gothic"/>
              </a:rPr>
              <a:t> </a:t>
            </a:r>
            <a:r>
              <a:rPr sz="1400" dirty="0">
                <a:latin typeface="Century Gothic"/>
                <a:cs typeface="Century Gothic"/>
              </a:rPr>
              <a:t>Apply</a:t>
            </a:r>
            <a:r>
              <a:rPr sz="1400" spc="25" dirty="0">
                <a:latin typeface="Century Gothic"/>
                <a:cs typeface="Century Gothic"/>
              </a:rPr>
              <a:t> </a:t>
            </a:r>
            <a:r>
              <a:rPr sz="1400" dirty="0">
                <a:latin typeface="Century Gothic"/>
                <a:cs typeface="Century Gothic"/>
              </a:rPr>
              <a:t>for</a:t>
            </a:r>
            <a:r>
              <a:rPr sz="1400" spc="10" dirty="0">
                <a:latin typeface="Century Gothic"/>
                <a:cs typeface="Century Gothic"/>
              </a:rPr>
              <a:t> </a:t>
            </a:r>
            <a:r>
              <a:rPr sz="1400" spc="-70" dirty="0">
                <a:latin typeface="Century Gothic"/>
                <a:cs typeface="Century Gothic"/>
              </a:rPr>
              <a:t>Opportunities...........................................................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41085" y="9550400"/>
            <a:ext cx="175387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60" dirty="0">
                <a:latin typeface="Century Gothic"/>
                <a:cs typeface="Century Gothic"/>
              </a:rPr>
              <a:t>©</a:t>
            </a:r>
            <a:r>
              <a:rPr sz="1050" spc="-20" dirty="0">
                <a:latin typeface="Century Gothic"/>
                <a:cs typeface="Century Gothic"/>
              </a:rPr>
              <a:t> </a:t>
            </a:r>
            <a:r>
              <a:rPr sz="1050" spc="65" dirty="0">
                <a:latin typeface="Century Gothic"/>
                <a:cs typeface="Century Gothic"/>
              </a:rPr>
              <a:t>ETC</a:t>
            </a:r>
            <a:r>
              <a:rPr sz="1050" spc="-45" dirty="0">
                <a:latin typeface="Century Gothic"/>
                <a:cs typeface="Century Gothic"/>
              </a:rPr>
              <a:t> </a:t>
            </a:r>
            <a:r>
              <a:rPr sz="1050" spc="65" dirty="0">
                <a:latin typeface="Century Gothic"/>
                <a:cs typeface="Century Gothic"/>
              </a:rPr>
              <a:t>AWARDS</a:t>
            </a:r>
            <a:r>
              <a:rPr sz="1050" spc="-45" dirty="0">
                <a:latin typeface="Century Gothic"/>
                <a:cs typeface="Century Gothic"/>
              </a:rPr>
              <a:t> </a:t>
            </a:r>
            <a:r>
              <a:rPr sz="1050" spc="120" dirty="0">
                <a:latin typeface="Century Gothic"/>
                <a:cs typeface="Century Gothic"/>
              </a:rPr>
              <a:t>LTD</a:t>
            </a:r>
            <a:r>
              <a:rPr sz="1050" spc="-35" dirty="0">
                <a:latin typeface="Century Gothic"/>
                <a:cs typeface="Century Gothic"/>
              </a:rPr>
              <a:t> </a:t>
            </a:r>
            <a:r>
              <a:rPr sz="1050" spc="35" dirty="0">
                <a:latin typeface="Century Gothic"/>
                <a:cs typeface="Century Gothic"/>
              </a:rPr>
              <a:t>2024</a:t>
            </a:r>
            <a:endParaRPr sz="1050">
              <a:latin typeface="Century Gothic"/>
              <a:cs typeface="Century Gothic"/>
            </a:endParaRPr>
          </a:p>
        </p:txBody>
      </p:sp>
      <p:pic>
        <p:nvPicPr>
          <p:cNvPr id="4" name="object 4" descr="A close up of a sign  Description automatically generated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34228" y="457200"/>
            <a:ext cx="888491" cy="53949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321282" y="718299"/>
            <a:ext cx="3749675" cy="838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250" dirty="0">
                <a:latin typeface="Calibri"/>
                <a:cs typeface="Calibri"/>
              </a:rPr>
              <a:t>Award</a:t>
            </a:r>
            <a:r>
              <a:rPr sz="1800" b="1" spc="125" dirty="0">
                <a:latin typeface="Calibri"/>
                <a:cs typeface="Calibri"/>
              </a:rPr>
              <a:t> </a:t>
            </a:r>
            <a:r>
              <a:rPr sz="1800" b="1" spc="185" dirty="0">
                <a:latin typeface="Calibri"/>
                <a:cs typeface="Calibri"/>
              </a:rPr>
              <a:t>in</a:t>
            </a:r>
            <a:r>
              <a:rPr sz="1800" b="1" spc="120" dirty="0">
                <a:latin typeface="Calibri"/>
                <a:cs typeface="Calibri"/>
              </a:rPr>
              <a:t> </a:t>
            </a:r>
            <a:r>
              <a:rPr sz="1800" b="1" spc="250" dirty="0">
                <a:latin typeface="Calibri"/>
                <a:cs typeface="Calibri"/>
              </a:rPr>
              <a:t>Securing</a:t>
            </a:r>
            <a:r>
              <a:rPr sz="1800" b="1" spc="114" dirty="0">
                <a:latin typeface="Calibri"/>
                <a:cs typeface="Calibri"/>
              </a:rPr>
              <a:t> </a:t>
            </a:r>
            <a:r>
              <a:rPr sz="1800" b="1" spc="215" dirty="0">
                <a:latin typeface="Calibri"/>
                <a:cs typeface="Calibri"/>
              </a:rPr>
              <a:t>Progression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z="1800">
              <a:latin typeface="Calibri"/>
              <a:cs typeface="Calibri"/>
            </a:endParaRPr>
          </a:p>
          <a:p>
            <a:pPr marL="1678305">
              <a:lnSpc>
                <a:spcPct val="100000"/>
              </a:lnSpc>
            </a:pPr>
            <a:r>
              <a:rPr sz="1400" b="1" spc="175" dirty="0">
                <a:latin typeface="Calibri"/>
                <a:cs typeface="Calibri"/>
              </a:rPr>
              <a:t>Contents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9084" y="2338399"/>
            <a:ext cx="528320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80" dirty="0">
                <a:latin typeface="Century Gothic"/>
                <a:cs typeface="Century Gothic"/>
              </a:rPr>
              <a:t>Documentation.............................................................................................</a:t>
            </a:r>
            <a:r>
              <a:rPr sz="1400" spc="190" dirty="0">
                <a:latin typeface="Century Gothic"/>
                <a:cs typeface="Century Gothic"/>
              </a:rPr>
              <a:t>  </a:t>
            </a:r>
            <a:r>
              <a:rPr sz="2400" spc="52" baseline="-10416" dirty="0">
                <a:latin typeface="Calibri"/>
                <a:cs typeface="Calibri"/>
              </a:rPr>
              <a:t>3</a:t>
            </a:r>
            <a:endParaRPr sz="2400" baseline="-10416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06732" y="2621000"/>
            <a:ext cx="16002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190" dirty="0">
                <a:latin typeface="Calibri"/>
                <a:cs typeface="Calibri"/>
              </a:rPr>
              <a:t>4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06732" y="2864840"/>
            <a:ext cx="214629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latin typeface="Calibri"/>
                <a:cs typeface="Calibri"/>
              </a:rPr>
              <a:t>12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4484" y="3108680"/>
            <a:ext cx="535368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172" baseline="1984" dirty="0">
                <a:latin typeface="Century Gothic"/>
                <a:cs typeface="Century Gothic"/>
              </a:rPr>
              <a:t>Unit</a:t>
            </a:r>
            <a:r>
              <a:rPr sz="2100" spc="142" baseline="1984" dirty="0">
                <a:latin typeface="Century Gothic"/>
                <a:cs typeface="Century Gothic"/>
              </a:rPr>
              <a:t> </a:t>
            </a:r>
            <a:r>
              <a:rPr sz="2100" spc="-217" baseline="1984" dirty="0">
                <a:latin typeface="Century Gothic"/>
                <a:cs typeface="Century Gothic"/>
              </a:rPr>
              <a:t>C</a:t>
            </a:r>
            <a:r>
              <a:rPr sz="2100" spc="172" baseline="1984" dirty="0">
                <a:latin typeface="Century Gothic"/>
                <a:cs typeface="Century Gothic"/>
              </a:rPr>
              <a:t> </a:t>
            </a:r>
            <a:r>
              <a:rPr sz="2100" baseline="1984" dirty="0">
                <a:latin typeface="Century Gothic"/>
                <a:cs typeface="Century Gothic"/>
              </a:rPr>
              <a:t>Participation</a:t>
            </a:r>
            <a:r>
              <a:rPr sz="2100" spc="67" baseline="1984" dirty="0">
                <a:latin typeface="Century Gothic"/>
                <a:cs typeface="Century Gothic"/>
              </a:rPr>
              <a:t> </a:t>
            </a:r>
            <a:r>
              <a:rPr sz="2100" baseline="1984" dirty="0">
                <a:latin typeface="Century Gothic"/>
                <a:cs typeface="Century Gothic"/>
              </a:rPr>
              <a:t>Personal</a:t>
            </a:r>
            <a:r>
              <a:rPr sz="2100" spc="142" baseline="1984" dirty="0">
                <a:latin typeface="Century Gothic"/>
                <a:cs typeface="Century Gothic"/>
              </a:rPr>
              <a:t> </a:t>
            </a:r>
            <a:r>
              <a:rPr sz="2100" spc="75" baseline="1984" dirty="0">
                <a:latin typeface="Century Gothic"/>
                <a:cs typeface="Century Gothic"/>
              </a:rPr>
              <a:t>Behaviours</a:t>
            </a:r>
            <a:r>
              <a:rPr sz="2100" spc="120" baseline="1984" dirty="0">
                <a:latin typeface="Century Gothic"/>
                <a:cs typeface="Century Gothic"/>
              </a:rPr>
              <a:t> </a:t>
            </a:r>
            <a:r>
              <a:rPr sz="2100" baseline="1984" dirty="0">
                <a:latin typeface="Century Gothic"/>
                <a:cs typeface="Century Gothic"/>
              </a:rPr>
              <a:t>and</a:t>
            </a:r>
            <a:r>
              <a:rPr sz="2100" spc="142" baseline="1984" dirty="0">
                <a:latin typeface="Century Gothic"/>
                <a:cs typeface="Century Gothic"/>
              </a:rPr>
              <a:t> </a:t>
            </a:r>
            <a:r>
              <a:rPr sz="2100" baseline="1984" dirty="0">
                <a:latin typeface="Century Gothic"/>
                <a:cs typeface="Century Gothic"/>
              </a:rPr>
              <a:t>Standards</a:t>
            </a:r>
            <a:r>
              <a:rPr sz="2100" spc="412" baseline="1984" dirty="0">
                <a:latin typeface="Century Gothic"/>
                <a:cs typeface="Century Gothic"/>
              </a:rPr>
              <a:t>  </a:t>
            </a:r>
            <a:r>
              <a:rPr sz="1600" spc="80" dirty="0">
                <a:latin typeface="Calibri"/>
                <a:cs typeface="Calibri"/>
              </a:rPr>
              <a:t>27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74410" y="9693099"/>
            <a:ext cx="819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50" dirty="0">
                <a:latin typeface="Arial"/>
                <a:cs typeface="Arial"/>
              </a:rPr>
              <a:t>2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A picture containing food  Description automatically generated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49" y="0"/>
            <a:ext cx="6851350" cy="989935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52712" y="3993019"/>
            <a:ext cx="6201410" cy="9093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180" algn="just">
              <a:lnSpc>
                <a:spcPct val="100000"/>
              </a:lnSpc>
              <a:spcBef>
                <a:spcPts val="100"/>
              </a:spcBef>
            </a:pPr>
            <a:r>
              <a:rPr sz="1200" spc="55" dirty="0">
                <a:latin typeface="Century Gothic"/>
                <a:cs typeface="Century Gothic"/>
              </a:rPr>
              <a:t>We</a:t>
            </a:r>
            <a:r>
              <a:rPr sz="1200" spc="5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certify</a:t>
            </a:r>
            <a:r>
              <a:rPr sz="1200" spc="5" dirty="0">
                <a:latin typeface="Century Gothic"/>
                <a:cs typeface="Century Gothic"/>
              </a:rPr>
              <a:t> </a:t>
            </a:r>
            <a:r>
              <a:rPr sz="1200" spc="-20" dirty="0">
                <a:latin typeface="Century Gothic"/>
                <a:cs typeface="Century Gothic"/>
              </a:rPr>
              <a:t>that</a:t>
            </a:r>
            <a:endParaRPr sz="1200">
              <a:latin typeface="Century Gothic"/>
              <a:cs typeface="Century Gothic"/>
            </a:endParaRPr>
          </a:p>
          <a:p>
            <a:pPr marL="43180" marR="5080" indent="-31115" algn="just">
              <a:lnSpc>
                <a:spcPct val="100000"/>
              </a:lnSpc>
              <a:spcBef>
                <a:spcPts val="1200"/>
              </a:spcBef>
              <a:tabLst>
                <a:tab pos="5031740" algn="l"/>
              </a:tabLst>
            </a:pPr>
            <a:r>
              <a:rPr sz="12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	</a:t>
            </a:r>
            <a:r>
              <a:rPr sz="1200" u="none" dirty="0">
                <a:latin typeface="Century Gothic"/>
                <a:cs typeface="Century Gothic"/>
              </a:rPr>
              <a:t>has</a:t>
            </a:r>
            <a:r>
              <a:rPr sz="1200" u="none" spc="215" dirty="0">
                <a:latin typeface="Century Gothic"/>
                <a:cs typeface="Century Gothic"/>
              </a:rPr>
              <a:t> </a:t>
            </a:r>
            <a:r>
              <a:rPr sz="1200" u="none" dirty="0">
                <a:latin typeface="Century Gothic"/>
                <a:cs typeface="Century Gothic"/>
              </a:rPr>
              <a:t>satisfied</a:t>
            </a:r>
            <a:r>
              <a:rPr sz="1200" u="none" spc="229" dirty="0">
                <a:latin typeface="Century Gothic"/>
                <a:cs typeface="Century Gothic"/>
              </a:rPr>
              <a:t> </a:t>
            </a:r>
            <a:r>
              <a:rPr sz="1200" u="none" spc="-25" dirty="0">
                <a:latin typeface="Century Gothic"/>
                <a:cs typeface="Century Gothic"/>
              </a:rPr>
              <a:t>all </a:t>
            </a:r>
            <a:r>
              <a:rPr sz="1200" u="none" dirty="0">
                <a:latin typeface="Century Gothic"/>
                <a:cs typeface="Century Gothic"/>
              </a:rPr>
              <a:t>the</a:t>
            </a:r>
            <a:r>
              <a:rPr sz="1200" u="none" spc="105" dirty="0">
                <a:latin typeface="Century Gothic"/>
                <a:cs typeface="Century Gothic"/>
              </a:rPr>
              <a:t> </a:t>
            </a:r>
            <a:r>
              <a:rPr sz="1200" u="none" dirty="0">
                <a:latin typeface="Century Gothic"/>
                <a:cs typeface="Century Gothic"/>
              </a:rPr>
              <a:t>performance</a:t>
            </a:r>
            <a:r>
              <a:rPr sz="1200" u="none" spc="105" dirty="0">
                <a:latin typeface="Century Gothic"/>
                <a:cs typeface="Century Gothic"/>
              </a:rPr>
              <a:t> </a:t>
            </a:r>
            <a:r>
              <a:rPr sz="1200" u="none" dirty="0">
                <a:latin typeface="Century Gothic"/>
                <a:cs typeface="Century Gothic"/>
              </a:rPr>
              <a:t>and</a:t>
            </a:r>
            <a:r>
              <a:rPr sz="1200" u="none" spc="110" dirty="0">
                <a:latin typeface="Century Gothic"/>
                <a:cs typeface="Century Gothic"/>
              </a:rPr>
              <a:t> </a:t>
            </a:r>
            <a:r>
              <a:rPr sz="1200" u="none" dirty="0">
                <a:latin typeface="Century Gothic"/>
                <a:cs typeface="Century Gothic"/>
              </a:rPr>
              <a:t>knowledge</a:t>
            </a:r>
            <a:r>
              <a:rPr sz="1200" u="none" spc="100" dirty="0">
                <a:latin typeface="Century Gothic"/>
                <a:cs typeface="Century Gothic"/>
              </a:rPr>
              <a:t> </a:t>
            </a:r>
            <a:r>
              <a:rPr sz="1200" u="none" dirty="0">
                <a:latin typeface="Century Gothic"/>
                <a:cs typeface="Century Gothic"/>
              </a:rPr>
              <a:t>requirements</a:t>
            </a:r>
            <a:r>
              <a:rPr sz="1200" u="none" spc="105" dirty="0">
                <a:latin typeface="Century Gothic"/>
                <a:cs typeface="Century Gothic"/>
              </a:rPr>
              <a:t> </a:t>
            </a:r>
            <a:r>
              <a:rPr sz="1200" u="none" dirty="0">
                <a:latin typeface="Century Gothic"/>
                <a:cs typeface="Century Gothic"/>
              </a:rPr>
              <a:t>and</a:t>
            </a:r>
            <a:r>
              <a:rPr sz="1200" u="none" spc="110" dirty="0">
                <a:latin typeface="Century Gothic"/>
                <a:cs typeface="Century Gothic"/>
              </a:rPr>
              <a:t> </a:t>
            </a:r>
            <a:r>
              <a:rPr sz="1200" u="none" dirty="0">
                <a:latin typeface="Century Gothic"/>
                <a:cs typeface="Century Gothic"/>
              </a:rPr>
              <a:t>the</a:t>
            </a:r>
            <a:r>
              <a:rPr sz="1200" u="none" spc="110" dirty="0">
                <a:latin typeface="Century Gothic"/>
                <a:cs typeface="Century Gothic"/>
              </a:rPr>
              <a:t> </a:t>
            </a:r>
            <a:r>
              <a:rPr sz="1200" u="none" spc="-20" dirty="0">
                <a:latin typeface="Century Gothic"/>
                <a:cs typeface="Century Gothic"/>
              </a:rPr>
              <a:t>evidence</a:t>
            </a:r>
            <a:r>
              <a:rPr sz="1200" u="none" spc="95" dirty="0">
                <a:latin typeface="Century Gothic"/>
                <a:cs typeface="Century Gothic"/>
              </a:rPr>
              <a:t> </a:t>
            </a:r>
            <a:r>
              <a:rPr sz="1200" u="none" dirty="0">
                <a:latin typeface="Century Gothic"/>
                <a:cs typeface="Century Gothic"/>
              </a:rPr>
              <a:t>presented</a:t>
            </a:r>
            <a:r>
              <a:rPr sz="1200" u="none" spc="105" dirty="0">
                <a:latin typeface="Century Gothic"/>
                <a:cs typeface="Century Gothic"/>
              </a:rPr>
              <a:t> </a:t>
            </a:r>
            <a:r>
              <a:rPr sz="1200" u="none" spc="-25" dirty="0">
                <a:latin typeface="Century Gothic"/>
                <a:cs typeface="Century Gothic"/>
              </a:rPr>
              <a:t>was </a:t>
            </a:r>
            <a:r>
              <a:rPr sz="1200" u="none" dirty="0">
                <a:latin typeface="Century Gothic"/>
                <a:cs typeface="Century Gothic"/>
              </a:rPr>
              <a:t>authentic</a:t>
            </a:r>
            <a:r>
              <a:rPr sz="1200" u="none" spc="5" dirty="0">
                <a:latin typeface="Century Gothic"/>
                <a:cs typeface="Century Gothic"/>
              </a:rPr>
              <a:t> </a:t>
            </a:r>
            <a:r>
              <a:rPr sz="1200" u="none" spc="-20" dirty="0">
                <a:latin typeface="Century Gothic"/>
                <a:cs typeface="Century Gothic"/>
              </a:rPr>
              <a:t>and</a:t>
            </a:r>
            <a:r>
              <a:rPr sz="1200" u="none" spc="60" dirty="0">
                <a:latin typeface="Century Gothic"/>
                <a:cs typeface="Century Gothic"/>
              </a:rPr>
              <a:t> </a:t>
            </a:r>
            <a:r>
              <a:rPr sz="1200" u="none" dirty="0">
                <a:latin typeface="Century Gothic"/>
                <a:cs typeface="Century Gothic"/>
              </a:rPr>
              <a:t>the</a:t>
            </a:r>
            <a:r>
              <a:rPr sz="1200" u="none" spc="45" dirty="0">
                <a:latin typeface="Century Gothic"/>
                <a:cs typeface="Century Gothic"/>
              </a:rPr>
              <a:t> </a:t>
            </a:r>
            <a:r>
              <a:rPr sz="1200" u="none" dirty="0">
                <a:latin typeface="Century Gothic"/>
                <a:cs typeface="Century Gothic"/>
              </a:rPr>
              <a:t>assessment</a:t>
            </a:r>
            <a:r>
              <a:rPr sz="1200" u="none" spc="80" dirty="0">
                <a:latin typeface="Century Gothic"/>
                <a:cs typeface="Century Gothic"/>
              </a:rPr>
              <a:t> </a:t>
            </a:r>
            <a:r>
              <a:rPr sz="1200" u="none" dirty="0">
                <a:latin typeface="Century Gothic"/>
                <a:cs typeface="Century Gothic"/>
              </a:rPr>
              <a:t>was</a:t>
            </a:r>
            <a:r>
              <a:rPr sz="1200" u="none" spc="50" dirty="0">
                <a:latin typeface="Century Gothic"/>
                <a:cs typeface="Century Gothic"/>
              </a:rPr>
              <a:t> </a:t>
            </a:r>
            <a:r>
              <a:rPr sz="1200" u="none" spc="-10" dirty="0">
                <a:latin typeface="Century Gothic"/>
                <a:cs typeface="Century Gothic"/>
              </a:rPr>
              <a:t>conducted</a:t>
            </a:r>
            <a:r>
              <a:rPr sz="1200" u="none" spc="75" dirty="0">
                <a:latin typeface="Century Gothic"/>
                <a:cs typeface="Century Gothic"/>
              </a:rPr>
              <a:t> </a:t>
            </a:r>
            <a:r>
              <a:rPr sz="1200" u="none" dirty="0">
                <a:latin typeface="Century Gothic"/>
                <a:cs typeface="Century Gothic"/>
              </a:rPr>
              <a:t>under</a:t>
            </a:r>
            <a:r>
              <a:rPr sz="1200" u="none" spc="45" dirty="0">
                <a:latin typeface="Century Gothic"/>
                <a:cs typeface="Century Gothic"/>
              </a:rPr>
              <a:t> </a:t>
            </a:r>
            <a:r>
              <a:rPr sz="1200" u="none" dirty="0">
                <a:latin typeface="Century Gothic"/>
                <a:cs typeface="Century Gothic"/>
              </a:rPr>
              <a:t>the</a:t>
            </a:r>
            <a:r>
              <a:rPr sz="1200" u="none" spc="40" dirty="0">
                <a:latin typeface="Century Gothic"/>
                <a:cs typeface="Century Gothic"/>
              </a:rPr>
              <a:t> </a:t>
            </a:r>
            <a:r>
              <a:rPr sz="1200" u="none" dirty="0">
                <a:latin typeface="Century Gothic"/>
                <a:cs typeface="Century Gothic"/>
              </a:rPr>
              <a:t>specified</a:t>
            </a:r>
            <a:r>
              <a:rPr sz="1200" u="none" spc="100" dirty="0">
                <a:latin typeface="Century Gothic"/>
                <a:cs typeface="Century Gothic"/>
              </a:rPr>
              <a:t> </a:t>
            </a:r>
            <a:r>
              <a:rPr sz="1200" u="none" spc="-10" dirty="0">
                <a:latin typeface="Century Gothic"/>
                <a:cs typeface="Century Gothic"/>
              </a:rPr>
              <a:t>conditions.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8047" y="8961314"/>
            <a:ext cx="5786755" cy="361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67610" marR="5080" indent="-2455545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entury Gothic"/>
                <a:cs typeface="Century Gothic"/>
              </a:rPr>
              <a:t>Note:</a:t>
            </a:r>
            <a:r>
              <a:rPr sz="1100" spc="-1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false</a:t>
            </a:r>
            <a:r>
              <a:rPr sz="1100" spc="2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declaration</a:t>
            </a:r>
            <a:r>
              <a:rPr sz="1100" spc="1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may</a:t>
            </a:r>
            <a:r>
              <a:rPr sz="1100" spc="-10" dirty="0">
                <a:latin typeface="Century Gothic"/>
                <a:cs typeface="Century Gothic"/>
              </a:rPr>
              <a:t> </a:t>
            </a:r>
            <a:r>
              <a:rPr sz="1100" spc="65" dirty="0">
                <a:latin typeface="Century Gothic"/>
                <a:cs typeface="Century Gothic"/>
              </a:rPr>
              <a:t>result</a:t>
            </a:r>
            <a:r>
              <a:rPr sz="1100" spc="-50" dirty="0">
                <a:latin typeface="Century Gothic"/>
                <a:cs typeface="Century Gothic"/>
              </a:rPr>
              <a:t> </a:t>
            </a:r>
            <a:r>
              <a:rPr sz="1100" spc="70" dirty="0">
                <a:latin typeface="Century Gothic"/>
                <a:cs typeface="Century Gothic"/>
              </a:rPr>
              <a:t>in</a:t>
            </a:r>
            <a:r>
              <a:rPr sz="1100" spc="4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the</a:t>
            </a:r>
            <a:r>
              <a:rPr sz="1100" spc="3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withdrawal</a:t>
            </a:r>
            <a:r>
              <a:rPr sz="1100" spc="2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of the</a:t>
            </a:r>
            <a:r>
              <a:rPr sz="1100" spc="4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centre's</a:t>
            </a:r>
            <a:r>
              <a:rPr sz="1100" spc="-30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approval</a:t>
            </a:r>
            <a:r>
              <a:rPr sz="1100" spc="3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for </a:t>
            </a:r>
            <a:r>
              <a:rPr sz="1100" spc="35" dirty="0">
                <a:latin typeface="Century Gothic"/>
                <a:cs typeface="Century Gothic"/>
              </a:rPr>
              <a:t>this </a:t>
            </a:r>
            <a:r>
              <a:rPr sz="1100" spc="-10" dirty="0">
                <a:latin typeface="Century Gothic"/>
                <a:cs typeface="Century Gothic"/>
              </a:rPr>
              <a:t>qualification.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13113" y="5906259"/>
            <a:ext cx="45021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20" dirty="0">
                <a:latin typeface="Century Gothic"/>
                <a:cs typeface="Century Gothic"/>
              </a:rPr>
              <a:t>Date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5169" y="5946985"/>
            <a:ext cx="161988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entury Gothic"/>
                <a:cs typeface="Century Gothic"/>
              </a:rPr>
              <a:t>Learner</a:t>
            </a:r>
            <a:r>
              <a:rPr sz="1400" spc="180" dirty="0">
                <a:latin typeface="Century Gothic"/>
                <a:cs typeface="Century Gothic"/>
              </a:rPr>
              <a:t> </a:t>
            </a:r>
            <a:r>
              <a:rPr sz="1400" spc="-10" dirty="0">
                <a:latin typeface="Century Gothic"/>
                <a:cs typeface="Century Gothic"/>
              </a:rPr>
              <a:t>Signature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5169" y="6484945"/>
            <a:ext cx="170180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65" dirty="0">
                <a:latin typeface="Century Gothic"/>
                <a:cs typeface="Century Gothic"/>
              </a:rPr>
              <a:t>Assessor</a:t>
            </a:r>
            <a:r>
              <a:rPr sz="1400" spc="5" dirty="0">
                <a:latin typeface="Century Gothic"/>
                <a:cs typeface="Century Gothic"/>
              </a:rPr>
              <a:t> </a:t>
            </a:r>
            <a:r>
              <a:rPr sz="1400" spc="-10" dirty="0">
                <a:latin typeface="Century Gothic"/>
                <a:cs typeface="Century Gothic"/>
              </a:rPr>
              <a:t>Signature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13291" y="6436368"/>
            <a:ext cx="45021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20" dirty="0">
                <a:latin typeface="Century Gothic"/>
                <a:cs typeface="Century Gothic"/>
              </a:rPr>
              <a:t>Date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2432" y="298205"/>
            <a:ext cx="5826125" cy="1572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09750" marR="1398270" indent="353060">
              <a:lnSpc>
                <a:spcPct val="100000"/>
              </a:lnSpc>
              <a:spcBef>
                <a:spcPts val="100"/>
              </a:spcBef>
            </a:pPr>
            <a:r>
              <a:rPr sz="1800" b="1" spc="200" dirty="0">
                <a:latin typeface="Calibri"/>
                <a:cs typeface="Calibri"/>
              </a:rPr>
              <a:t>UNIT</a:t>
            </a:r>
            <a:r>
              <a:rPr sz="1800" b="1" spc="100" dirty="0">
                <a:latin typeface="Calibri"/>
                <a:cs typeface="Calibri"/>
              </a:rPr>
              <a:t> </a:t>
            </a:r>
            <a:r>
              <a:rPr sz="1800" b="1" spc="225" dirty="0">
                <a:latin typeface="Calibri"/>
                <a:cs typeface="Calibri"/>
              </a:rPr>
              <a:t>SUMMARY </a:t>
            </a:r>
            <a:r>
              <a:rPr sz="1800" b="1" spc="220" dirty="0">
                <a:latin typeface="Calibri"/>
                <a:cs typeface="Calibri"/>
              </a:rPr>
              <a:t>IQA</a:t>
            </a:r>
            <a:r>
              <a:rPr sz="1800" b="1" spc="95" dirty="0">
                <a:latin typeface="Calibri"/>
                <a:cs typeface="Calibri"/>
              </a:rPr>
              <a:t> </a:t>
            </a:r>
            <a:r>
              <a:rPr sz="1800" b="1" spc="285" dirty="0">
                <a:latin typeface="Calibri"/>
                <a:cs typeface="Calibri"/>
              </a:rPr>
              <a:t>SAMPLE</a:t>
            </a:r>
            <a:r>
              <a:rPr sz="1800" b="1" spc="100" dirty="0">
                <a:latin typeface="Calibri"/>
                <a:cs typeface="Calibri"/>
              </a:rPr>
              <a:t> </a:t>
            </a:r>
            <a:r>
              <a:rPr sz="1800" b="1" spc="310" dirty="0">
                <a:latin typeface="Calibri"/>
                <a:cs typeface="Calibri"/>
              </a:rPr>
              <a:t>RECORD</a:t>
            </a:r>
            <a:endParaRPr sz="1800">
              <a:latin typeface="Calibri"/>
              <a:cs typeface="Calibri"/>
            </a:endParaRPr>
          </a:p>
          <a:p>
            <a:pPr marL="33655">
              <a:lnSpc>
                <a:spcPct val="100000"/>
              </a:lnSpc>
              <a:spcBef>
                <a:spcPts val="1645"/>
              </a:spcBef>
            </a:pPr>
            <a:r>
              <a:rPr sz="1000" b="1" spc="130" dirty="0">
                <a:latin typeface="Calibri"/>
                <a:cs typeface="Calibri"/>
              </a:rPr>
              <a:t>Award</a:t>
            </a:r>
            <a:r>
              <a:rPr sz="1000" b="1" spc="75" dirty="0">
                <a:latin typeface="Calibri"/>
                <a:cs typeface="Calibri"/>
              </a:rPr>
              <a:t> </a:t>
            </a:r>
            <a:r>
              <a:rPr sz="1000" b="1" spc="95" dirty="0">
                <a:latin typeface="Calibri"/>
                <a:cs typeface="Calibri"/>
              </a:rPr>
              <a:t>in</a:t>
            </a:r>
            <a:r>
              <a:rPr sz="1000" b="1" spc="60" dirty="0">
                <a:latin typeface="Calibri"/>
                <a:cs typeface="Calibri"/>
              </a:rPr>
              <a:t> </a:t>
            </a:r>
            <a:r>
              <a:rPr sz="1000" b="1" spc="130" dirty="0">
                <a:latin typeface="Calibri"/>
                <a:cs typeface="Calibri"/>
              </a:rPr>
              <a:t>Securing</a:t>
            </a:r>
            <a:r>
              <a:rPr sz="1000" b="1" spc="80" dirty="0">
                <a:latin typeface="Calibri"/>
                <a:cs typeface="Calibri"/>
              </a:rPr>
              <a:t> </a:t>
            </a:r>
            <a:r>
              <a:rPr sz="1000" b="1" spc="90" dirty="0">
                <a:latin typeface="Calibri"/>
                <a:cs typeface="Calibri"/>
              </a:rPr>
              <a:t>Progression</a:t>
            </a:r>
            <a:endParaRPr sz="1000">
              <a:latin typeface="Calibri"/>
              <a:cs typeface="Calibri"/>
            </a:endParaRPr>
          </a:p>
          <a:p>
            <a:pPr marL="33655">
              <a:lnSpc>
                <a:spcPct val="100000"/>
              </a:lnSpc>
              <a:spcBef>
                <a:spcPts val="600"/>
              </a:spcBef>
            </a:pPr>
            <a:r>
              <a:rPr sz="1000" dirty="0">
                <a:latin typeface="Century Gothic"/>
                <a:cs typeface="Century Gothic"/>
              </a:rPr>
              <a:t>If</a:t>
            </a:r>
            <a:r>
              <a:rPr sz="1000" spc="5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the </a:t>
            </a:r>
            <a:r>
              <a:rPr sz="1000" spc="60" dirty="0">
                <a:latin typeface="Century Gothic"/>
                <a:cs typeface="Century Gothic"/>
              </a:rPr>
              <a:t>unit</a:t>
            </a:r>
            <a:r>
              <a:rPr sz="1000" spc="75" dirty="0">
                <a:latin typeface="Century Gothic"/>
                <a:cs typeface="Century Gothic"/>
              </a:rPr>
              <a:t> is</a:t>
            </a:r>
            <a:r>
              <a:rPr sz="1000" spc="5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sampled</a:t>
            </a:r>
            <a:r>
              <a:rPr sz="1000" spc="4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by</a:t>
            </a:r>
            <a:r>
              <a:rPr sz="1000" spc="5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the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Internal</a:t>
            </a:r>
            <a:r>
              <a:rPr sz="1000" spc="5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Verifier,</a:t>
            </a:r>
            <a:r>
              <a:rPr sz="1000" spc="8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they</a:t>
            </a:r>
            <a:r>
              <a:rPr sz="1000" spc="25" dirty="0">
                <a:latin typeface="Century Gothic"/>
                <a:cs typeface="Century Gothic"/>
              </a:rPr>
              <a:t> </a:t>
            </a:r>
            <a:r>
              <a:rPr sz="1000" spc="55" dirty="0">
                <a:latin typeface="Century Gothic"/>
                <a:cs typeface="Century Gothic"/>
              </a:rPr>
              <a:t>will</a:t>
            </a:r>
            <a:r>
              <a:rPr sz="1000" spc="75" dirty="0">
                <a:latin typeface="Century Gothic"/>
                <a:cs typeface="Century Gothic"/>
              </a:rPr>
              <a:t> </a:t>
            </a:r>
            <a:r>
              <a:rPr sz="1000" spc="55" dirty="0">
                <a:latin typeface="Century Gothic"/>
                <a:cs typeface="Century Gothic"/>
              </a:rPr>
              <a:t>sign</a:t>
            </a:r>
            <a:r>
              <a:rPr sz="1000" spc="3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to</a:t>
            </a:r>
            <a:r>
              <a:rPr sz="1000" spc="1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indicate</a:t>
            </a:r>
            <a:r>
              <a:rPr sz="1000" spc="6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the unit/s</a:t>
            </a:r>
            <a:r>
              <a:rPr sz="1000" spc="6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sampled.</a:t>
            </a:r>
            <a:endParaRPr sz="1000">
              <a:latin typeface="Century Gothic"/>
              <a:cs typeface="Century Gothic"/>
            </a:endParaRPr>
          </a:p>
          <a:p>
            <a:pPr marL="12700" marR="5080" indent="-635">
              <a:lnSpc>
                <a:spcPct val="100000"/>
              </a:lnSpc>
              <a:spcBef>
                <a:spcPts val="815"/>
              </a:spcBef>
            </a:pPr>
            <a:r>
              <a:rPr sz="1000" spc="50" dirty="0">
                <a:latin typeface="Century Gothic"/>
                <a:cs typeface="Century Gothic"/>
              </a:rPr>
              <a:t>The</a:t>
            </a:r>
            <a:r>
              <a:rPr sz="1000" spc="30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evidence</a:t>
            </a:r>
            <a:r>
              <a:rPr sz="1000" spc="30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of</a:t>
            </a:r>
            <a:r>
              <a:rPr sz="1000" spc="30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learning</a:t>
            </a:r>
            <a:r>
              <a:rPr sz="1000" spc="33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outcomes</a:t>
            </a:r>
            <a:r>
              <a:rPr sz="1000" spc="30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presented</a:t>
            </a:r>
            <a:r>
              <a:rPr sz="1000" spc="30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and</a:t>
            </a:r>
            <a:r>
              <a:rPr sz="1000" spc="30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assessed</a:t>
            </a:r>
            <a:r>
              <a:rPr sz="1000" spc="280" dirty="0">
                <a:latin typeface="Century Gothic"/>
                <a:cs typeface="Century Gothic"/>
              </a:rPr>
              <a:t> </a:t>
            </a:r>
            <a:r>
              <a:rPr sz="1000" spc="55" dirty="0">
                <a:latin typeface="Century Gothic"/>
                <a:cs typeface="Century Gothic"/>
              </a:rPr>
              <a:t>within</a:t>
            </a:r>
            <a:r>
              <a:rPr sz="1000" spc="315" dirty="0">
                <a:latin typeface="Century Gothic"/>
                <a:cs typeface="Century Gothic"/>
              </a:rPr>
              <a:t> </a:t>
            </a:r>
            <a:r>
              <a:rPr sz="1000" spc="70" dirty="0">
                <a:latin typeface="Century Gothic"/>
                <a:cs typeface="Century Gothic"/>
              </a:rPr>
              <a:t>this</a:t>
            </a:r>
            <a:r>
              <a:rPr sz="1000" spc="31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portfolio</a:t>
            </a:r>
            <a:r>
              <a:rPr sz="1000" spc="330" dirty="0">
                <a:latin typeface="Century Gothic"/>
                <a:cs typeface="Century Gothic"/>
              </a:rPr>
              <a:t> </a:t>
            </a:r>
            <a:r>
              <a:rPr sz="1000" spc="-25" dirty="0">
                <a:latin typeface="Century Gothic"/>
                <a:cs typeface="Century Gothic"/>
              </a:rPr>
              <a:t>are </a:t>
            </a:r>
            <a:r>
              <a:rPr sz="1000" dirty="0">
                <a:latin typeface="Century Gothic"/>
                <a:cs typeface="Century Gothic"/>
              </a:rPr>
              <a:t>authentic</a:t>
            </a:r>
            <a:r>
              <a:rPr sz="1000" spc="4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to</a:t>
            </a:r>
            <a:r>
              <a:rPr sz="1000" spc="3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the</a:t>
            </a:r>
            <a:r>
              <a:rPr sz="1000" spc="3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learner,</a:t>
            </a:r>
            <a:r>
              <a:rPr sz="1000" spc="6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sufficient</a:t>
            </a:r>
            <a:r>
              <a:rPr sz="1000" spc="50" dirty="0">
                <a:latin typeface="Century Gothic"/>
                <a:cs typeface="Century Gothic"/>
              </a:rPr>
              <a:t> </a:t>
            </a:r>
            <a:r>
              <a:rPr sz="1000" spc="-20" dirty="0">
                <a:latin typeface="Century Gothic"/>
                <a:cs typeface="Century Gothic"/>
              </a:rPr>
              <a:t>and</a:t>
            </a:r>
            <a:r>
              <a:rPr sz="1000" spc="4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valid</a:t>
            </a:r>
            <a:r>
              <a:rPr sz="1000" spc="65" dirty="0">
                <a:latin typeface="Century Gothic"/>
                <a:cs typeface="Century Gothic"/>
              </a:rPr>
              <a:t> </a:t>
            </a:r>
            <a:r>
              <a:rPr sz="1000" spc="55" dirty="0">
                <a:latin typeface="Century Gothic"/>
                <a:cs typeface="Century Gothic"/>
              </a:rPr>
              <a:t>in</a:t>
            </a:r>
            <a:r>
              <a:rPr sz="1000" spc="6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line</a:t>
            </a:r>
            <a:r>
              <a:rPr sz="1000" spc="55" dirty="0">
                <a:latin typeface="Century Gothic"/>
                <a:cs typeface="Century Gothic"/>
              </a:rPr>
              <a:t> </a:t>
            </a:r>
            <a:r>
              <a:rPr sz="1000" spc="60" dirty="0">
                <a:latin typeface="Century Gothic"/>
                <a:cs typeface="Century Gothic"/>
              </a:rPr>
              <a:t>with</a:t>
            </a:r>
            <a:r>
              <a:rPr sz="1000" spc="4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Awarding</a:t>
            </a:r>
            <a:r>
              <a:rPr sz="1000" spc="6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Body</a:t>
            </a:r>
            <a:r>
              <a:rPr sz="1000" spc="30" dirty="0">
                <a:latin typeface="Century Gothic"/>
                <a:cs typeface="Century Gothic"/>
              </a:rPr>
              <a:t> </a:t>
            </a:r>
            <a:r>
              <a:rPr sz="1000" spc="50" dirty="0">
                <a:latin typeface="Century Gothic"/>
                <a:cs typeface="Century Gothic"/>
              </a:rPr>
              <a:t>Assessment</a:t>
            </a:r>
            <a:r>
              <a:rPr sz="1000" spc="10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Criteria.</a:t>
            </a:r>
            <a:endParaRPr sz="1000">
              <a:latin typeface="Century Gothic"/>
              <a:cs typeface="Century Gothic"/>
            </a:endParaRPr>
          </a:p>
        </p:txBody>
      </p:sp>
      <p:pic>
        <p:nvPicPr>
          <p:cNvPr id="10" name="object 10" descr="A close up of a sign  Description automatically generated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15000" y="413004"/>
            <a:ext cx="886967" cy="539495"/>
          </a:xfrm>
          <a:prstGeom prst="rect">
            <a:avLst/>
          </a:prstGeom>
        </p:spPr>
      </p:pic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241631" y="2025426"/>
          <a:ext cx="6367779" cy="15786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91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07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3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19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686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900" spc="55" dirty="0">
                          <a:latin typeface="Century Gothic"/>
                          <a:cs typeface="Century Gothic"/>
                        </a:rPr>
                        <a:t>Unit</a:t>
                      </a:r>
                      <a:endParaRPr sz="900">
                        <a:latin typeface="Century Gothic"/>
                        <a:cs typeface="Century Gothic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900" spc="70" dirty="0">
                          <a:latin typeface="Century Gothic"/>
                          <a:cs typeface="Century Gothic"/>
                        </a:rPr>
                        <a:t>Unit</a:t>
                      </a:r>
                      <a:r>
                        <a:rPr sz="90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900" spc="-10" dirty="0">
                          <a:latin typeface="Century Gothic"/>
                          <a:cs typeface="Century Gothic"/>
                        </a:rPr>
                        <a:t>Title</a:t>
                      </a:r>
                      <a:endParaRPr sz="900">
                        <a:latin typeface="Century Gothic"/>
                        <a:cs typeface="Century Gothic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57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900" dirty="0">
                          <a:latin typeface="Century Gothic"/>
                          <a:cs typeface="Century Gothic"/>
                        </a:rPr>
                        <a:t>IV</a:t>
                      </a:r>
                      <a:r>
                        <a:rPr sz="900" spc="4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900" spc="-10" dirty="0">
                          <a:latin typeface="Century Gothic"/>
                          <a:cs typeface="Century Gothic"/>
                        </a:rPr>
                        <a:t>Sampled</a:t>
                      </a:r>
                      <a:endParaRPr sz="900">
                        <a:latin typeface="Century Gothic"/>
                        <a:cs typeface="Century Gothic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544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900" dirty="0">
                          <a:latin typeface="Century Gothic"/>
                          <a:cs typeface="Century Gothic"/>
                        </a:rPr>
                        <a:t>Date</a:t>
                      </a:r>
                      <a:r>
                        <a:rPr sz="900" spc="-5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900" spc="-10" dirty="0">
                          <a:latin typeface="Century Gothic"/>
                          <a:cs typeface="Century Gothic"/>
                        </a:rPr>
                        <a:t>Sampled</a:t>
                      </a:r>
                      <a:endParaRPr sz="900">
                        <a:latin typeface="Century Gothic"/>
                        <a:cs typeface="Century Gothic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900" spc="-50" dirty="0">
                          <a:latin typeface="Century Gothic"/>
                          <a:cs typeface="Century Gothic"/>
                        </a:rPr>
                        <a:t>A</a:t>
                      </a:r>
                      <a:endParaRPr sz="900">
                        <a:latin typeface="Century Gothic"/>
                        <a:cs typeface="Century Gothic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900" dirty="0">
                          <a:latin typeface="Century Gothic"/>
                          <a:cs typeface="Century Gothic"/>
                        </a:rPr>
                        <a:t>Identify</a:t>
                      </a:r>
                      <a:r>
                        <a:rPr sz="900" spc="16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900" dirty="0">
                          <a:latin typeface="Century Gothic"/>
                          <a:cs typeface="Century Gothic"/>
                        </a:rPr>
                        <a:t>Suitable</a:t>
                      </a:r>
                      <a:r>
                        <a:rPr sz="900" spc="15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900" spc="-10" dirty="0">
                          <a:latin typeface="Century Gothic"/>
                          <a:cs typeface="Century Gothic"/>
                        </a:rPr>
                        <a:t>Opportunities</a:t>
                      </a:r>
                      <a:endParaRPr sz="900">
                        <a:latin typeface="Century Gothic"/>
                        <a:cs typeface="Century Gothic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900" spc="110" dirty="0">
                          <a:latin typeface="Century Gothic"/>
                          <a:cs typeface="Century Gothic"/>
                        </a:rPr>
                        <a:t>B</a:t>
                      </a:r>
                      <a:endParaRPr sz="900">
                        <a:latin typeface="Century Gothic"/>
                        <a:cs typeface="Century Gothic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900" dirty="0">
                          <a:latin typeface="Century Gothic"/>
                          <a:cs typeface="Century Gothic"/>
                        </a:rPr>
                        <a:t>Apply</a:t>
                      </a:r>
                      <a:r>
                        <a:rPr sz="900" spc="2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900" dirty="0">
                          <a:latin typeface="Century Gothic"/>
                          <a:cs typeface="Century Gothic"/>
                        </a:rPr>
                        <a:t>for</a:t>
                      </a:r>
                      <a:r>
                        <a:rPr sz="900" spc="3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900" spc="-10" dirty="0">
                          <a:latin typeface="Century Gothic"/>
                          <a:cs typeface="Century Gothic"/>
                        </a:rPr>
                        <a:t>Opportunities</a:t>
                      </a:r>
                      <a:endParaRPr sz="900">
                        <a:latin typeface="Century Gothic"/>
                        <a:cs typeface="Century Gothic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94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900" spc="-50" dirty="0">
                          <a:latin typeface="Century Gothic"/>
                          <a:cs typeface="Century Gothic"/>
                        </a:rPr>
                        <a:t>C</a:t>
                      </a:r>
                      <a:endParaRPr sz="900">
                        <a:latin typeface="Century Gothic"/>
                        <a:cs typeface="Century Gothic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 marR="50419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900" dirty="0">
                          <a:latin typeface="Century Gothic"/>
                          <a:cs typeface="Century Gothic"/>
                        </a:rPr>
                        <a:t>Participation</a:t>
                      </a:r>
                      <a:r>
                        <a:rPr sz="900" spc="22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900" spc="-10" dirty="0">
                          <a:latin typeface="Century Gothic"/>
                          <a:cs typeface="Century Gothic"/>
                        </a:rPr>
                        <a:t>Personal </a:t>
                      </a:r>
                      <a:r>
                        <a:rPr sz="900" spc="10" dirty="0">
                          <a:latin typeface="Century Gothic"/>
                          <a:cs typeface="Century Gothic"/>
                        </a:rPr>
                        <a:t>Behaviours</a:t>
                      </a:r>
                      <a:r>
                        <a:rPr sz="900" spc="55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900" dirty="0">
                          <a:latin typeface="Century Gothic"/>
                          <a:cs typeface="Century Gothic"/>
                        </a:rPr>
                        <a:t>and</a:t>
                      </a:r>
                      <a:r>
                        <a:rPr sz="900" spc="70" dirty="0">
                          <a:latin typeface="Century Gothic"/>
                          <a:cs typeface="Century Gothic"/>
                        </a:rPr>
                        <a:t> </a:t>
                      </a:r>
                      <a:r>
                        <a:rPr sz="900" spc="-10" dirty="0">
                          <a:latin typeface="Century Gothic"/>
                          <a:cs typeface="Century Gothic"/>
                        </a:rPr>
                        <a:t>Standards</a:t>
                      </a:r>
                      <a:endParaRPr sz="900">
                        <a:latin typeface="Century Gothic"/>
                        <a:cs typeface="Century Gothic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60" dirty="0"/>
              <a:t>©</a:t>
            </a:r>
            <a:r>
              <a:rPr spc="-20" dirty="0"/>
              <a:t> </a:t>
            </a:r>
            <a:r>
              <a:rPr spc="65" dirty="0"/>
              <a:t>ETC</a:t>
            </a:r>
            <a:r>
              <a:rPr spc="-45" dirty="0"/>
              <a:t> </a:t>
            </a:r>
            <a:r>
              <a:rPr spc="65" dirty="0"/>
              <a:t>AWARDS</a:t>
            </a:r>
            <a:r>
              <a:rPr spc="-45" dirty="0"/>
              <a:t> </a:t>
            </a:r>
            <a:r>
              <a:rPr spc="120" dirty="0"/>
              <a:t>LTD</a:t>
            </a:r>
            <a:r>
              <a:rPr spc="-35" dirty="0"/>
              <a:t> </a:t>
            </a:r>
            <a:r>
              <a:rPr spc="35" dirty="0"/>
              <a:t>2024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60E93F-0356-94AF-0C5C-5E7C8785D46E}"/>
              </a:ext>
            </a:extLst>
          </p:cNvPr>
          <p:cNvSpPr txBox="1"/>
          <p:nvPr/>
        </p:nvSpPr>
        <p:spPr>
          <a:xfrm>
            <a:off x="1449773" y="4050330"/>
            <a:ext cx="3807288" cy="3952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750B8BA-92CA-2A0C-9884-E464BE7721C1}"/>
              </a:ext>
            </a:extLst>
          </p:cNvPr>
          <p:cNvSpPr txBox="1"/>
          <p:nvPr/>
        </p:nvSpPr>
        <p:spPr>
          <a:xfrm>
            <a:off x="4015332" y="2352449"/>
            <a:ext cx="937668" cy="314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FACE668-515E-AF08-5532-5152F333E80D}"/>
              </a:ext>
            </a:extLst>
          </p:cNvPr>
          <p:cNvSpPr txBox="1"/>
          <p:nvPr/>
        </p:nvSpPr>
        <p:spPr>
          <a:xfrm>
            <a:off x="4015332" y="2774568"/>
            <a:ext cx="937668" cy="314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BC887D9-6A40-F12B-1AD3-0720F0926892}"/>
              </a:ext>
            </a:extLst>
          </p:cNvPr>
          <p:cNvSpPr txBox="1"/>
          <p:nvPr/>
        </p:nvSpPr>
        <p:spPr>
          <a:xfrm>
            <a:off x="3989932" y="3181785"/>
            <a:ext cx="937668" cy="314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6C878D-0860-AB5A-555C-3CDCF44BEC38}"/>
              </a:ext>
            </a:extLst>
          </p:cNvPr>
          <p:cNvSpPr txBox="1"/>
          <p:nvPr/>
        </p:nvSpPr>
        <p:spPr>
          <a:xfrm>
            <a:off x="5274271" y="2385673"/>
            <a:ext cx="937668" cy="314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50FBE09-FCF6-7A2F-0E36-B94B6CD67B0B}"/>
              </a:ext>
            </a:extLst>
          </p:cNvPr>
          <p:cNvSpPr txBox="1"/>
          <p:nvPr/>
        </p:nvSpPr>
        <p:spPr>
          <a:xfrm>
            <a:off x="5274271" y="2807792"/>
            <a:ext cx="937668" cy="314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3A798FF-4216-73C1-C17B-0660BFDE05CB}"/>
              </a:ext>
            </a:extLst>
          </p:cNvPr>
          <p:cNvSpPr txBox="1"/>
          <p:nvPr/>
        </p:nvSpPr>
        <p:spPr>
          <a:xfrm>
            <a:off x="5248871" y="3215009"/>
            <a:ext cx="937668" cy="314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30087D6-D385-B28B-D09A-8606047721DD}"/>
              </a:ext>
            </a:extLst>
          </p:cNvPr>
          <p:cNvSpPr txBox="1"/>
          <p:nvPr/>
        </p:nvSpPr>
        <p:spPr>
          <a:xfrm>
            <a:off x="2036227" y="5815111"/>
            <a:ext cx="1697573" cy="3305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837AD00-2A2E-BC9E-6D66-D8C9EB99A5AD}"/>
              </a:ext>
            </a:extLst>
          </p:cNvPr>
          <p:cNvSpPr txBox="1"/>
          <p:nvPr/>
        </p:nvSpPr>
        <p:spPr>
          <a:xfrm>
            <a:off x="2036227" y="6484945"/>
            <a:ext cx="1697573" cy="3305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B4862D7-5998-EA9B-89B2-DC169A4EA465}"/>
              </a:ext>
            </a:extLst>
          </p:cNvPr>
          <p:cNvSpPr txBox="1"/>
          <p:nvPr/>
        </p:nvSpPr>
        <p:spPr>
          <a:xfrm>
            <a:off x="4488966" y="5764169"/>
            <a:ext cx="1697573" cy="3305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BC1AEE4-691F-DBBA-364D-781EDCC1C3BE}"/>
              </a:ext>
            </a:extLst>
          </p:cNvPr>
          <p:cNvSpPr txBox="1"/>
          <p:nvPr/>
        </p:nvSpPr>
        <p:spPr>
          <a:xfrm>
            <a:off x="4488966" y="6434003"/>
            <a:ext cx="1697573" cy="3305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63698" y="4328642"/>
            <a:ext cx="2520315" cy="1426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400" spc="240" dirty="0">
                <a:latin typeface="Calibri"/>
                <a:cs typeface="Calibri"/>
              </a:rPr>
              <a:t>Unit</a:t>
            </a:r>
            <a:r>
              <a:rPr sz="2400" spc="80" dirty="0">
                <a:latin typeface="Calibri"/>
                <a:cs typeface="Calibri"/>
              </a:rPr>
              <a:t> </a:t>
            </a:r>
            <a:r>
              <a:rPr sz="2400" spc="280" dirty="0">
                <a:latin typeface="Calibri"/>
                <a:cs typeface="Calibri"/>
              </a:rPr>
              <a:t>A</a:t>
            </a:r>
            <a:endParaRPr sz="2400">
              <a:latin typeface="Calibri"/>
              <a:cs typeface="Calibri"/>
            </a:endParaRPr>
          </a:p>
          <a:p>
            <a:pPr marL="12065" marR="5080" algn="ctr">
              <a:lnSpc>
                <a:spcPct val="100000"/>
              </a:lnSpc>
              <a:spcBef>
                <a:spcPts val="2395"/>
              </a:spcBef>
            </a:pPr>
            <a:r>
              <a:rPr sz="2400" spc="204" dirty="0">
                <a:latin typeface="Calibri"/>
                <a:cs typeface="Calibri"/>
              </a:rPr>
              <a:t>Identify</a:t>
            </a:r>
            <a:r>
              <a:rPr sz="2400" spc="65" dirty="0">
                <a:latin typeface="Calibri"/>
                <a:cs typeface="Calibri"/>
              </a:rPr>
              <a:t> </a:t>
            </a:r>
            <a:r>
              <a:rPr sz="2400" spc="235" dirty="0">
                <a:latin typeface="Calibri"/>
                <a:cs typeface="Calibri"/>
              </a:rPr>
              <a:t>Suitable </a:t>
            </a:r>
            <a:r>
              <a:rPr sz="2400" spc="240" dirty="0">
                <a:latin typeface="Calibri"/>
                <a:cs typeface="Calibri"/>
              </a:rPr>
              <a:t>Opportunities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81783" y="1641348"/>
            <a:ext cx="2694431" cy="122069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60" dirty="0"/>
              <a:t>©</a:t>
            </a:r>
            <a:r>
              <a:rPr spc="-20" dirty="0"/>
              <a:t> </a:t>
            </a:r>
            <a:r>
              <a:rPr spc="65" dirty="0"/>
              <a:t>ETC</a:t>
            </a:r>
            <a:r>
              <a:rPr spc="-45" dirty="0"/>
              <a:t> </a:t>
            </a:r>
            <a:r>
              <a:rPr spc="65" dirty="0"/>
              <a:t>AWARDS</a:t>
            </a:r>
            <a:r>
              <a:rPr spc="-45" dirty="0"/>
              <a:t> </a:t>
            </a:r>
            <a:r>
              <a:rPr spc="120" dirty="0"/>
              <a:t>LTD</a:t>
            </a:r>
            <a:r>
              <a:rPr spc="-35" dirty="0"/>
              <a:t> </a:t>
            </a:r>
            <a:r>
              <a:rPr spc="35" dirty="0"/>
              <a:t>2024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A close up of a sign  Description automatically generated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35752" y="452628"/>
            <a:ext cx="888491" cy="53949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96562" y="1783321"/>
            <a:ext cx="5680075" cy="2835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7620" algn="ctr">
              <a:lnSpc>
                <a:spcPct val="100000"/>
              </a:lnSpc>
              <a:spcBef>
                <a:spcPts val="100"/>
              </a:spcBef>
            </a:pPr>
            <a:r>
              <a:rPr sz="1100" spc="60" dirty="0">
                <a:latin typeface="Century Gothic"/>
                <a:cs typeface="Century Gothic"/>
              </a:rPr>
              <a:t>Assessment</a:t>
            </a:r>
            <a:r>
              <a:rPr sz="1100" spc="-4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Criteria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</a:pP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1100">
              <a:latin typeface="Century Gothic"/>
              <a:cs typeface="Century Gothic"/>
            </a:endParaRPr>
          </a:p>
          <a:p>
            <a:pPr marL="161925" lvl="1" indent="-152400">
              <a:lnSpc>
                <a:spcPts val="1200"/>
              </a:lnSpc>
              <a:buSzPct val="80000"/>
              <a:buAutoNum type="arabicPeriod"/>
              <a:tabLst>
                <a:tab pos="161925" algn="l"/>
              </a:tabLst>
            </a:pPr>
            <a:r>
              <a:rPr sz="1000" dirty="0">
                <a:latin typeface="Century Gothic"/>
                <a:cs typeface="Century Gothic"/>
              </a:rPr>
              <a:t>Outline</a:t>
            </a:r>
            <a:r>
              <a:rPr sz="1000" spc="8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why</a:t>
            </a:r>
            <a:r>
              <a:rPr sz="1000" spc="90" dirty="0">
                <a:latin typeface="Century Gothic"/>
                <a:cs typeface="Century Gothic"/>
              </a:rPr>
              <a:t> </a:t>
            </a:r>
            <a:r>
              <a:rPr sz="1000" spc="60" dirty="0">
                <a:latin typeface="Century Gothic"/>
                <a:cs typeface="Century Gothic"/>
              </a:rPr>
              <a:t>it</a:t>
            </a:r>
            <a:r>
              <a:rPr sz="1000" spc="70" dirty="0">
                <a:latin typeface="Century Gothic"/>
                <a:cs typeface="Century Gothic"/>
              </a:rPr>
              <a:t> </a:t>
            </a:r>
            <a:r>
              <a:rPr sz="1000" spc="80" dirty="0">
                <a:latin typeface="Century Gothic"/>
                <a:cs typeface="Century Gothic"/>
              </a:rPr>
              <a:t>is</a:t>
            </a:r>
            <a:r>
              <a:rPr sz="1000" spc="8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important</a:t>
            </a:r>
            <a:r>
              <a:rPr sz="1000" spc="7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to</a:t>
            </a:r>
            <a:r>
              <a:rPr sz="1000" spc="9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assess</a:t>
            </a:r>
            <a:r>
              <a:rPr sz="1000" spc="5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own</a:t>
            </a:r>
            <a:r>
              <a:rPr sz="1000" spc="6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personal</a:t>
            </a:r>
            <a:r>
              <a:rPr sz="1000" spc="65" dirty="0">
                <a:latin typeface="Century Gothic"/>
                <a:cs typeface="Century Gothic"/>
              </a:rPr>
              <a:t> </a:t>
            </a:r>
            <a:r>
              <a:rPr sz="1000" spc="50" dirty="0">
                <a:latin typeface="Century Gothic"/>
                <a:cs typeface="Century Gothic"/>
              </a:rPr>
              <a:t>strengths</a:t>
            </a:r>
            <a:r>
              <a:rPr sz="1000" spc="80" dirty="0">
                <a:latin typeface="Century Gothic"/>
                <a:cs typeface="Century Gothic"/>
              </a:rPr>
              <a:t> </a:t>
            </a:r>
            <a:r>
              <a:rPr sz="1000" spc="-20" dirty="0">
                <a:latin typeface="Century Gothic"/>
                <a:cs typeface="Century Gothic"/>
              </a:rPr>
              <a:t>and</a:t>
            </a:r>
            <a:r>
              <a:rPr sz="1000" spc="7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weaknesses</a:t>
            </a:r>
            <a:endParaRPr sz="1000">
              <a:latin typeface="Century Gothic"/>
              <a:cs typeface="Century Gothic"/>
            </a:endParaRPr>
          </a:p>
          <a:p>
            <a:pPr marL="189865" lvl="1" indent="-177165">
              <a:lnSpc>
                <a:spcPts val="1195"/>
              </a:lnSpc>
              <a:buSzPct val="80000"/>
              <a:buAutoNum type="arabicPeriod"/>
              <a:tabLst>
                <a:tab pos="189865" algn="l"/>
              </a:tabLst>
            </a:pPr>
            <a:r>
              <a:rPr sz="1000" dirty="0">
                <a:latin typeface="Century Gothic"/>
                <a:cs typeface="Century Gothic"/>
              </a:rPr>
              <a:t>Outline</a:t>
            </a:r>
            <a:r>
              <a:rPr sz="1000" spc="9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why</a:t>
            </a:r>
            <a:r>
              <a:rPr sz="1000" spc="100" dirty="0">
                <a:latin typeface="Century Gothic"/>
                <a:cs typeface="Century Gothic"/>
              </a:rPr>
              <a:t> </a:t>
            </a:r>
            <a:r>
              <a:rPr sz="1000" spc="65" dirty="0">
                <a:latin typeface="Century Gothic"/>
                <a:cs typeface="Century Gothic"/>
              </a:rPr>
              <a:t>it</a:t>
            </a:r>
            <a:r>
              <a:rPr sz="1000" spc="85" dirty="0">
                <a:latin typeface="Century Gothic"/>
                <a:cs typeface="Century Gothic"/>
              </a:rPr>
              <a:t> is</a:t>
            </a:r>
            <a:r>
              <a:rPr sz="1000" spc="9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important</a:t>
            </a:r>
            <a:r>
              <a:rPr sz="1000" spc="8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to</a:t>
            </a:r>
            <a:r>
              <a:rPr sz="1000" spc="8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assess</a:t>
            </a:r>
            <a:r>
              <a:rPr sz="1000" spc="8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own</a:t>
            </a:r>
            <a:r>
              <a:rPr sz="1000" spc="7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personal</a:t>
            </a:r>
            <a:r>
              <a:rPr sz="1000" spc="85" dirty="0">
                <a:latin typeface="Century Gothic"/>
                <a:cs typeface="Century Gothic"/>
              </a:rPr>
              <a:t> </a:t>
            </a:r>
            <a:r>
              <a:rPr sz="1000" spc="80" dirty="0">
                <a:latin typeface="Century Gothic"/>
                <a:cs typeface="Century Gothic"/>
              </a:rPr>
              <a:t>skills </a:t>
            </a:r>
            <a:r>
              <a:rPr sz="1000" spc="-10" dirty="0">
                <a:latin typeface="Century Gothic"/>
                <a:cs typeface="Century Gothic"/>
              </a:rPr>
              <a:t>and</a:t>
            </a:r>
            <a:r>
              <a:rPr sz="1000" spc="9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qualities</a:t>
            </a:r>
            <a:endParaRPr sz="1000">
              <a:latin typeface="Century Gothic"/>
              <a:cs typeface="Century Gothic"/>
            </a:endParaRPr>
          </a:p>
          <a:p>
            <a:pPr marL="188595" lvl="1" indent="-175895">
              <a:lnSpc>
                <a:spcPts val="1195"/>
              </a:lnSpc>
              <a:buSzPct val="80000"/>
              <a:buAutoNum type="arabicPeriod"/>
              <a:tabLst>
                <a:tab pos="188595" algn="l"/>
              </a:tabLst>
            </a:pPr>
            <a:r>
              <a:rPr sz="1000" spc="85" dirty="0">
                <a:latin typeface="Century Gothic"/>
                <a:cs typeface="Century Gothic"/>
              </a:rPr>
              <a:t>List</a:t>
            </a:r>
            <a:r>
              <a:rPr sz="1000" spc="9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your</a:t>
            </a:r>
            <a:r>
              <a:rPr sz="1000" spc="5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own</a:t>
            </a:r>
            <a:r>
              <a:rPr sz="1000" spc="60" dirty="0">
                <a:latin typeface="Century Gothic"/>
                <a:cs typeface="Century Gothic"/>
              </a:rPr>
              <a:t> </a:t>
            </a:r>
            <a:r>
              <a:rPr sz="1000" spc="50" dirty="0">
                <a:latin typeface="Century Gothic"/>
                <a:cs typeface="Century Gothic"/>
              </a:rPr>
              <a:t>strengths</a:t>
            </a:r>
            <a:r>
              <a:rPr sz="1000" spc="6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and</a:t>
            </a:r>
            <a:r>
              <a:rPr sz="1000" spc="11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weaknesses</a:t>
            </a:r>
            <a:r>
              <a:rPr sz="1000" spc="3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that</a:t>
            </a:r>
            <a:r>
              <a:rPr sz="1000" spc="9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contribute</a:t>
            </a:r>
            <a:r>
              <a:rPr sz="1000" spc="9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toward</a:t>
            </a:r>
            <a:r>
              <a:rPr sz="1000" spc="7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seeking</a:t>
            </a:r>
            <a:r>
              <a:rPr sz="1000" spc="4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opportunities</a:t>
            </a:r>
            <a:endParaRPr sz="1000">
              <a:latin typeface="Century Gothic"/>
              <a:cs typeface="Century Gothic"/>
            </a:endParaRPr>
          </a:p>
          <a:p>
            <a:pPr marL="200025" lvl="1" indent="-187325">
              <a:lnSpc>
                <a:spcPts val="1195"/>
              </a:lnSpc>
              <a:buSzPct val="80000"/>
              <a:buAutoNum type="arabicPeriod"/>
              <a:tabLst>
                <a:tab pos="200025" algn="l"/>
              </a:tabLst>
            </a:pPr>
            <a:r>
              <a:rPr sz="1000" spc="90" dirty="0">
                <a:latin typeface="Century Gothic"/>
                <a:cs typeface="Century Gothic"/>
              </a:rPr>
              <a:t>List</a:t>
            </a:r>
            <a:r>
              <a:rPr sz="1000" spc="10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your</a:t>
            </a:r>
            <a:r>
              <a:rPr sz="1000" spc="6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own</a:t>
            </a:r>
            <a:r>
              <a:rPr sz="1000" spc="70" dirty="0">
                <a:latin typeface="Century Gothic"/>
                <a:cs typeface="Century Gothic"/>
              </a:rPr>
              <a:t> </a:t>
            </a:r>
            <a:r>
              <a:rPr sz="1000" spc="80" dirty="0">
                <a:latin typeface="Century Gothic"/>
                <a:cs typeface="Century Gothic"/>
              </a:rPr>
              <a:t>skills</a:t>
            </a:r>
            <a:r>
              <a:rPr sz="1000" spc="9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and</a:t>
            </a:r>
            <a:r>
              <a:rPr sz="1000" spc="10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qualities</a:t>
            </a:r>
            <a:r>
              <a:rPr sz="1000" spc="9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that</a:t>
            </a:r>
            <a:r>
              <a:rPr sz="1000" spc="10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contribute</a:t>
            </a:r>
            <a:r>
              <a:rPr sz="1000" spc="10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toward</a:t>
            </a:r>
            <a:r>
              <a:rPr sz="1000" spc="7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seeking</a:t>
            </a:r>
            <a:r>
              <a:rPr sz="1000" spc="100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opportunities</a:t>
            </a:r>
            <a:endParaRPr sz="1000">
              <a:latin typeface="Century Gothic"/>
              <a:cs typeface="Century Gothic"/>
            </a:endParaRPr>
          </a:p>
          <a:p>
            <a:pPr marL="188595" lvl="1" indent="-187325">
              <a:lnSpc>
                <a:spcPts val="1195"/>
              </a:lnSpc>
              <a:buAutoNum type="arabicPeriod"/>
              <a:tabLst>
                <a:tab pos="188595" algn="l"/>
              </a:tabLst>
            </a:pPr>
            <a:r>
              <a:rPr sz="1000" dirty="0">
                <a:latin typeface="Century Gothic"/>
                <a:cs typeface="Century Gothic"/>
              </a:rPr>
              <a:t>State</a:t>
            </a:r>
            <a:r>
              <a:rPr sz="1000" spc="90" dirty="0">
                <a:latin typeface="Century Gothic"/>
                <a:cs typeface="Century Gothic"/>
              </a:rPr>
              <a:t> </a:t>
            </a:r>
            <a:r>
              <a:rPr sz="1000" spc="-110" dirty="0">
                <a:latin typeface="Century Gothic"/>
                <a:cs typeface="Century Gothic"/>
              </a:rPr>
              <a:t>a</a:t>
            </a:r>
            <a:r>
              <a:rPr sz="1000" spc="8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long-</a:t>
            </a:r>
            <a:r>
              <a:rPr sz="1000" spc="55" dirty="0">
                <a:latin typeface="Century Gothic"/>
                <a:cs typeface="Century Gothic"/>
              </a:rPr>
              <a:t>term </a:t>
            </a:r>
            <a:r>
              <a:rPr sz="1000" spc="-10" dirty="0">
                <a:latin typeface="Century Gothic"/>
                <a:cs typeface="Century Gothic"/>
              </a:rPr>
              <a:t>goal</a:t>
            </a:r>
            <a:r>
              <a:rPr sz="1000" spc="8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for</a:t>
            </a:r>
            <a:r>
              <a:rPr sz="1000" spc="60" dirty="0">
                <a:latin typeface="Century Gothic"/>
                <a:cs typeface="Century Gothic"/>
              </a:rPr>
              <a:t> </a:t>
            </a:r>
            <a:r>
              <a:rPr sz="1000" spc="-110" dirty="0">
                <a:latin typeface="Century Gothic"/>
                <a:cs typeface="Century Gothic"/>
              </a:rPr>
              <a:t>a</a:t>
            </a:r>
            <a:r>
              <a:rPr sz="1000" spc="9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potential</a:t>
            </a:r>
            <a:r>
              <a:rPr sz="1000" spc="9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opportunity</a:t>
            </a:r>
            <a:r>
              <a:rPr sz="1000" spc="90" dirty="0">
                <a:latin typeface="Century Gothic"/>
                <a:cs typeface="Century Gothic"/>
              </a:rPr>
              <a:t> </a:t>
            </a:r>
            <a:r>
              <a:rPr sz="1000" spc="55" dirty="0">
                <a:latin typeface="Century Gothic"/>
                <a:cs typeface="Century Gothic"/>
              </a:rPr>
              <a:t>with</a:t>
            </a:r>
            <a:r>
              <a:rPr sz="1000" spc="8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realistic</a:t>
            </a:r>
            <a:r>
              <a:rPr sz="1000" spc="100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targets</a:t>
            </a:r>
            <a:endParaRPr sz="1000">
              <a:latin typeface="Century Gothic"/>
              <a:cs typeface="Century Gothic"/>
            </a:endParaRPr>
          </a:p>
          <a:p>
            <a:pPr marL="214629" lvl="1" indent="-201930">
              <a:lnSpc>
                <a:spcPts val="1195"/>
              </a:lnSpc>
              <a:buAutoNum type="arabicPeriod"/>
              <a:tabLst>
                <a:tab pos="214629" algn="l"/>
              </a:tabLst>
            </a:pPr>
            <a:r>
              <a:rPr sz="1000" dirty="0">
                <a:latin typeface="Century Gothic"/>
                <a:cs typeface="Century Gothic"/>
              </a:rPr>
              <a:t>State</a:t>
            </a:r>
            <a:r>
              <a:rPr sz="1000" spc="65" dirty="0">
                <a:latin typeface="Century Gothic"/>
                <a:cs typeface="Century Gothic"/>
              </a:rPr>
              <a:t> </a:t>
            </a:r>
            <a:r>
              <a:rPr sz="1000" spc="-110" dirty="0">
                <a:latin typeface="Century Gothic"/>
                <a:cs typeface="Century Gothic"/>
              </a:rPr>
              <a:t>a</a:t>
            </a:r>
            <a:r>
              <a:rPr sz="1000" spc="85" dirty="0">
                <a:latin typeface="Century Gothic"/>
                <a:cs typeface="Century Gothic"/>
              </a:rPr>
              <a:t> </a:t>
            </a:r>
            <a:r>
              <a:rPr sz="1000" spc="50" dirty="0">
                <a:latin typeface="Century Gothic"/>
                <a:cs typeface="Century Gothic"/>
              </a:rPr>
              <a:t>short-</a:t>
            </a:r>
            <a:r>
              <a:rPr sz="1000" spc="55" dirty="0">
                <a:latin typeface="Century Gothic"/>
                <a:cs typeface="Century Gothic"/>
              </a:rPr>
              <a:t>term</a:t>
            </a:r>
            <a:r>
              <a:rPr sz="1000" spc="50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goal</a:t>
            </a:r>
            <a:r>
              <a:rPr sz="1000" spc="6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for</a:t>
            </a:r>
            <a:r>
              <a:rPr sz="1000" spc="45" dirty="0">
                <a:latin typeface="Century Gothic"/>
                <a:cs typeface="Century Gothic"/>
              </a:rPr>
              <a:t> </a:t>
            </a:r>
            <a:r>
              <a:rPr sz="1000" spc="-110" dirty="0">
                <a:latin typeface="Century Gothic"/>
                <a:cs typeface="Century Gothic"/>
              </a:rPr>
              <a:t>a</a:t>
            </a:r>
            <a:r>
              <a:rPr sz="1000" spc="9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potential</a:t>
            </a:r>
            <a:r>
              <a:rPr sz="1000" spc="8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opportunity</a:t>
            </a:r>
            <a:r>
              <a:rPr sz="1000" spc="80" dirty="0">
                <a:latin typeface="Century Gothic"/>
                <a:cs typeface="Century Gothic"/>
              </a:rPr>
              <a:t> </a:t>
            </a:r>
            <a:r>
              <a:rPr sz="1000" spc="55" dirty="0">
                <a:latin typeface="Century Gothic"/>
                <a:cs typeface="Century Gothic"/>
              </a:rPr>
              <a:t>with</a:t>
            </a:r>
            <a:r>
              <a:rPr sz="1000" spc="7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realistic</a:t>
            </a:r>
            <a:r>
              <a:rPr sz="1000" spc="8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targets</a:t>
            </a:r>
            <a:endParaRPr sz="1000">
              <a:latin typeface="Century Gothic"/>
              <a:cs typeface="Century Gothic"/>
            </a:endParaRPr>
          </a:p>
          <a:p>
            <a:pPr marL="215900" lvl="1" indent="-203200">
              <a:lnSpc>
                <a:spcPts val="1195"/>
              </a:lnSpc>
              <a:buAutoNum type="arabicPeriod"/>
              <a:tabLst>
                <a:tab pos="215900" algn="l"/>
              </a:tabLst>
            </a:pPr>
            <a:r>
              <a:rPr sz="1000" spc="90" dirty="0">
                <a:latin typeface="Century Gothic"/>
                <a:cs typeface="Century Gothic"/>
              </a:rPr>
              <a:t>List</a:t>
            </a:r>
            <a:r>
              <a:rPr sz="1000" spc="2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ways</a:t>
            </a:r>
            <a:r>
              <a:rPr sz="1000" spc="2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to</a:t>
            </a:r>
            <a:r>
              <a:rPr sz="1000" spc="35" dirty="0">
                <a:latin typeface="Century Gothic"/>
                <a:cs typeface="Century Gothic"/>
              </a:rPr>
              <a:t> </a:t>
            </a:r>
            <a:r>
              <a:rPr sz="1000" spc="-25" dirty="0">
                <a:latin typeface="Century Gothic"/>
                <a:cs typeface="Century Gothic"/>
              </a:rPr>
              <a:t>achieve</a:t>
            </a:r>
            <a:r>
              <a:rPr sz="1000" spc="2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identified</a:t>
            </a:r>
            <a:r>
              <a:rPr sz="1000" spc="4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long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and</a:t>
            </a:r>
            <a:r>
              <a:rPr sz="1000" spc="40" dirty="0">
                <a:latin typeface="Century Gothic"/>
                <a:cs typeface="Century Gothic"/>
              </a:rPr>
              <a:t> </a:t>
            </a:r>
            <a:r>
              <a:rPr sz="1000" spc="55" dirty="0">
                <a:latin typeface="Century Gothic"/>
                <a:cs typeface="Century Gothic"/>
              </a:rPr>
              <a:t>short</a:t>
            </a:r>
            <a:r>
              <a:rPr sz="1000" spc="25" dirty="0">
                <a:latin typeface="Century Gothic"/>
                <a:cs typeface="Century Gothic"/>
              </a:rPr>
              <a:t> </a:t>
            </a:r>
            <a:r>
              <a:rPr sz="1000" spc="60" dirty="0">
                <a:latin typeface="Century Gothic"/>
                <a:cs typeface="Century Gothic"/>
              </a:rPr>
              <a:t>term</a:t>
            </a:r>
            <a:r>
              <a:rPr sz="1000" spc="5" dirty="0">
                <a:latin typeface="Century Gothic"/>
                <a:cs typeface="Century Gothic"/>
              </a:rPr>
              <a:t> </a:t>
            </a:r>
            <a:r>
              <a:rPr sz="1000" spc="-20" dirty="0">
                <a:latin typeface="Century Gothic"/>
                <a:cs typeface="Century Gothic"/>
              </a:rPr>
              <a:t>goals</a:t>
            </a:r>
            <a:endParaRPr sz="1000">
              <a:latin typeface="Century Gothic"/>
              <a:cs typeface="Century Gothic"/>
            </a:endParaRPr>
          </a:p>
          <a:p>
            <a:pPr marL="225425" lvl="1" indent="-212725">
              <a:lnSpc>
                <a:spcPts val="1195"/>
              </a:lnSpc>
              <a:buAutoNum type="arabicPeriod"/>
              <a:tabLst>
                <a:tab pos="225425" algn="l"/>
              </a:tabLst>
            </a:pPr>
            <a:r>
              <a:rPr sz="1000" dirty="0">
                <a:latin typeface="Century Gothic"/>
                <a:cs typeface="Century Gothic"/>
              </a:rPr>
              <a:t>Explain</a:t>
            </a:r>
            <a:r>
              <a:rPr sz="1000" spc="5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why</a:t>
            </a:r>
            <a:r>
              <a:rPr sz="1000" spc="2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goals</a:t>
            </a:r>
            <a:r>
              <a:rPr sz="1000" spc="3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may</a:t>
            </a:r>
            <a:r>
              <a:rPr sz="1000" spc="2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not</a:t>
            </a:r>
            <a:r>
              <a:rPr sz="1000" spc="35" dirty="0">
                <a:latin typeface="Century Gothic"/>
                <a:cs typeface="Century Gothic"/>
              </a:rPr>
              <a:t> </a:t>
            </a:r>
            <a:r>
              <a:rPr sz="1000" spc="-20" dirty="0">
                <a:latin typeface="Century Gothic"/>
                <a:cs typeface="Century Gothic"/>
              </a:rPr>
              <a:t>be</a:t>
            </a:r>
            <a:r>
              <a:rPr sz="1000" spc="45" dirty="0">
                <a:latin typeface="Century Gothic"/>
                <a:cs typeface="Century Gothic"/>
              </a:rPr>
              <a:t> </a:t>
            </a:r>
            <a:r>
              <a:rPr sz="1000" spc="-25" dirty="0">
                <a:latin typeface="Century Gothic"/>
                <a:cs typeface="Century Gothic"/>
              </a:rPr>
              <a:t>reached</a:t>
            </a:r>
            <a:r>
              <a:rPr sz="1000" spc="20" dirty="0">
                <a:latin typeface="Century Gothic"/>
                <a:cs typeface="Century Gothic"/>
              </a:rPr>
              <a:t> </a:t>
            </a:r>
            <a:r>
              <a:rPr sz="1000" spc="55" dirty="0">
                <a:latin typeface="Century Gothic"/>
                <a:cs typeface="Century Gothic"/>
              </a:rPr>
              <a:t>within </a:t>
            </a:r>
            <a:r>
              <a:rPr sz="1000" dirty="0">
                <a:latin typeface="Century Gothic"/>
                <a:cs typeface="Century Gothic"/>
              </a:rPr>
              <a:t>the</a:t>
            </a:r>
            <a:r>
              <a:rPr sz="1000" spc="4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timescale</a:t>
            </a:r>
            <a:endParaRPr sz="1000">
              <a:latin typeface="Century Gothic"/>
              <a:cs typeface="Century Gothic"/>
            </a:endParaRPr>
          </a:p>
          <a:p>
            <a:pPr marL="189230" lvl="1" indent="-187325">
              <a:lnSpc>
                <a:spcPts val="1195"/>
              </a:lnSpc>
              <a:buAutoNum type="arabicPeriod"/>
              <a:tabLst>
                <a:tab pos="189230" algn="l"/>
              </a:tabLst>
            </a:pPr>
            <a:r>
              <a:rPr sz="1000" dirty="0">
                <a:latin typeface="Century Gothic"/>
                <a:cs typeface="Century Gothic"/>
              </a:rPr>
              <a:t>Describe</a:t>
            </a:r>
            <a:r>
              <a:rPr sz="1000" spc="11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three</a:t>
            </a:r>
            <a:r>
              <a:rPr sz="1000" spc="14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possible</a:t>
            </a:r>
            <a:r>
              <a:rPr sz="1000" spc="13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sources</a:t>
            </a:r>
            <a:r>
              <a:rPr sz="1000" spc="9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of</a:t>
            </a:r>
            <a:r>
              <a:rPr sz="1000" spc="14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identifying</a:t>
            </a:r>
            <a:r>
              <a:rPr sz="1000" spc="16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opportunities</a:t>
            </a:r>
            <a:r>
              <a:rPr sz="1000" spc="130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and</a:t>
            </a:r>
            <a:r>
              <a:rPr sz="1000" spc="14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provide</a:t>
            </a:r>
            <a:r>
              <a:rPr sz="1000" spc="140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examples</a:t>
            </a:r>
            <a:endParaRPr sz="1000">
              <a:latin typeface="Century Gothic"/>
              <a:cs typeface="Century Gothic"/>
            </a:endParaRPr>
          </a:p>
          <a:p>
            <a:pPr marL="213995" lvl="1" indent="-201295">
              <a:lnSpc>
                <a:spcPts val="1195"/>
              </a:lnSpc>
              <a:buAutoNum type="arabicPeriod"/>
              <a:tabLst>
                <a:tab pos="213995" algn="l"/>
              </a:tabLst>
            </a:pPr>
            <a:r>
              <a:rPr sz="1000" dirty="0">
                <a:latin typeface="Century Gothic"/>
                <a:cs typeface="Century Gothic"/>
              </a:rPr>
              <a:t>Describe</a:t>
            </a:r>
            <a:r>
              <a:rPr sz="1000" spc="6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the</a:t>
            </a:r>
            <a:r>
              <a:rPr sz="1000" spc="10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support</a:t>
            </a:r>
            <a:r>
              <a:rPr sz="1000" spc="8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networks</a:t>
            </a:r>
            <a:r>
              <a:rPr sz="1000" spc="70" dirty="0">
                <a:latin typeface="Century Gothic"/>
                <a:cs typeface="Century Gothic"/>
              </a:rPr>
              <a:t> </a:t>
            </a:r>
            <a:r>
              <a:rPr sz="1000" spc="-25" dirty="0">
                <a:latin typeface="Century Gothic"/>
                <a:cs typeface="Century Gothic"/>
              </a:rPr>
              <a:t>available</a:t>
            </a:r>
            <a:r>
              <a:rPr sz="1000" spc="10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to</a:t>
            </a:r>
            <a:r>
              <a:rPr sz="1000" spc="10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help</a:t>
            </a:r>
            <a:r>
              <a:rPr sz="1000" spc="9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them</a:t>
            </a:r>
            <a:r>
              <a:rPr sz="1000" spc="8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as</a:t>
            </a:r>
            <a:r>
              <a:rPr sz="1000" spc="9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individuals</a:t>
            </a:r>
            <a:endParaRPr sz="1000">
              <a:latin typeface="Century Gothic"/>
              <a:cs typeface="Century Gothic"/>
            </a:endParaRPr>
          </a:p>
          <a:p>
            <a:pPr marL="214629" lvl="1" indent="-201930">
              <a:lnSpc>
                <a:spcPts val="1195"/>
              </a:lnSpc>
              <a:buAutoNum type="arabicPeriod"/>
              <a:tabLst>
                <a:tab pos="214629" algn="l"/>
              </a:tabLst>
            </a:pPr>
            <a:r>
              <a:rPr sz="1000" spc="20" dirty="0">
                <a:latin typeface="Century Gothic"/>
                <a:cs typeface="Century Gothic"/>
              </a:rPr>
              <a:t>Provide</a:t>
            </a:r>
            <a:r>
              <a:rPr sz="1000" spc="5" dirty="0">
                <a:latin typeface="Century Gothic"/>
                <a:cs typeface="Century Gothic"/>
              </a:rPr>
              <a:t> </a:t>
            </a:r>
            <a:r>
              <a:rPr sz="1000" spc="10" dirty="0">
                <a:latin typeface="Century Gothic"/>
                <a:cs typeface="Century Gothic"/>
              </a:rPr>
              <a:t>examples</a:t>
            </a:r>
            <a:r>
              <a:rPr sz="1000" spc="5" dirty="0">
                <a:latin typeface="Century Gothic"/>
                <a:cs typeface="Century Gothic"/>
              </a:rPr>
              <a:t> </a:t>
            </a:r>
            <a:r>
              <a:rPr sz="1000" spc="10" dirty="0">
                <a:latin typeface="Century Gothic"/>
                <a:cs typeface="Century Gothic"/>
              </a:rPr>
              <a:t>of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spc="20" dirty="0">
                <a:latin typeface="Century Gothic"/>
                <a:cs typeface="Century Gothic"/>
              </a:rPr>
              <a:t>opportunities that</a:t>
            </a:r>
            <a:r>
              <a:rPr sz="1000" spc="55" dirty="0">
                <a:latin typeface="Century Gothic"/>
                <a:cs typeface="Century Gothic"/>
              </a:rPr>
              <a:t> </a:t>
            </a:r>
            <a:r>
              <a:rPr sz="1000" spc="20" dirty="0">
                <a:latin typeface="Century Gothic"/>
                <a:cs typeface="Century Gothic"/>
              </a:rPr>
              <a:t>interest</a:t>
            </a:r>
            <a:r>
              <a:rPr sz="1000" spc="10" dirty="0">
                <a:latin typeface="Century Gothic"/>
                <a:cs typeface="Century Gothic"/>
              </a:rPr>
              <a:t> </a:t>
            </a:r>
            <a:r>
              <a:rPr sz="1000" spc="-25" dirty="0">
                <a:latin typeface="Century Gothic"/>
                <a:cs typeface="Century Gothic"/>
              </a:rPr>
              <a:t>you</a:t>
            </a:r>
            <a:endParaRPr sz="1000">
              <a:latin typeface="Century Gothic"/>
              <a:cs typeface="Century Gothic"/>
            </a:endParaRPr>
          </a:p>
          <a:p>
            <a:pPr marL="198120" lvl="1" indent="-187325">
              <a:lnSpc>
                <a:spcPts val="1195"/>
              </a:lnSpc>
              <a:buAutoNum type="arabicPeriod"/>
              <a:tabLst>
                <a:tab pos="198120" algn="l"/>
              </a:tabLst>
            </a:pPr>
            <a:r>
              <a:rPr sz="1000" dirty="0">
                <a:latin typeface="Century Gothic"/>
                <a:cs typeface="Century Gothic"/>
              </a:rPr>
              <a:t>Explain</a:t>
            </a:r>
            <a:r>
              <a:rPr sz="1000" spc="7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how</a:t>
            </a:r>
            <a:r>
              <a:rPr sz="1000" spc="50" dirty="0">
                <a:latin typeface="Century Gothic"/>
                <a:cs typeface="Century Gothic"/>
              </a:rPr>
              <a:t> </a:t>
            </a:r>
            <a:r>
              <a:rPr sz="1000" spc="-25" dirty="0">
                <a:latin typeface="Century Gothic"/>
                <a:cs typeface="Century Gothic"/>
              </a:rPr>
              <a:t>everyday</a:t>
            </a:r>
            <a:r>
              <a:rPr sz="1000" spc="5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activities</a:t>
            </a:r>
            <a:r>
              <a:rPr sz="1000" spc="60" dirty="0">
                <a:latin typeface="Century Gothic"/>
                <a:cs typeface="Century Gothic"/>
              </a:rPr>
              <a:t> </a:t>
            </a:r>
            <a:r>
              <a:rPr sz="1000" spc="-50" dirty="0">
                <a:latin typeface="Century Gothic"/>
                <a:cs typeface="Century Gothic"/>
              </a:rPr>
              <a:t>can</a:t>
            </a:r>
            <a:r>
              <a:rPr sz="1000" spc="6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help</a:t>
            </a:r>
            <a:r>
              <a:rPr sz="1000" spc="75" dirty="0">
                <a:latin typeface="Century Gothic"/>
                <a:cs typeface="Century Gothic"/>
              </a:rPr>
              <a:t> </a:t>
            </a:r>
            <a:r>
              <a:rPr sz="1000" spc="-20" dirty="0">
                <a:latin typeface="Century Gothic"/>
                <a:cs typeface="Century Gothic"/>
              </a:rPr>
              <a:t>develop</a:t>
            </a:r>
            <a:r>
              <a:rPr sz="1000" spc="3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transferable</a:t>
            </a:r>
            <a:r>
              <a:rPr sz="1000" spc="70" dirty="0">
                <a:latin typeface="Century Gothic"/>
                <a:cs typeface="Century Gothic"/>
              </a:rPr>
              <a:t> </a:t>
            </a:r>
            <a:r>
              <a:rPr sz="1000" spc="80" dirty="0">
                <a:latin typeface="Century Gothic"/>
                <a:cs typeface="Century Gothic"/>
              </a:rPr>
              <a:t>skills</a:t>
            </a:r>
            <a:r>
              <a:rPr sz="1000" spc="6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qualities</a:t>
            </a:r>
            <a:endParaRPr sz="1000">
              <a:latin typeface="Century Gothic"/>
              <a:cs typeface="Century Gothic"/>
            </a:endParaRPr>
          </a:p>
          <a:p>
            <a:pPr marL="226060" lvl="1" indent="-213360">
              <a:lnSpc>
                <a:spcPts val="1195"/>
              </a:lnSpc>
              <a:buAutoNum type="arabicPeriod"/>
              <a:tabLst>
                <a:tab pos="226060" algn="l"/>
              </a:tabLst>
            </a:pPr>
            <a:r>
              <a:rPr sz="1000" dirty="0">
                <a:latin typeface="Century Gothic"/>
                <a:cs typeface="Century Gothic"/>
              </a:rPr>
              <a:t>Explain</a:t>
            </a:r>
            <a:r>
              <a:rPr sz="1000" spc="11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how</a:t>
            </a:r>
            <a:r>
              <a:rPr sz="1000" spc="8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other</a:t>
            </a:r>
            <a:r>
              <a:rPr sz="1000" spc="8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initiatives</a:t>
            </a:r>
            <a:r>
              <a:rPr sz="1000" spc="95" dirty="0">
                <a:latin typeface="Century Gothic"/>
                <a:cs typeface="Century Gothic"/>
              </a:rPr>
              <a:t> </a:t>
            </a:r>
            <a:r>
              <a:rPr sz="1000" spc="-45" dirty="0">
                <a:latin typeface="Century Gothic"/>
                <a:cs typeface="Century Gothic"/>
              </a:rPr>
              <a:t>can</a:t>
            </a:r>
            <a:r>
              <a:rPr sz="1000" spc="114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help</a:t>
            </a:r>
            <a:r>
              <a:rPr sz="1000" spc="90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develop</a:t>
            </a:r>
            <a:r>
              <a:rPr sz="1000" spc="7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transferable</a:t>
            </a:r>
            <a:r>
              <a:rPr sz="1000" spc="95" dirty="0">
                <a:latin typeface="Century Gothic"/>
                <a:cs typeface="Century Gothic"/>
              </a:rPr>
              <a:t> </a:t>
            </a:r>
            <a:r>
              <a:rPr sz="1000" spc="80" dirty="0">
                <a:latin typeface="Century Gothic"/>
                <a:cs typeface="Century Gothic"/>
              </a:rPr>
              <a:t>skills</a:t>
            </a:r>
            <a:r>
              <a:rPr sz="1000" spc="10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and</a:t>
            </a:r>
            <a:r>
              <a:rPr sz="1000" spc="110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qualities</a:t>
            </a:r>
            <a:endParaRPr sz="1000">
              <a:latin typeface="Century Gothic"/>
              <a:cs typeface="Century Gothic"/>
            </a:endParaRPr>
          </a:p>
          <a:p>
            <a:pPr marL="189230" lvl="1" indent="-187325">
              <a:lnSpc>
                <a:spcPts val="1195"/>
              </a:lnSpc>
              <a:buAutoNum type="arabicPeriod"/>
              <a:tabLst>
                <a:tab pos="189230" algn="l"/>
              </a:tabLst>
            </a:pPr>
            <a:r>
              <a:rPr sz="1000" spc="10" dirty="0">
                <a:latin typeface="Century Gothic"/>
                <a:cs typeface="Century Gothic"/>
              </a:rPr>
              <a:t>Explain</a:t>
            </a:r>
            <a:r>
              <a:rPr sz="1000" spc="80" dirty="0">
                <a:latin typeface="Century Gothic"/>
                <a:cs typeface="Century Gothic"/>
              </a:rPr>
              <a:t> </a:t>
            </a:r>
            <a:r>
              <a:rPr sz="1000" spc="10" dirty="0">
                <a:latin typeface="Century Gothic"/>
                <a:cs typeface="Century Gothic"/>
              </a:rPr>
              <a:t>how</a:t>
            </a:r>
            <a:r>
              <a:rPr sz="1000" spc="55" dirty="0">
                <a:latin typeface="Century Gothic"/>
                <a:cs typeface="Century Gothic"/>
              </a:rPr>
              <a:t> </a:t>
            </a:r>
            <a:r>
              <a:rPr sz="1000" spc="10" dirty="0">
                <a:latin typeface="Century Gothic"/>
                <a:cs typeface="Century Gothic"/>
              </a:rPr>
              <a:t>to</a:t>
            </a:r>
            <a:r>
              <a:rPr sz="1000" spc="65" dirty="0">
                <a:latin typeface="Century Gothic"/>
                <a:cs typeface="Century Gothic"/>
              </a:rPr>
              <a:t> </a:t>
            </a:r>
            <a:r>
              <a:rPr sz="1000" spc="10" dirty="0">
                <a:latin typeface="Century Gothic"/>
                <a:cs typeface="Century Gothic"/>
              </a:rPr>
              <a:t>use</a:t>
            </a:r>
            <a:r>
              <a:rPr sz="1000" spc="60" dirty="0">
                <a:latin typeface="Century Gothic"/>
                <a:cs typeface="Century Gothic"/>
              </a:rPr>
              <a:t> </a:t>
            </a:r>
            <a:r>
              <a:rPr sz="1000" spc="10" dirty="0">
                <a:latin typeface="Century Gothic"/>
                <a:cs typeface="Century Gothic"/>
              </a:rPr>
              <a:t>own</a:t>
            </a:r>
            <a:r>
              <a:rPr sz="1000" spc="5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experiences</a:t>
            </a:r>
            <a:r>
              <a:rPr sz="1000" spc="20" dirty="0">
                <a:latin typeface="Century Gothic"/>
                <a:cs typeface="Century Gothic"/>
              </a:rPr>
              <a:t> </a:t>
            </a:r>
            <a:r>
              <a:rPr sz="1000" spc="10" dirty="0">
                <a:latin typeface="Century Gothic"/>
                <a:cs typeface="Century Gothic"/>
              </a:rPr>
              <a:t>to</a:t>
            </a:r>
            <a:r>
              <a:rPr sz="1000" spc="75" dirty="0">
                <a:latin typeface="Century Gothic"/>
                <a:cs typeface="Century Gothic"/>
              </a:rPr>
              <a:t> </a:t>
            </a:r>
            <a:r>
              <a:rPr sz="1000" spc="10" dirty="0">
                <a:latin typeface="Century Gothic"/>
                <a:cs typeface="Century Gothic"/>
              </a:rPr>
              <a:t>support</a:t>
            </a:r>
            <a:r>
              <a:rPr sz="1000" spc="50" dirty="0">
                <a:latin typeface="Century Gothic"/>
                <a:cs typeface="Century Gothic"/>
              </a:rPr>
              <a:t> </a:t>
            </a:r>
            <a:r>
              <a:rPr sz="1000" spc="10" dirty="0">
                <a:latin typeface="Century Gothic"/>
                <a:cs typeface="Century Gothic"/>
              </a:rPr>
              <a:t>your</a:t>
            </a:r>
            <a:r>
              <a:rPr sz="1000" spc="40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choices</a:t>
            </a:r>
            <a:endParaRPr sz="1000">
              <a:latin typeface="Century Gothic"/>
              <a:cs typeface="Century Gothic"/>
            </a:endParaRPr>
          </a:p>
          <a:p>
            <a:pPr marL="214629" lvl="1" indent="-201930">
              <a:lnSpc>
                <a:spcPts val="1200"/>
              </a:lnSpc>
              <a:buAutoNum type="arabicPeriod"/>
              <a:tabLst>
                <a:tab pos="214629" algn="l"/>
              </a:tabLst>
            </a:pPr>
            <a:r>
              <a:rPr sz="1000" dirty="0">
                <a:latin typeface="Century Gothic"/>
                <a:cs typeface="Century Gothic"/>
              </a:rPr>
              <a:t>Assess</a:t>
            </a:r>
            <a:r>
              <a:rPr sz="1000" spc="7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how</a:t>
            </a:r>
            <a:r>
              <a:rPr sz="1000" spc="9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own</a:t>
            </a:r>
            <a:r>
              <a:rPr sz="1000" spc="8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attitudes,</a:t>
            </a:r>
            <a:r>
              <a:rPr sz="1000" spc="114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values</a:t>
            </a:r>
            <a:r>
              <a:rPr sz="1000" spc="90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and</a:t>
            </a:r>
            <a:r>
              <a:rPr sz="1000" spc="12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behaviour</a:t>
            </a:r>
            <a:r>
              <a:rPr sz="1000" spc="75" dirty="0">
                <a:latin typeface="Century Gothic"/>
                <a:cs typeface="Century Gothic"/>
              </a:rPr>
              <a:t> </a:t>
            </a:r>
            <a:r>
              <a:rPr sz="1000" spc="-25" dirty="0">
                <a:latin typeface="Century Gothic"/>
                <a:cs typeface="Century Gothic"/>
              </a:rPr>
              <a:t>affect</a:t>
            </a:r>
            <a:r>
              <a:rPr sz="1000" spc="10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opportunities</a:t>
            </a:r>
            <a:r>
              <a:rPr sz="1000" spc="90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sought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60" dirty="0"/>
              <a:t>©</a:t>
            </a:r>
            <a:r>
              <a:rPr spc="-20" dirty="0"/>
              <a:t> </a:t>
            </a:r>
            <a:r>
              <a:rPr spc="65" dirty="0"/>
              <a:t>ETC</a:t>
            </a:r>
            <a:r>
              <a:rPr spc="-45" dirty="0"/>
              <a:t> </a:t>
            </a:r>
            <a:r>
              <a:rPr spc="65" dirty="0"/>
              <a:t>AWARDS</a:t>
            </a:r>
            <a:r>
              <a:rPr spc="-45" dirty="0"/>
              <a:t> </a:t>
            </a:r>
            <a:r>
              <a:rPr spc="120" dirty="0"/>
              <a:t>LTD</a:t>
            </a:r>
            <a:r>
              <a:rPr spc="-35" dirty="0"/>
              <a:t> </a:t>
            </a:r>
            <a:r>
              <a:rPr spc="35" dirty="0"/>
              <a:t>2024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2239657" y="921105"/>
            <a:ext cx="23107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8595" marR="5080" indent="-176530">
              <a:lnSpc>
                <a:spcPct val="100000"/>
              </a:lnSpc>
              <a:spcBef>
                <a:spcPts val="100"/>
              </a:spcBef>
            </a:pPr>
            <a:r>
              <a:rPr sz="1800" spc="225" dirty="0">
                <a:latin typeface="Calibri"/>
                <a:cs typeface="Calibri"/>
              </a:rPr>
              <a:t>IDENTIFY</a:t>
            </a:r>
            <a:r>
              <a:rPr sz="1800" spc="90" dirty="0">
                <a:latin typeface="Calibri"/>
                <a:cs typeface="Calibri"/>
              </a:rPr>
              <a:t> </a:t>
            </a:r>
            <a:r>
              <a:rPr sz="1800" spc="235" dirty="0">
                <a:latin typeface="Calibri"/>
                <a:cs typeface="Calibri"/>
              </a:rPr>
              <a:t>SUITABLE </a:t>
            </a:r>
            <a:r>
              <a:rPr sz="1800" spc="240" dirty="0">
                <a:latin typeface="Calibri"/>
                <a:cs typeface="Calibri"/>
              </a:rPr>
              <a:t>OPPORTUNITIES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6858000" cy="9906000"/>
            <a:chOff x="0" y="0"/>
            <a:chExt cx="6858000" cy="9906000"/>
          </a:xfrm>
        </p:grpSpPr>
        <p:pic>
          <p:nvPicPr>
            <p:cNvPr id="3" name="object 3" descr="A close up of a sign  Description automatically generated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35752" y="452628"/>
              <a:ext cx="888491" cy="53949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60375" y="2066329"/>
              <a:ext cx="0" cy="1176655"/>
            </a:xfrm>
            <a:custGeom>
              <a:avLst/>
              <a:gdLst/>
              <a:ahLst/>
              <a:cxnLst/>
              <a:rect l="l" t="t" r="r" b="b"/>
              <a:pathLst>
                <a:path h="1176655">
                  <a:moveTo>
                    <a:pt x="0" y="0"/>
                  </a:moveTo>
                  <a:lnTo>
                    <a:pt x="0" y="117623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375400" y="2066329"/>
              <a:ext cx="0" cy="1176655"/>
            </a:xfrm>
            <a:custGeom>
              <a:avLst/>
              <a:gdLst/>
              <a:ahLst/>
              <a:cxnLst/>
              <a:rect l="l" t="t" r="r" b="b"/>
              <a:pathLst>
                <a:path h="1176655">
                  <a:moveTo>
                    <a:pt x="0" y="0"/>
                  </a:moveTo>
                  <a:lnTo>
                    <a:pt x="0" y="117623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4025" y="2072679"/>
              <a:ext cx="5927725" cy="0"/>
            </a:xfrm>
            <a:custGeom>
              <a:avLst/>
              <a:gdLst/>
              <a:ahLst/>
              <a:cxnLst/>
              <a:rect l="l" t="t" r="r" b="b"/>
              <a:pathLst>
                <a:path w="5927725">
                  <a:moveTo>
                    <a:pt x="0" y="0"/>
                  </a:moveTo>
                  <a:lnTo>
                    <a:pt x="592772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4025" y="3236208"/>
              <a:ext cx="5927725" cy="0"/>
            </a:xfrm>
            <a:custGeom>
              <a:avLst/>
              <a:gdLst/>
              <a:ahLst/>
              <a:cxnLst/>
              <a:rect l="l" t="t" r="r" b="b"/>
              <a:pathLst>
                <a:path w="5927725">
                  <a:moveTo>
                    <a:pt x="0" y="0"/>
                  </a:moveTo>
                  <a:lnTo>
                    <a:pt x="592772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11396" y="1685925"/>
            <a:ext cx="53663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Calibri"/>
                <a:cs typeface="Calibri"/>
              </a:rPr>
              <a:t>Q1)</a:t>
            </a:r>
            <a:r>
              <a:rPr sz="1000" b="1" spc="140" dirty="0">
                <a:latin typeface="Calibri"/>
                <a:cs typeface="Calibri"/>
              </a:rPr>
              <a:t> </a:t>
            </a:r>
            <a:r>
              <a:rPr sz="1000" b="1" spc="-75" dirty="0">
                <a:latin typeface="Calibri"/>
                <a:cs typeface="Calibri"/>
              </a:rPr>
              <a:t>1.1</a:t>
            </a:r>
            <a:r>
              <a:rPr sz="1000" b="1" spc="135" dirty="0">
                <a:latin typeface="Calibri"/>
                <a:cs typeface="Calibri"/>
              </a:rPr>
              <a:t> </a:t>
            </a:r>
            <a:r>
              <a:rPr sz="1000" b="1" spc="105" dirty="0">
                <a:latin typeface="Calibri"/>
                <a:cs typeface="Calibri"/>
              </a:rPr>
              <a:t>Outline</a:t>
            </a:r>
            <a:r>
              <a:rPr sz="1000" b="1" spc="160" dirty="0">
                <a:latin typeface="Calibri"/>
                <a:cs typeface="Calibri"/>
              </a:rPr>
              <a:t> </a:t>
            </a:r>
            <a:r>
              <a:rPr sz="1000" dirty="0">
                <a:latin typeface="Century Gothic"/>
                <a:cs typeface="Century Gothic"/>
              </a:rPr>
              <a:t>why</a:t>
            </a:r>
            <a:r>
              <a:rPr sz="1000" spc="45" dirty="0">
                <a:latin typeface="Century Gothic"/>
                <a:cs typeface="Century Gothic"/>
              </a:rPr>
              <a:t> </a:t>
            </a:r>
            <a:r>
              <a:rPr sz="1000" spc="60" dirty="0">
                <a:latin typeface="Century Gothic"/>
                <a:cs typeface="Century Gothic"/>
              </a:rPr>
              <a:t>it</a:t>
            </a:r>
            <a:r>
              <a:rPr sz="1000" spc="75" dirty="0">
                <a:latin typeface="Century Gothic"/>
                <a:cs typeface="Century Gothic"/>
              </a:rPr>
              <a:t> is</a:t>
            </a:r>
            <a:r>
              <a:rPr sz="1000" spc="6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important</a:t>
            </a:r>
            <a:r>
              <a:rPr sz="1000" spc="7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to</a:t>
            </a:r>
            <a:r>
              <a:rPr sz="1000" spc="3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assess</a:t>
            </a:r>
            <a:r>
              <a:rPr sz="1000" spc="5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own</a:t>
            </a:r>
            <a:r>
              <a:rPr sz="1000" spc="6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personal</a:t>
            </a:r>
            <a:r>
              <a:rPr sz="1000" spc="65" dirty="0">
                <a:latin typeface="Century Gothic"/>
                <a:cs typeface="Century Gothic"/>
              </a:rPr>
              <a:t> </a:t>
            </a:r>
            <a:r>
              <a:rPr sz="1000" spc="50" dirty="0">
                <a:latin typeface="Century Gothic"/>
                <a:cs typeface="Century Gothic"/>
              </a:rPr>
              <a:t>strengths </a:t>
            </a:r>
            <a:r>
              <a:rPr sz="1000" spc="-20" dirty="0">
                <a:latin typeface="Century Gothic"/>
                <a:cs typeface="Century Gothic"/>
              </a:rPr>
              <a:t>and</a:t>
            </a:r>
            <a:r>
              <a:rPr sz="1000" spc="50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weaknesses</a:t>
            </a:r>
            <a:endParaRPr sz="1000">
              <a:latin typeface="Century Gothic"/>
              <a:cs typeface="Century Gothic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53640" y="3669473"/>
            <a:ext cx="5927725" cy="1176655"/>
            <a:chOff x="453640" y="3669473"/>
            <a:chExt cx="5927725" cy="1176655"/>
          </a:xfrm>
        </p:grpSpPr>
        <p:sp>
          <p:nvSpPr>
            <p:cNvPr id="10" name="object 10"/>
            <p:cNvSpPr/>
            <p:nvPr/>
          </p:nvSpPr>
          <p:spPr>
            <a:xfrm>
              <a:off x="459990" y="3669473"/>
              <a:ext cx="0" cy="1176655"/>
            </a:xfrm>
            <a:custGeom>
              <a:avLst/>
              <a:gdLst/>
              <a:ahLst/>
              <a:cxnLst/>
              <a:rect l="l" t="t" r="r" b="b"/>
              <a:pathLst>
                <a:path h="1176654">
                  <a:moveTo>
                    <a:pt x="0" y="0"/>
                  </a:moveTo>
                  <a:lnTo>
                    <a:pt x="0" y="117623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375015" y="3669473"/>
              <a:ext cx="0" cy="1176655"/>
            </a:xfrm>
            <a:custGeom>
              <a:avLst/>
              <a:gdLst/>
              <a:ahLst/>
              <a:cxnLst/>
              <a:rect l="l" t="t" r="r" b="b"/>
              <a:pathLst>
                <a:path h="1176654">
                  <a:moveTo>
                    <a:pt x="0" y="0"/>
                  </a:moveTo>
                  <a:lnTo>
                    <a:pt x="0" y="117623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3640" y="3675823"/>
              <a:ext cx="5927725" cy="0"/>
            </a:xfrm>
            <a:custGeom>
              <a:avLst/>
              <a:gdLst/>
              <a:ahLst/>
              <a:cxnLst/>
              <a:rect l="l" t="t" r="r" b="b"/>
              <a:pathLst>
                <a:path w="5927725">
                  <a:moveTo>
                    <a:pt x="0" y="0"/>
                  </a:moveTo>
                  <a:lnTo>
                    <a:pt x="592772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3640" y="4839352"/>
              <a:ext cx="5927725" cy="0"/>
            </a:xfrm>
            <a:custGeom>
              <a:avLst/>
              <a:gdLst/>
              <a:ahLst/>
              <a:cxnLst/>
              <a:rect l="l" t="t" r="r" b="b"/>
              <a:pathLst>
                <a:path w="5927725">
                  <a:moveTo>
                    <a:pt x="0" y="0"/>
                  </a:moveTo>
                  <a:lnTo>
                    <a:pt x="592772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22433" y="3327476"/>
            <a:ext cx="48831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85" dirty="0">
                <a:latin typeface="Calibri"/>
                <a:cs typeface="Calibri"/>
              </a:rPr>
              <a:t>Q2)</a:t>
            </a:r>
            <a:r>
              <a:rPr sz="1000" b="1" spc="14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1.2</a:t>
            </a:r>
            <a:r>
              <a:rPr sz="1000" b="1" spc="110" dirty="0">
                <a:latin typeface="Calibri"/>
                <a:cs typeface="Calibri"/>
              </a:rPr>
              <a:t> </a:t>
            </a:r>
            <a:r>
              <a:rPr sz="1000" b="1" spc="105" dirty="0">
                <a:latin typeface="Calibri"/>
                <a:cs typeface="Calibri"/>
              </a:rPr>
              <a:t>Outline</a:t>
            </a:r>
            <a:r>
              <a:rPr sz="1000" b="1" spc="155" dirty="0">
                <a:latin typeface="Calibri"/>
                <a:cs typeface="Calibri"/>
              </a:rPr>
              <a:t> </a:t>
            </a:r>
            <a:r>
              <a:rPr sz="1000" dirty="0">
                <a:latin typeface="Century Gothic"/>
                <a:cs typeface="Century Gothic"/>
              </a:rPr>
              <a:t>why</a:t>
            </a:r>
            <a:r>
              <a:rPr sz="1000" spc="45" dirty="0">
                <a:latin typeface="Century Gothic"/>
                <a:cs typeface="Century Gothic"/>
              </a:rPr>
              <a:t> </a:t>
            </a:r>
            <a:r>
              <a:rPr sz="1000" spc="60" dirty="0">
                <a:latin typeface="Century Gothic"/>
                <a:cs typeface="Century Gothic"/>
              </a:rPr>
              <a:t>it</a:t>
            </a:r>
            <a:r>
              <a:rPr sz="1000" spc="55" dirty="0">
                <a:latin typeface="Century Gothic"/>
                <a:cs typeface="Century Gothic"/>
              </a:rPr>
              <a:t> </a:t>
            </a:r>
            <a:r>
              <a:rPr sz="1000" spc="75" dirty="0">
                <a:latin typeface="Century Gothic"/>
                <a:cs typeface="Century Gothic"/>
              </a:rPr>
              <a:t>is</a:t>
            </a:r>
            <a:r>
              <a:rPr sz="1000" spc="5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important</a:t>
            </a:r>
            <a:r>
              <a:rPr sz="1000" spc="6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to</a:t>
            </a:r>
            <a:r>
              <a:rPr sz="1000" spc="5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assess</a:t>
            </a:r>
            <a:r>
              <a:rPr sz="1000" spc="2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own</a:t>
            </a:r>
            <a:r>
              <a:rPr sz="1000" spc="4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personal</a:t>
            </a:r>
            <a:r>
              <a:rPr sz="1000" spc="60" dirty="0">
                <a:latin typeface="Century Gothic"/>
                <a:cs typeface="Century Gothic"/>
              </a:rPr>
              <a:t> </a:t>
            </a:r>
            <a:r>
              <a:rPr sz="1000" spc="75" dirty="0">
                <a:latin typeface="Century Gothic"/>
                <a:cs typeface="Century Gothic"/>
              </a:rPr>
              <a:t>skills</a:t>
            </a:r>
            <a:r>
              <a:rPr sz="1000" spc="8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and</a:t>
            </a:r>
            <a:r>
              <a:rPr sz="1000" spc="40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qualities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60" dirty="0"/>
              <a:t>©</a:t>
            </a:r>
            <a:r>
              <a:rPr spc="-20" dirty="0"/>
              <a:t> </a:t>
            </a:r>
            <a:r>
              <a:rPr spc="65" dirty="0"/>
              <a:t>ETC</a:t>
            </a:r>
            <a:r>
              <a:rPr spc="-45" dirty="0"/>
              <a:t> </a:t>
            </a:r>
            <a:r>
              <a:rPr spc="65" dirty="0"/>
              <a:t>AWARDS</a:t>
            </a:r>
            <a:r>
              <a:rPr spc="-45" dirty="0"/>
              <a:t> </a:t>
            </a:r>
            <a:r>
              <a:rPr spc="120" dirty="0"/>
              <a:t>LTD</a:t>
            </a:r>
            <a:r>
              <a:rPr spc="-35" dirty="0"/>
              <a:t> </a:t>
            </a:r>
            <a:r>
              <a:rPr spc="35" dirty="0"/>
              <a:t>2024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465137" y="5762058"/>
          <a:ext cx="5915659" cy="27114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54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16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64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900" b="1" spc="105" dirty="0">
                          <a:latin typeface="Calibri"/>
                          <a:cs typeface="Calibri"/>
                        </a:rPr>
                        <a:t>Strengths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900" b="1" spc="114" dirty="0">
                          <a:latin typeface="Calibri"/>
                          <a:cs typeface="Calibri"/>
                        </a:rPr>
                        <a:t>Weaknesses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8345"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900" spc="-25" dirty="0">
                          <a:latin typeface="Century Gothic"/>
                          <a:cs typeface="Century Gothic"/>
                        </a:rPr>
                        <a:t>1)</a:t>
                      </a:r>
                      <a:endParaRPr sz="900">
                        <a:latin typeface="Century Gothic"/>
                        <a:cs typeface="Century Gothic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900" spc="-25" dirty="0">
                          <a:latin typeface="Century Gothic"/>
                          <a:cs typeface="Century Gothic"/>
                        </a:rPr>
                        <a:t>1)</a:t>
                      </a:r>
                      <a:endParaRPr sz="900">
                        <a:latin typeface="Century Gothic"/>
                        <a:cs typeface="Century Gothic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8345"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900" spc="-25" dirty="0">
                          <a:latin typeface="Century Gothic"/>
                          <a:cs typeface="Century Gothic"/>
                        </a:rPr>
                        <a:t>2)</a:t>
                      </a:r>
                      <a:endParaRPr sz="900">
                        <a:latin typeface="Century Gothic"/>
                        <a:cs typeface="Century Gothic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900" spc="-25" dirty="0">
                          <a:latin typeface="Century Gothic"/>
                          <a:cs typeface="Century Gothic"/>
                        </a:rPr>
                        <a:t>2)</a:t>
                      </a:r>
                      <a:endParaRPr sz="900">
                        <a:latin typeface="Century Gothic"/>
                        <a:cs typeface="Century Gothic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8345"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900" spc="-25" dirty="0">
                          <a:latin typeface="Century Gothic"/>
                          <a:cs typeface="Century Gothic"/>
                        </a:rPr>
                        <a:t>3)</a:t>
                      </a:r>
                      <a:endParaRPr sz="900">
                        <a:latin typeface="Century Gothic"/>
                        <a:cs typeface="Century Gothic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900" spc="-25" dirty="0">
                          <a:latin typeface="Century Gothic"/>
                          <a:cs typeface="Century Gothic"/>
                        </a:rPr>
                        <a:t>3)</a:t>
                      </a:r>
                      <a:endParaRPr sz="900">
                        <a:latin typeface="Century Gothic"/>
                        <a:cs typeface="Century Gothic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object 16"/>
          <p:cNvSpPr txBox="1"/>
          <p:nvPr/>
        </p:nvSpPr>
        <p:spPr>
          <a:xfrm>
            <a:off x="422433" y="5096249"/>
            <a:ext cx="5980430" cy="48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85" dirty="0">
                <a:latin typeface="Calibri"/>
                <a:cs typeface="Calibri"/>
              </a:rPr>
              <a:t>Q3)</a:t>
            </a:r>
            <a:r>
              <a:rPr sz="1000" b="1" spc="16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1.3</a:t>
            </a:r>
            <a:r>
              <a:rPr sz="1000" b="1" spc="125" dirty="0">
                <a:latin typeface="Calibri"/>
                <a:cs typeface="Calibri"/>
              </a:rPr>
              <a:t> </a:t>
            </a:r>
            <a:r>
              <a:rPr sz="1000" b="1" spc="105" dirty="0">
                <a:latin typeface="Calibri"/>
                <a:cs typeface="Calibri"/>
              </a:rPr>
              <a:t>List</a:t>
            </a:r>
            <a:r>
              <a:rPr sz="1000" b="1" spc="145" dirty="0">
                <a:latin typeface="Calibri"/>
                <a:cs typeface="Calibri"/>
              </a:rPr>
              <a:t> </a:t>
            </a:r>
            <a:r>
              <a:rPr sz="1000" dirty="0">
                <a:latin typeface="Century Gothic"/>
                <a:cs typeface="Century Gothic"/>
              </a:rPr>
              <a:t>your</a:t>
            </a:r>
            <a:r>
              <a:rPr sz="1000" spc="7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own</a:t>
            </a:r>
            <a:r>
              <a:rPr sz="1000" spc="65" dirty="0">
                <a:latin typeface="Century Gothic"/>
                <a:cs typeface="Century Gothic"/>
              </a:rPr>
              <a:t> </a:t>
            </a:r>
            <a:r>
              <a:rPr sz="1000" spc="50" dirty="0">
                <a:latin typeface="Century Gothic"/>
                <a:cs typeface="Century Gothic"/>
              </a:rPr>
              <a:t>strengths</a:t>
            </a:r>
            <a:r>
              <a:rPr sz="1000" spc="55" dirty="0">
                <a:latin typeface="Century Gothic"/>
                <a:cs typeface="Century Gothic"/>
              </a:rPr>
              <a:t> </a:t>
            </a:r>
            <a:r>
              <a:rPr sz="1000" spc="-20" dirty="0">
                <a:latin typeface="Century Gothic"/>
                <a:cs typeface="Century Gothic"/>
              </a:rPr>
              <a:t>and</a:t>
            </a:r>
            <a:r>
              <a:rPr sz="1000" spc="6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weaknesses</a:t>
            </a:r>
            <a:r>
              <a:rPr sz="1000" spc="5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that</a:t>
            </a:r>
            <a:r>
              <a:rPr sz="1000" spc="5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contribute</a:t>
            </a:r>
            <a:r>
              <a:rPr sz="1000" spc="6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toward</a:t>
            </a:r>
            <a:r>
              <a:rPr sz="1000" spc="5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seeking</a:t>
            </a:r>
            <a:r>
              <a:rPr sz="1000" spc="7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opportunities</a:t>
            </a:r>
            <a:endParaRPr sz="10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</a:pPr>
            <a:r>
              <a:rPr sz="1000" spc="-50" dirty="0">
                <a:latin typeface="Century Gothic"/>
                <a:cs typeface="Century Gothic"/>
              </a:rPr>
              <a:t>.</a:t>
            </a:r>
            <a:endParaRPr sz="10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</a:pPr>
            <a:r>
              <a:rPr sz="1000" b="1" i="1" spc="110" dirty="0">
                <a:latin typeface="Calibri"/>
                <a:cs typeface="Calibri"/>
              </a:rPr>
              <a:t>This</a:t>
            </a:r>
            <a:r>
              <a:rPr sz="1000" b="1" i="1" spc="65" dirty="0">
                <a:latin typeface="Calibri"/>
                <a:cs typeface="Calibri"/>
              </a:rPr>
              <a:t> </a:t>
            </a:r>
            <a:r>
              <a:rPr sz="1000" b="1" i="1" spc="145" dirty="0">
                <a:latin typeface="Calibri"/>
                <a:cs typeface="Calibri"/>
              </a:rPr>
              <a:t>must</a:t>
            </a:r>
            <a:r>
              <a:rPr sz="1000" b="1" i="1" spc="80" dirty="0">
                <a:latin typeface="Calibri"/>
                <a:cs typeface="Calibri"/>
              </a:rPr>
              <a:t> </a:t>
            </a:r>
            <a:r>
              <a:rPr sz="1000" b="1" i="1" spc="120" dirty="0">
                <a:latin typeface="Calibri"/>
                <a:cs typeface="Calibri"/>
              </a:rPr>
              <a:t>include</a:t>
            </a:r>
            <a:r>
              <a:rPr sz="1000" b="1" i="1" spc="80" dirty="0">
                <a:latin typeface="Calibri"/>
                <a:cs typeface="Calibri"/>
              </a:rPr>
              <a:t> </a:t>
            </a:r>
            <a:r>
              <a:rPr sz="1000" b="1" i="1" spc="114" dirty="0">
                <a:latin typeface="Calibri"/>
                <a:cs typeface="Calibri"/>
              </a:rPr>
              <a:t>at</a:t>
            </a:r>
            <a:r>
              <a:rPr sz="1000" b="1" i="1" spc="80" dirty="0">
                <a:latin typeface="Calibri"/>
                <a:cs typeface="Calibri"/>
              </a:rPr>
              <a:t> </a:t>
            </a:r>
            <a:r>
              <a:rPr sz="1000" b="1" i="1" spc="105" dirty="0">
                <a:latin typeface="Calibri"/>
                <a:cs typeface="Calibri"/>
              </a:rPr>
              <a:t>least</a:t>
            </a:r>
            <a:r>
              <a:rPr sz="1000" b="1" i="1" spc="70" dirty="0">
                <a:latin typeface="Calibri"/>
                <a:cs typeface="Calibri"/>
              </a:rPr>
              <a:t> </a:t>
            </a:r>
            <a:r>
              <a:rPr sz="1000" b="1" i="1" spc="114" dirty="0">
                <a:latin typeface="Calibri"/>
                <a:cs typeface="Calibri"/>
              </a:rPr>
              <a:t>three</a:t>
            </a:r>
            <a:r>
              <a:rPr sz="1000" b="1" i="1" spc="70" dirty="0">
                <a:latin typeface="Calibri"/>
                <a:cs typeface="Calibri"/>
              </a:rPr>
              <a:t> </a:t>
            </a:r>
            <a:r>
              <a:rPr sz="1000" b="1" i="1" spc="95" dirty="0">
                <a:latin typeface="Calibri"/>
                <a:cs typeface="Calibri"/>
              </a:rPr>
              <a:t>of</a:t>
            </a:r>
            <a:r>
              <a:rPr sz="1000" b="1" i="1" spc="80" dirty="0">
                <a:latin typeface="Calibri"/>
                <a:cs typeface="Calibri"/>
              </a:rPr>
              <a:t> </a:t>
            </a:r>
            <a:r>
              <a:rPr sz="1000" b="1" i="1" spc="110" dirty="0">
                <a:latin typeface="Calibri"/>
                <a:cs typeface="Calibri"/>
              </a:rPr>
              <a:t>each.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312111" y="558819"/>
            <a:ext cx="23107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8595" marR="5080" indent="-176530">
              <a:lnSpc>
                <a:spcPct val="100000"/>
              </a:lnSpc>
              <a:spcBef>
                <a:spcPts val="100"/>
              </a:spcBef>
            </a:pPr>
            <a:r>
              <a:rPr sz="1800" spc="229" dirty="0">
                <a:latin typeface="Calibri"/>
                <a:cs typeface="Calibri"/>
              </a:rPr>
              <a:t>IDENTIFY</a:t>
            </a:r>
            <a:r>
              <a:rPr sz="1800" spc="60" dirty="0">
                <a:latin typeface="Calibri"/>
                <a:cs typeface="Calibri"/>
              </a:rPr>
              <a:t> </a:t>
            </a:r>
            <a:r>
              <a:rPr sz="1800" spc="235" dirty="0">
                <a:latin typeface="Calibri"/>
                <a:cs typeface="Calibri"/>
              </a:rPr>
              <a:t>SUITABLE </a:t>
            </a:r>
            <a:r>
              <a:rPr sz="1800" spc="240" dirty="0">
                <a:latin typeface="Calibri"/>
                <a:cs typeface="Calibri"/>
              </a:rPr>
              <a:t>OPPORTUNITIES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3652811-0F23-7989-A9D4-D099BBB13314}"/>
              </a:ext>
            </a:extLst>
          </p:cNvPr>
          <p:cNvSpPr txBox="1"/>
          <p:nvPr/>
        </p:nvSpPr>
        <p:spPr>
          <a:xfrm>
            <a:off x="441260" y="2046933"/>
            <a:ext cx="5934139" cy="11766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936CB9F-83F7-074D-FD07-F89CF8FEC4E3}"/>
              </a:ext>
            </a:extLst>
          </p:cNvPr>
          <p:cNvSpPr txBox="1"/>
          <p:nvPr/>
        </p:nvSpPr>
        <p:spPr>
          <a:xfrm>
            <a:off x="453641" y="3669497"/>
            <a:ext cx="5934139" cy="11766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8A6044D-A538-9FE5-775D-78D2418FEC2A}"/>
              </a:ext>
            </a:extLst>
          </p:cNvPr>
          <p:cNvSpPr txBox="1"/>
          <p:nvPr/>
        </p:nvSpPr>
        <p:spPr>
          <a:xfrm>
            <a:off x="762001" y="6346871"/>
            <a:ext cx="2514600" cy="587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9C3D550-1AB2-6E3D-D676-E27BCE3F1261}"/>
              </a:ext>
            </a:extLst>
          </p:cNvPr>
          <p:cNvSpPr txBox="1"/>
          <p:nvPr/>
        </p:nvSpPr>
        <p:spPr>
          <a:xfrm>
            <a:off x="749301" y="7116524"/>
            <a:ext cx="2514600" cy="587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D524077-947F-CE41-7860-7D433369F68B}"/>
              </a:ext>
            </a:extLst>
          </p:cNvPr>
          <p:cNvSpPr txBox="1"/>
          <p:nvPr/>
        </p:nvSpPr>
        <p:spPr>
          <a:xfrm>
            <a:off x="749301" y="7833321"/>
            <a:ext cx="2514600" cy="587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08A4A04-4EB5-3D82-83BF-8007038C2D66}"/>
              </a:ext>
            </a:extLst>
          </p:cNvPr>
          <p:cNvSpPr txBox="1"/>
          <p:nvPr/>
        </p:nvSpPr>
        <p:spPr>
          <a:xfrm>
            <a:off x="3860415" y="6346871"/>
            <a:ext cx="2514600" cy="587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4507090-8172-60A0-4AC3-AC51F0681D91}"/>
              </a:ext>
            </a:extLst>
          </p:cNvPr>
          <p:cNvSpPr txBox="1"/>
          <p:nvPr/>
        </p:nvSpPr>
        <p:spPr>
          <a:xfrm>
            <a:off x="3847715" y="7116524"/>
            <a:ext cx="2514600" cy="587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B457DEC-F333-6BB4-DFBD-3057A81F0BAB}"/>
              </a:ext>
            </a:extLst>
          </p:cNvPr>
          <p:cNvSpPr txBox="1"/>
          <p:nvPr/>
        </p:nvSpPr>
        <p:spPr>
          <a:xfrm>
            <a:off x="3847715" y="7833321"/>
            <a:ext cx="2514600" cy="587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A close up of a sign  Description automatically generated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34228" y="457200"/>
            <a:ext cx="888491" cy="539495"/>
          </a:xfrm>
          <a:prstGeom prst="rect">
            <a:avLst/>
          </a:prstGeom>
        </p:spPr>
      </p:pic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19797" y="2404470"/>
          <a:ext cx="5915659" cy="22644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54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16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94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900" b="1" spc="85" dirty="0">
                          <a:latin typeface="Calibri"/>
                          <a:cs typeface="Calibri"/>
                        </a:rPr>
                        <a:t>Skills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900" b="1" spc="80" dirty="0">
                          <a:latin typeface="Calibri"/>
                          <a:cs typeface="Calibri"/>
                        </a:rPr>
                        <a:t>Qualities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8330"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900" spc="-25" dirty="0">
                          <a:latin typeface="Century Gothic"/>
                          <a:cs typeface="Century Gothic"/>
                        </a:rPr>
                        <a:t>1)</a:t>
                      </a:r>
                      <a:endParaRPr sz="900">
                        <a:latin typeface="Century Gothic"/>
                        <a:cs typeface="Century Gothic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900" spc="-25" dirty="0">
                          <a:latin typeface="Century Gothic"/>
                          <a:cs typeface="Century Gothic"/>
                        </a:rPr>
                        <a:t>1)</a:t>
                      </a:r>
                      <a:endParaRPr sz="900">
                        <a:latin typeface="Century Gothic"/>
                        <a:cs typeface="Century Gothic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8330"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900" spc="-25" dirty="0">
                          <a:latin typeface="Century Gothic"/>
                          <a:cs typeface="Century Gothic"/>
                        </a:rPr>
                        <a:t>2)</a:t>
                      </a:r>
                      <a:endParaRPr sz="900">
                        <a:latin typeface="Century Gothic"/>
                        <a:cs typeface="Century Gothic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900" spc="-25" dirty="0">
                          <a:latin typeface="Century Gothic"/>
                          <a:cs typeface="Century Gothic"/>
                        </a:rPr>
                        <a:t>2)</a:t>
                      </a:r>
                      <a:endParaRPr sz="900">
                        <a:latin typeface="Century Gothic"/>
                        <a:cs typeface="Century Gothic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8330"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900" spc="-25" dirty="0">
                          <a:latin typeface="Century Gothic"/>
                          <a:cs typeface="Century Gothic"/>
                        </a:rPr>
                        <a:t>3)</a:t>
                      </a:r>
                      <a:endParaRPr sz="900" dirty="0">
                        <a:latin typeface="Century Gothic"/>
                        <a:cs typeface="Century Gothic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900" spc="-25" dirty="0">
                          <a:latin typeface="Century Gothic"/>
                          <a:cs typeface="Century Gothic"/>
                        </a:rPr>
                        <a:t>3)</a:t>
                      </a:r>
                      <a:endParaRPr sz="900" dirty="0">
                        <a:latin typeface="Century Gothic"/>
                        <a:cs typeface="Century Gothic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60" dirty="0"/>
              <a:t>©</a:t>
            </a:r>
            <a:r>
              <a:rPr spc="-20" dirty="0"/>
              <a:t> </a:t>
            </a:r>
            <a:r>
              <a:rPr spc="65" dirty="0"/>
              <a:t>ETC</a:t>
            </a:r>
            <a:r>
              <a:rPr spc="-45" dirty="0"/>
              <a:t> </a:t>
            </a:r>
            <a:r>
              <a:rPr spc="65" dirty="0"/>
              <a:t>AWARDS</a:t>
            </a:r>
            <a:r>
              <a:rPr spc="-45" dirty="0"/>
              <a:t> </a:t>
            </a:r>
            <a:r>
              <a:rPr spc="120" dirty="0"/>
              <a:t>LTD</a:t>
            </a:r>
            <a:r>
              <a:rPr spc="-35" dirty="0"/>
              <a:t> </a:t>
            </a:r>
            <a:r>
              <a:rPr spc="35" dirty="0"/>
              <a:t>2024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386715" y="1667756"/>
            <a:ext cx="5401310" cy="48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114" dirty="0">
                <a:latin typeface="Calibri"/>
                <a:cs typeface="Calibri"/>
              </a:rPr>
              <a:t>Q4)</a:t>
            </a:r>
            <a:r>
              <a:rPr sz="1000" b="1" spc="16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1.4</a:t>
            </a:r>
            <a:r>
              <a:rPr sz="1000" b="1" spc="130" dirty="0">
                <a:latin typeface="Calibri"/>
                <a:cs typeface="Calibri"/>
              </a:rPr>
              <a:t> </a:t>
            </a:r>
            <a:r>
              <a:rPr sz="1000" b="1" spc="105" dirty="0">
                <a:latin typeface="Calibri"/>
                <a:cs typeface="Calibri"/>
              </a:rPr>
              <a:t>List</a:t>
            </a:r>
            <a:r>
              <a:rPr sz="1000" b="1" spc="145" dirty="0">
                <a:latin typeface="Calibri"/>
                <a:cs typeface="Calibri"/>
              </a:rPr>
              <a:t> </a:t>
            </a:r>
            <a:r>
              <a:rPr sz="1000" dirty="0">
                <a:latin typeface="Century Gothic"/>
                <a:cs typeface="Century Gothic"/>
              </a:rPr>
              <a:t>your</a:t>
            </a:r>
            <a:r>
              <a:rPr sz="1000" spc="5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own</a:t>
            </a:r>
            <a:r>
              <a:rPr sz="1000" spc="60" dirty="0">
                <a:latin typeface="Century Gothic"/>
                <a:cs typeface="Century Gothic"/>
              </a:rPr>
              <a:t> </a:t>
            </a:r>
            <a:r>
              <a:rPr sz="1000" spc="75" dirty="0">
                <a:latin typeface="Century Gothic"/>
                <a:cs typeface="Century Gothic"/>
              </a:rPr>
              <a:t>skills</a:t>
            </a:r>
            <a:r>
              <a:rPr sz="1000" spc="9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and</a:t>
            </a:r>
            <a:r>
              <a:rPr sz="1000" spc="7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qualities</a:t>
            </a:r>
            <a:r>
              <a:rPr sz="1000" spc="9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that</a:t>
            </a:r>
            <a:r>
              <a:rPr sz="1000" spc="3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contribute</a:t>
            </a:r>
            <a:r>
              <a:rPr sz="1000" spc="7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toward</a:t>
            </a:r>
            <a:r>
              <a:rPr sz="1000" spc="5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seeing</a:t>
            </a:r>
            <a:r>
              <a:rPr sz="1000" spc="70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opportunities</a:t>
            </a:r>
            <a:endParaRPr sz="10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</a:pPr>
            <a:r>
              <a:rPr sz="1000" spc="-50" dirty="0">
                <a:latin typeface="Century Gothic"/>
                <a:cs typeface="Century Gothic"/>
              </a:rPr>
              <a:t>.</a:t>
            </a:r>
            <a:endParaRPr sz="10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</a:pPr>
            <a:r>
              <a:rPr sz="1000" b="1" i="1" spc="110" dirty="0">
                <a:latin typeface="Calibri"/>
                <a:cs typeface="Calibri"/>
              </a:rPr>
              <a:t>This</a:t>
            </a:r>
            <a:r>
              <a:rPr sz="1000" b="1" i="1" spc="65" dirty="0">
                <a:latin typeface="Calibri"/>
                <a:cs typeface="Calibri"/>
              </a:rPr>
              <a:t> </a:t>
            </a:r>
            <a:r>
              <a:rPr sz="1000" b="1" i="1" spc="145" dirty="0">
                <a:latin typeface="Calibri"/>
                <a:cs typeface="Calibri"/>
              </a:rPr>
              <a:t>must</a:t>
            </a:r>
            <a:r>
              <a:rPr sz="1000" b="1" i="1" spc="80" dirty="0">
                <a:latin typeface="Calibri"/>
                <a:cs typeface="Calibri"/>
              </a:rPr>
              <a:t> </a:t>
            </a:r>
            <a:r>
              <a:rPr sz="1000" b="1" i="1" spc="120" dirty="0">
                <a:latin typeface="Calibri"/>
                <a:cs typeface="Calibri"/>
              </a:rPr>
              <a:t>include</a:t>
            </a:r>
            <a:r>
              <a:rPr sz="1000" b="1" i="1" spc="80" dirty="0">
                <a:latin typeface="Calibri"/>
                <a:cs typeface="Calibri"/>
              </a:rPr>
              <a:t> </a:t>
            </a:r>
            <a:r>
              <a:rPr sz="1000" b="1" i="1" spc="114" dirty="0">
                <a:latin typeface="Calibri"/>
                <a:cs typeface="Calibri"/>
              </a:rPr>
              <a:t>at</a:t>
            </a:r>
            <a:r>
              <a:rPr sz="1000" b="1" i="1" spc="80" dirty="0">
                <a:latin typeface="Calibri"/>
                <a:cs typeface="Calibri"/>
              </a:rPr>
              <a:t> </a:t>
            </a:r>
            <a:r>
              <a:rPr sz="1000" b="1" i="1" spc="105" dirty="0">
                <a:latin typeface="Calibri"/>
                <a:cs typeface="Calibri"/>
              </a:rPr>
              <a:t>least</a:t>
            </a:r>
            <a:r>
              <a:rPr sz="1000" b="1" i="1" spc="70" dirty="0">
                <a:latin typeface="Calibri"/>
                <a:cs typeface="Calibri"/>
              </a:rPr>
              <a:t> </a:t>
            </a:r>
            <a:r>
              <a:rPr sz="1000" b="1" i="1" spc="114" dirty="0">
                <a:latin typeface="Calibri"/>
                <a:cs typeface="Calibri"/>
              </a:rPr>
              <a:t>three</a:t>
            </a:r>
            <a:r>
              <a:rPr sz="1000" b="1" i="1" spc="70" dirty="0">
                <a:latin typeface="Calibri"/>
                <a:cs typeface="Calibri"/>
              </a:rPr>
              <a:t> </a:t>
            </a:r>
            <a:r>
              <a:rPr sz="1000" b="1" i="1" spc="95" dirty="0">
                <a:latin typeface="Calibri"/>
                <a:cs typeface="Calibri"/>
              </a:rPr>
              <a:t>of</a:t>
            </a:r>
            <a:r>
              <a:rPr sz="1000" b="1" i="1" spc="80" dirty="0">
                <a:latin typeface="Calibri"/>
                <a:cs typeface="Calibri"/>
              </a:rPr>
              <a:t> </a:t>
            </a:r>
            <a:r>
              <a:rPr sz="1000" b="1" i="1" spc="110" dirty="0">
                <a:latin typeface="Calibri"/>
                <a:cs typeface="Calibri"/>
              </a:rPr>
              <a:t>each.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9582" y="4893526"/>
            <a:ext cx="5739130" cy="48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85" dirty="0">
                <a:latin typeface="Calibri"/>
                <a:cs typeface="Calibri"/>
              </a:rPr>
              <a:t>Q5)</a:t>
            </a:r>
            <a:r>
              <a:rPr sz="1000" b="1" spc="16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2.1,</a:t>
            </a:r>
            <a:r>
              <a:rPr sz="1000" b="1" spc="12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2.2</a:t>
            </a:r>
            <a:r>
              <a:rPr sz="1000" b="1" spc="135" dirty="0">
                <a:latin typeface="Calibri"/>
                <a:cs typeface="Calibri"/>
              </a:rPr>
              <a:t> </a:t>
            </a:r>
            <a:r>
              <a:rPr sz="1000" b="1" spc="105" dirty="0">
                <a:latin typeface="Calibri"/>
                <a:cs typeface="Calibri"/>
              </a:rPr>
              <a:t>State</a:t>
            </a:r>
            <a:r>
              <a:rPr sz="1000" b="1" spc="140" dirty="0">
                <a:latin typeface="Calibri"/>
                <a:cs typeface="Calibri"/>
              </a:rPr>
              <a:t> </a:t>
            </a:r>
            <a:r>
              <a:rPr sz="1000" spc="-110" dirty="0">
                <a:latin typeface="Century Gothic"/>
                <a:cs typeface="Century Gothic"/>
              </a:rPr>
              <a:t>a</a:t>
            </a:r>
            <a:r>
              <a:rPr sz="1000" spc="5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long-term</a:t>
            </a:r>
            <a:r>
              <a:rPr sz="1000" spc="80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and</a:t>
            </a:r>
            <a:r>
              <a:rPr sz="1000" spc="45" dirty="0">
                <a:latin typeface="Century Gothic"/>
                <a:cs typeface="Century Gothic"/>
              </a:rPr>
              <a:t> </a:t>
            </a:r>
            <a:r>
              <a:rPr sz="1000" spc="50" dirty="0">
                <a:latin typeface="Century Gothic"/>
                <a:cs typeface="Century Gothic"/>
              </a:rPr>
              <a:t>short-</a:t>
            </a:r>
            <a:r>
              <a:rPr sz="1000" spc="55" dirty="0">
                <a:latin typeface="Century Gothic"/>
                <a:cs typeface="Century Gothic"/>
              </a:rPr>
              <a:t>term</a:t>
            </a:r>
            <a:r>
              <a:rPr sz="1000" spc="50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goal</a:t>
            </a:r>
            <a:r>
              <a:rPr sz="1000" spc="6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for</a:t>
            </a:r>
            <a:r>
              <a:rPr sz="1000" spc="45" dirty="0">
                <a:latin typeface="Century Gothic"/>
                <a:cs typeface="Century Gothic"/>
              </a:rPr>
              <a:t> </a:t>
            </a:r>
            <a:r>
              <a:rPr sz="1000" spc="-110" dirty="0">
                <a:latin typeface="Century Gothic"/>
                <a:cs typeface="Century Gothic"/>
              </a:rPr>
              <a:t>a</a:t>
            </a:r>
            <a:r>
              <a:rPr sz="1000" spc="5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potential</a:t>
            </a:r>
            <a:r>
              <a:rPr sz="1000" spc="6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opportunity</a:t>
            </a:r>
            <a:r>
              <a:rPr sz="1000" spc="65" dirty="0">
                <a:latin typeface="Century Gothic"/>
                <a:cs typeface="Century Gothic"/>
              </a:rPr>
              <a:t> </a:t>
            </a:r>
            <a:r>
              <a:rPr sz="1000" spc="55" dirty="0">
                <a:latin typeface="Century Gothic"/>
                <a:cs typeface="Century Gothic"/>
              </a:rPr>
              <a:t>with</a:t>
            </a:r>
            <a:r>
              <a:rPr sz="1000" spc="4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realistic</a:t>
            </a:r>
            <a:endParaRPr sz="10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1000" dirty="0">
                <a:latin typeface="Century Gothic"/>
                <a:cs typeface="Century Gothic"/>
              </a:rPr>
              <a:t>targets.</a:t>
            </a:r>
            <a:r>
              <a:rPr sz="1000" spc="5" dirty="0">
                <a:latin typeface="Century Gothic"/>
                <a:cs typeface="Century Gothic"/>
              </a:rPr>
              <a:t> </a:t>
            </a:r>
            <a:r>
              <a:rPr sz="1000" b="1" i="1" spc="105" dirty="0">
                <a:latin typeface="Calibri"/>
                <a:cs typeface="Calibri"/>
              </a:rPr>
              <a:t>This</a:t>
            </a:r>
            <a:r>
              <a:rPr sz="1000" b="1" i="1" spc="90" dirty="0">
                <a:latin typeface="Calibri"/>
                <a:cs typeface="Calibri"/>
              </a:rPr>
              <a:t> </a:t>
            </a:r>
            <a:r>
              <a:rPr sz="1000" b="1" i="1" spc="120" dirty="0">
                <a:latin typeface="Calibri"/>
                <a:cs typeface="Calibri"/>
              </a:rPr>
              <a:t>should</a:t>
            </a:r>
            <a:r>
              <a:rPr sz="1000" b="1" i="1" spc="90" dirty="0">
                <a:latin typeface="Calibri"/>
                <a:cs typeface="Calibri"/>
              </a:rPr>
              <a:t> </a:t>
            </a:r>
            <a:r>
              <a:rPr sz="1000" b="1" i="1" spc="120" dirty="0">
                <a:latin typeface="Calibri"/>
                <a:cs typeface="Calibri"/>
              </a:rPr>
              <a:t>include</a:t>
            </a:r>
            <a:r>
              <a:rPr sz="1000" b="1" i="1" spc="95" dirty="0">
                <a:latin typeface="Calibri"/>
                <a:cs typeface="Calibri"/>
              </a:rPr>
              <a:t> </a:t>
            </a:r>
            <a:r>
              <a:rPr sz="1000" b="1" i="1" spc="85" dirty="0">
                <a:latin typeface="Calibri"/>
                <a:cs typeface="Calibri"/>
              </a:rPr>
              <a:t>self-</a:t>
            </a:r>
            <a:r>
              <a:rPr sz="1000" b="1" i="1" spc="90" dirty="0">
                <a:latin typeface="Calibri"/>
                <a:cs typeface="Calibri"/>
              </a:rPr>
              <a:t> </a:t>
            </a:r>
            <a:r>
              <a:rPr sz="1000" b="1" i="1" spc="135" dirty="0">
                <a:latin typeface="Calibri"/>
                <a:cs typeface="Calibri"/>
              </a:rPr>
              <a:t>improvement</a:t>
            </a:r>
            <a:r>
              <a:rPr sz="1000" b="1" i="1" spc="105" dirty="0">
                <a:latin typeface="Calibri"/>
                <a:cs typeface="Calibri"/>
              </a:rPr>
              <a:t> </a:t>
            </a:r>
            <a:r>
              <a:rPr sz="1000" b="1" i="1" spc="95" dirty="0">
                <a:latin typeface="Calibri"/>
                <a:cs typeface="Calibri"/>
              </a:rPr>
              <a:t>or</a:t>
            </a:r>
            <a:r>
              <a:rPr sz="1000" b="1" i="1" spc="75" dirty="0">
                <a:latin typeface="Calibri"/>
                <a:cs typeface="Calibri"/>
              </a:rPr>
              <a:t> </a:t>
            </a:r>
            <a:r>
              <a:rPr sz="1000" b="1" i="1" spc="105" dirty="0">
                <a:latin typeface="Calibri"/>
                <a:cs typeface="Calibri"/>
              </a:rPr>
              <a:t>further </a:t>
            </a:r>
            <a:r>
              <a:rPr sz="1000" b="1" i="1" spc="90" dirty="0">
                <a:latin typeface="Calibri"/>
                <a:cs typeface="Calibri"/>
              </a:rPr>
              <a:t>learning.</a:t>
            </a:r>
            <a:endParaRPr sz="1000">
              <a:latin typeface="Calibri"/>
              <a:cs typeface="Calibri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87332" y="5522715"/>
          <a:ext cx="5914390" cy="13671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47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71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59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900" b="1" spc="100" dirty="0">
                          <a:latin typeface="Calibri"/>
                          <a:cs typeface="Calibri"/>
                        </a:rPr>
                        <a:t>Short</a:t>
                      </a:r>
                      <a:r>
                        <a:rPr sz="900" b="1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b="1" spc="7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900" b="1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b="1" spc="110" dirty="0">
                          <a:latin typeface="Calibri"/>
                          <a:cs typeface="Calibri"/>
                        </a:rPr>
                        <a:t>term</a:t>
                      </a:r>
                      <a:r>
                        <a:rPr sz="900" b="1" spc="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b="1" spc="90" dirty="0">
                          <a:latin typeface="Calibri"/>
                          <a:cs typeface="Calibri"/>
                        </a:rPr>
                        <a:t>goal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655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900" b="1" spc="105" dirty="0">
                          <a:latin typeface="Calibri"/>
                          <a:cs typeface="Calibri"/>
                        </a:rPr>
                        <a:t>Target</a:t>
                      </a:r>
                      <a:r>
                        <a:rPr sz="900" b="1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b="1" spc="85" dirty="0">
                          <a:latin typeface="Calibri"/>
                          <a:cs typeface="Calibri"/>
                        </a:rPr>
                        <a:t>date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12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466977" y="7284910"/>
          <a:ext cx="5914390" cy="1477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47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71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23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900" b="1" spc="145" dirty="0">
                          <a:latin typeface="Calibri"/>
                          <a:cs typeface="Calibri"/>
                        </a:rPr>
                        <a:t>Long</a:t>
                      </a:r>
                      <a:r>
                        <a:rPr sz="900" b="1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b="1" spc="7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900" b="1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b="1" spc="110" dirty="0">
                          <a:latin typeface="Calibri"/>
                          <a:cs typeface="Calibri"/>
                        </a:rPr>
                        <a:t>term</a:t>
                      </a:r>
                      <a:r>
                        <a:rPr sz="900" b="1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b="1" spc="90" dirty="0">
                          <a:latin typeface="Calibri"/>
                          <a:cs typeface="Calibri"/>
                        </a:rPr>
                        <a:t>goal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655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900" b="1" spc="105" dirty="0">
                          <a:latin typeface="Calibri"/>
                          <a:cs typeface="Calibri"/>
                        </a:rPr>
                        <a:t>Target</a:t>
                      </a:r>
                      <a:r>
                        <a:rPr sz="900" b="1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b="1" spc="85" dirty="0">
                          <a:latin typeface="Calibri"/>
                          <a:cs typeface="Calibri"/>
                        </a:rPr>
                        <a:t>date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47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2281058" y="496712"/>
            <a:ext cx="23107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8595" marR="5080" indent="-176530">
              <a:lnSpc>
                <a:spcPct val="100000"/>
              </a:lnSpc>
              <a:spcBef>
                <a:spcPts val="100"/>
              </a:spcBef>
            </a:pPr>
            <a:r>
              <a:rPr sz="1800" spc="229" dirty="0">
                <a:latin typeface="Calibri"/>
                <a:cs typeface="Calibri"/>
              </a:rPr>
              <a:t>IDENTIFY</a:t>
            </a:r>
            <a:r>
              <a:rPr sz="1800" spc="60" dirty="0">
                <a:latin typeface="Calibri"/>
                <a:cs typeface="Calibri"/>
              </a:rPr>
              <a:t> </a:t>
            </a:r>
            <a:r>
              <a:rPr sz="1800" spc="235" dirty="0">
                <a:latin typeface="Calibri"/>
                <a:cs typeface="Calibri"/>
              </a:rPr>
              <a:t>SUITABLE </a:t>
            </a:r>
            <a:r>
              <a:rPr sz="1800" spc="240" dirty="0">
                <a:latin typeface="Calibri"/>
                <a:cs typeface="Calibri"/>
              </a:rPr>
              <a:t>OPPORTUNITIES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D63C66-4EBB-0A73-A4F0-027EFCC60FD9}"/>
              </a:ext>
            </a:extLst>
          </p:cNvPr>
          <p:cNvSpPr txBox="1"/>
          <p:nvPr/>
        </p:nvSpPr>
        <p:spPr>
          <a:xfrm>
            <a:off x="3619502" y="2867250"/>
            <a:ext cx="2642987" cy="4382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EF7118-BB68-EC39-EB48-A05F2BC67631}"/>
              </a:ext>
            </a:extLst>
          </p:cNvPr>
          <p:cNvSpPr txBox="1"/>
          <p:nvPr/>
        </p:nvSpPr>
        <p:spPr>
          <a:xfrm>
            <a:off x="3619502" y="3514773"/>
            <a:ext cx="2642987" cy="4382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7FD9D7-6051-9C5B-3125-4AB0D266BE49}"/>
              </a:ext>
            </a:extLst>
          </p:cNvPr>
          <p:cNvSpPr txBox="1"/>
          <p:nvPr/>
        </p:nvSpPr>
        <p:spPr>
          <a:xfrm>
            <a:off x="3634119" y="4099610"/>
            <a:ext cx="2642987" cy="4382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B7FFF6-D35A-921C-D5FF-BDD8134485AE}"/>
              </a:ext>
            </a:extLst>
          </p:cNvPr>
          <p:cNvSpPr txBox="1"/>
          <p:nvPr/>
        </p:nvSpPr>
        <p:spPr>
          <a:xfrm>
            <a:off x="610343" y="2899157"/>
            <a:ext cx="2642987" cy="4382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D19C68-3EDF-AD8C-070E-4E1CABAA1976}"/>
              </a:ext>
            </a:extLst>
          </p:cNvPr>
          <p:cNvSpPr txBox="1"/>
          <p:nvPr/>
        </p:nvSpPr>
        <p:spPr>
          <a:xfrm>
            <a:off x="610343" y="3546680"/>
            <a:ext cx="2642987" cy="4382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3DB55D-1391-ACB7-A0BB-6D6857F149E9}"/>
              </a:ext>
            </a:extLst>
          </p:cNvPr>
          <p:cNvSpPr txBox="1"/>
          <p:nvPr/>
        </p:nvSpPr>
        <p:spPr>
          <a:xfrm>
            <a:off x="624960" y="4131517"/>
            <a:ext cx="2642987" cy="4382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C6A5B99-521E-B97A-2A56-84DC15B05D95}"/>
              </a:ext>
            </a:extLst>
          </p:cNvPr>
          <p:cNvSpPr txBox="1"/>
          <p:nvPr/>
        </p:nvSpPr>
        <p:spPr>
          <a:xfrm>
            <a:off x="466976" y="6140366"/>
            <a:ext cx="4333623" cy="6414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682D96-7C60-0580-EA21-0F3274FAAB12}"/>
              </a:ext>
            </a:extLst>
          </p:cNvPr>
          <p:cNvSpPr txBox="1"/>
          <p:nvPr/>
        </p:nvSpPr>
        <p:spPr>
          <a:xfrm>
            <a:off x="557986" y="7992156"/>
            <a:ext cx="4333623" cy="6414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702697D-D043-E4F1-AD22-A2F0C760913C}"/>
              </a:ext>
            </a:extLst>
          </p:cNvPr>
          <p:cNvSpPr txBox="1"/>
          <p:nvPr/>
        </p:nvSpPr>
        <p:spPr>
          <a:xfrm>
            <a:off x="5059873" y="6206291"/>
            <a:ext cx="1048840" cy="4898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3FD0727-4130-9451-687A-304FAEB94CE4}"/>
              </a:ext>
            </a:extLst>
          </p:cNvPr>
          <p:cNvSpPr txBox="1"/>
          <p:nvPr/>
        </p:nvSpPr>
        <p:spPr>
          <a:xfrm>
            <a:off x="5112068" y="8067922"/>
            <a:ext cx="1048840" cy="4898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41847" y="394716"/>
            <a:ext cx="890015" cy="53644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43539" y="1362338"/>
            <a:ext cx="41249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100" dirty="0">
                <a:latin typeface="Calibri"/>
                <a:cs typeface="Calibri"/>
              </a:rPr>
              <a:t>Q6)</a:t>
            </a:r>
            <a:r>
              <a:rPr sz="1000" b="1" spc="12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2.3</a:t>
            </a:r>
            <a:r>
              <a:rPr sz="1000" b="1" spc="110" dirty="0">
                <a:latin typeface="Calibri"/>
                <a:cs typeface="Calibri"/>
              </a:rPr>
              <a:t> </a:t>
            </a:r>
            <a:r>
              <a:rPr sz="1000" b="1" spc="105" dirty="0">
                <a:latin typeface="Calibri"/>
                <a:cs typeface="Calibri"/>
              </a:rPr>
              <a:t>List</a:t>
            </a:r>
            <a:r>
              <a:rPr sz="1000" b="1" spc="110" dirty="0">
                <a:latin typeface="Calibri"/>
                <a:cs typeface="Calibri"/>
              </a:rPr>
              <a:t> </a:t>
            </a:r>
            <a:r>
              <a:rPr sz="1000" dirty="0">
                <a:latin typeface="Century Gothic"/>
                <a:cs typeface="Century Gothic"/>
              </a:rPr>
              <a:t>ways</a:t>
            </a:r>
            <a:r>
              <a:rPr sz="1000" spc="2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to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spc="-25" dirty="0">
                <a:latin typeface="Century Gothic"/>
                <a:cs typeface="Century Gothic"/>
              </a:rPr>
              <a:t>achieve</a:t>
            </a:r>
            <a:r>
              <a:rPr sz="1000" spc="4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identified</a:t>
            </a:r>
            <a:r>
              <a:rPr sz="1000" spc="6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long</a:t>
            </a:r>
            <a:r>
              <a:rPr sz="1000" spc="40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and</a:t>
            </a:r>
            <a:r>
              <a:rPr sz="1000" spc="45" dirty="0">
                <a:latin typeface="Century Gothic"/>
                <a:cs typeface="Century Gothic"/>
              </a:rPr>
              <a:t> </a:t>
            </a:r>
            <a:r>
              <a:rPr sz="1000" spc="50" dirty="0">
                <a:latin typeface="Century Gothic"/>
                <a:cs typeface="Century Gothic"/>
              </a:rPr>
              <a:t>short-term</a:t>
            </a:r>
            <a:r>
              <a:rPr sz="1000" spc="30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goals</a:t>
            </a:r>
            <a:endParaRPr sz="1000">
              <a:latin typeface="Century Gothic"/>
              <a:cs typeface="Century Gothic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28553" y="1688155"/>
          <a:ext cx="5915024" cy="23450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212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34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290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900" b="1" spc="95" dirty="0">
                          <a:latin typeface="Calibri"/>
                          <a:cs typeface="Calibri"/>
                        </a:rPr>
                        <a:t>Short-</a:t>
                      </a:r>
                      <a:r>
                        <a:rPr sz="900" b="1" spc="90" dirty="0">
                          <a:latin typeface="Calibri"/>
                          <a:cs typeface="Calibri"/>
                        </a:rPr>
                        <a:t>term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000" b="1" spc="120" dirty="0">
                          <a:latin typeface="Calibri"/>
                          <a:cs typeface="Calibri"/>
                        </a:rPr>
                        <a:t>Target</a:t>
                      </a:r>
                      <a:r>
                        <a:rPr sz="1000" b="1" spc="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spc="105" dirty="0">
                          <a:latin typeface="Calibri"/>
                          <a:cs typeface="Calibri"/>
                        </a:rPr>
                        <a:t>Date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8102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900" b="1" spc="130" dirty="0">
                          <a:latin typeface="Calibri"/>
                          <a:cs typeface="Calibri"/>
                        </a:rPr>
                        <a:t>Long-</a:t>
                      </a:r>
                      <a:r>
                        <a:rPr sz="900" b="1" spc="90" dirty="0">
                          <a:latin typeface="Calibri"/>
                          <a:cs typeface="Calibri"/>
                        </a:rPr>
                        <a:t>term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000" b="1" spc="120" dirty="0">
                          <a:latin typeface="Calibri"/>
                          <a:cs typeface="Calibri"/>
                        </a:rPr>
                        <a:t>Target</a:t>
                      </a:r>
                      <a:r>
                        <a:rPr sz="1000" b="1" spc="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spc="105" dirty="0">
                          <a:latin typeface="Calibri"/>
                          <a:cs typeface="Calibri"/>
                        </a:rPr>
                        <a:t>Date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715"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900" spc="-25" dirty="0">
                          <a:latin typeface="Century Gothic"/>
                          <a:cs typeface="Century Gothic"/>
                        </a:rPr>
                        <a:t>1)</a:t>
                      </a:r>
                      <a:endParaRPr sz="900">
                        <a:latin typeface="Century Gothic"/>
                        <a:cs typeface="Century Gothic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900" spc="-25" dirty="0">
                          <a:latin typeface="Century Gothic"/>
                          <a:cs typeface="Century Gothic"/>
                        </a:rPr>
                        <a:t>1)</a:t>
                      </a:r>
                      <a:endParaRPr sz="900">
                        <a:latin typeface="Century Gothic"/>
                        <a:cs typeface="Century Gothic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715"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900" spc="-25" dirty="0">
                          <a:latin typeface="Century Gothic"/>
                          <a:cs typeface="Century Gothic"/>
                        </a:rPr>
                        <a:t>2)</a:t>
                      </a:r>
                      <a:endParaRPr sz="900">
                        <a:latin typeface="Century Gothic"/>
                        <a:cs typeface="Century Gothic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900" spc="-25" dirty="0">
                          <a:latin typeface="Century Gothic"/>
                          <a:cs typeface="Century Gothic"/>
                        </a:rPr>
                        <a:t>2)</a:t>
                      </a:r>
                      <a:endParaRPr sz="900">
                        <a:latin typeface="Century Gothic"/>
                        <a:cs typeface="Century Gothic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715"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900" spc="-25" dirty="0">
                          <a:latin typeface="Century Gothic"/>
                          <a:cs typeface="Century Gothic"/>
                        </a:rPr>
                        <a:t>3)</a:t>
                      </a:r>
                      <a:endParaRPr sz="900">
                        <a:latin typeface="Century Gothic"/>
                        <a:cs typeface="Century Gothic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900" spc="-25" dirty="0">
                          <a:latin typeface="Century Gothic"/>
                          <a:cs typeface="Century Gothic"/>
                        </a:rPr>
                        <a:t>3)</a:t>
                      </a:r>
                      <a:endParaRPr sz="900">
                        <a:latin typeface="Century Gothic"/>
                        <a:cs typeface="Century Gothic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339388" y="4259844"/>
            <a:ext cx="43313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90" dirty="0">
                <a:latin typeface="Calibri"/>
                <a:cs typeface="Calibri"/>
              </a:rPr>
              <a:t>Q7)</a:t>
            </a:r>
            <a:r>
              <a:rPr sz="1000" b="1" spc="114" dirty="0">
                <a:latin typeface="Calibri"/>
                <a:cs typeface="Calibri"/>
              </a:rPr>
              <a:t> </a:t>
            </a:r>
            <a:r>
              <a:rPr sz="1000" b="1" spc="75" dirty="0">
                <a:latin typeface="Calibri"/>
                <a:cs typeface="Calibri"/>
              </a:rPr>
              <a:t>2.4</a:t>
            </a:r>
            <a:r>
              <a:rPr sz="1000" b="1" spc="85" dirty="0">
                <a:latin typeface="Calibri"/>
                <a:cs typeface="Calibri"/>
              </a:rPr>
              <a:t> </a:t>
            </a:r>
            <a:r>
              <a:rPr sz="1000" b="1" spc="114" dirty="0">
                <a:latin typeface="Calibri"/>
                <a:cs typeface="Calibri"/>
              </a:rPr>
              <a:t>Explain</a:t>
            </a:r>
            <a:r>
              <a:rPr sz="1000" b="1" spc="110" dirty="0">
                <a:latin typeface="Calibri"/>
                <a:cs typeface="Calibri"/>
              </a:rPr>
              <a:t> </a:t>
            </a:r>
            <a:r>
              <a:rPr sz="1000" dirty="0">
                <a:latin typeface="Century Gothic"/>
                <a:cs typeface="Century Gothic"/>
              </a:rPr>
              <a:t>why</a:t>
            </a:r>
            <a:r>
              <a:rPr sz="1000" spc="1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goals</a:t>
            </a:r>
            <a:r>
              <a:rPr sz="1000" spc="3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may</a:t>
            </a:r>
            <a:r>
              <a:rPr sz="1000" spc="1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not </a:t>
            </a:r>
            <a:r>
              <a:rPr sz="1000" spc="-20" dirty="0">
                <a:latin typeface="Century Gothic"/>
                <a:cs typeface="Century Gothic"/>
              </a:rPr>
              <a:t>be</a:t>
            </a:r>
            <a:r>
              <a:rPr sz="1000" spc="10" dirty="0">
                <a:latin typeface="Century Gothic"/>
                <a:cs typeface="Century Gothic"/>
              </a:rPr>
              <a:t> </a:t>
            </a:r>
            <a:r>
              <a:rPr sz="1000" spc="-25" dirty="0">
                <a:latin typeface="Century Gothic"/>
                <a:cs typeface="Century Gothic"/>
              </a:rPr>
              <a:t>reached</a:t>
            </a:r>
            <a:r>
              <a:rPr sz="1000" spc="25" dirty="0">
                <a:latin typeface="Century Gothic"/>
                <a:cs typeface="Century Gothic"/>
              </a:rPr>
              <a:t> </a:t>
            </a:r>
            <a:r>
              <a:rPr sz="1000" spc="55" dirty="0">
                <a:latin typeface="Century Gothic"/>
                <a:cs typeface="Century Gothic"/>
              </a:rPr>
              <a:t>within</a:t>
            </a:r>
            <a:r>
              <a:rPr sz="1000" spc="2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the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timescale</a:t>
            </a:r>
            <a:endParaRPr sz="1000">
              <a:latin typeface="Century Gothic"/>
              <a:cs typeface="Century Gothic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55218" y="4544798"/>
            <a:ext cx="5927725" cy="1374775"/>
            <a:chOff x="455218" y="4544798"/>
            <a:chExt cx="5927725" cy="1374775"/>
          </a:xfrm>
        </p:grpSpPr>
        <p:sp>
          <p:nvSpPr>
            <p:cNvPr id="7" name="object 7"/>
            <p:cNvSpPr/>
            <p:nvPr/>
          </p:nvSpPr>
          <p:spPr>
            <a:xfrm>
              <a:off x="461568" y="4544798"/>
              <a:ext cx="0" cy="1374775"/>
            </a:xfrm>
            <a:custGeom>
              <a:avLst/>
              <a:gdLst/>
              <a:ahLst/>
              <a:cxnLst/>
              <a:rect l="l" t="t" r="r" b="b"/>
              <a:pathLst>
                <a:path h="1374775">
                  <a:moveTo>
                    <a:pt x="0" y="0"/>
                  </a:moveTo>
                  <a:lnTo>
                    <a:pt x="0" y="137439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376593" y="4544798"/>
              <a:ext cx="0" cy="1374775"/>
            </a:xfrm>
            <a:custGeom>
              <a:avLst/>
              <a:gdLst/>
              <a:ahLst/>
              <a:cxnLst/>
              <a:rect l="l" t="t" r="r" b="b"/>
              <a:pathLst>
                <a:path h="1374775">
                  <a:moveTo>
                    <a:pt x="0" y="0"/>
                  </a:moveTo>
                  <a:lnTo>
                    <a:pt x="0" y="137439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5218" y="4551148"/>
              <a:ext cx="5927725" cy="0"/>
            </a:xfrm>
            <a:custGeom>
              <a:avLst/>
              <a:gdLst/>
              <a:ahLst/>
              <a:cxnLst/>
              <a:rect l="l" t="t" r="r" b="b"/>
              <a:pathLst>
                <a:path w="5927725">
                  <a:moveTo>
                    <a:pt x="0" y="0"/>
                  </a:moveTo>
                  <a:lnTo>
                    <a:pt x="592772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5218" y="5912848"/>
              <a:ext cx="5927725" cy="0"/>
            </a:xfrm>
            <a:custGeom>
              <a:avLst/>
              <a:gdLst/>
              <a:ahLst/>
              <a:cxnLst/>
              <a:rect l="l" t="t" r="r" b="b"/>
              <a:pathLst>
                <a:path w="5927725">
                  <a:moveTo>
                    <a:pt x="0" y="0"/>
                  </a:moveTo>
                  <a:lnTo>
                    <a:pt x="592772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39388" y="6011782"/>
            <a:ext cx="576389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105" dirty="0">
                <a:latin typeface="Calibri"/>
                <a:cs typeface="Calibri"/>
              </a:rPr>
              <a:t>Q8)</a:t>
            </a:r>
            <a:r>
              <a:rPr sz="1000" b="1" spc="18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3.1</a:t>
            </a:r>
            <a:r>
              <a:rPr sz="1000" b="1" spc="160" dirty="0">
                <a:latin typeface="Calibri"/>
                <a:cs typeface="Calibri"/>
              </a:rPr>
              <a:t> </a:t>
            </a:r>
            <a:r>
              <a:rPr sz="1000" b="1" spc="125" dirty="0">
                <a:latin typeface="Calibri"/>
                <a:cs typeface="Calibri"/>
              </a:rPr>
              <a:t>Describe</a:t>
            </a:r>
            <a:r>
              <a:rPr sz="1000" b="1" spc="160" dirty="0">
                <a:latin typeface="Calibri"/>
                <a:cs typeface="Calibri"/>
              </a:rPr>
              <a:t> </a:t>
            </a:r>
            <a:r>
              <a:rPr sz="1000" dirty="0">
                <a:latin typeface="Century Gothic"/>
                <a:cs typeface="Century Gothic"/>
              </a:rPr>
              <a:t>three</a:t>
            </a:r>
            <a:r>
              <a:rPr sz="1000" spc="6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possible</a:t>
            </a:r>
            <a:r>
              <a:rPr sz="1000" spc="11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sources</a:t>
            </a:r>
            <a:r>
              <a:rPr sz="1000" spc="9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of</a:t>
            </a:r>
            <a:r>
              <a:rPr sz="1000" spc="8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identifying</a:t>
            </a:r>
            <a:r>
              <a:rPr sz="1000" spc="13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opportunities</a:t>
            </a:r>
            <a:r>
              <a:rPr sz="1000" spc="105" dirty="0">
                <a:latin typeface="Century Gothic"/>
                <a:cs typeface="Century Gothic"/>
              </a:rPr>
              <a:t> </a:t>
            </a:r>
            <a:r>
              <a:rPr sz="1000" spc="-20" dirty="0">
                <a:latin typeface="Century Gothic"/>
                <a:cs typeface="Century Gothic"/>
              </a:rPr>
              <a:t>and</a:t>
            </a:r>
            <a:r>
              <a:rPr sz="1000" spc="7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provide</a:t>
            </a:r>
            <a:r>
              <a:rPr sz="1000" spc="110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examples.</a:t>
            </a:r>
            <a:endParaRPr sz="10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</a:pPr>
            <a:r>
              <a:rPr sz="1000" b="1" i="1" spc="95" dirty="0">
                <a:latin typeface="Calibri"/>
                <a:cs typeface="Calibri"/>
              </a:rPr>
              <a:t>(At</a:t>
            </a:r>
            <a:r>
              <a:rPr sz="1000" b="1" i="1" spc="70" dirty="0">
                <a:latin typeface="Calibri"/>
                <a:cs typeface="Calibri"/>
              </a:rPr>
              <a:t> </a:t>
            </a:r>
            <a:r>
              <a:rPr sz="1000" b="1" i="1" spc="105" dirty="0">
                <a:latin typeface="Calibri"/>
                <a:cs typeface="Calibri"/>
              </a:rPr>
              <a:t>least</a:t>
            </a:r>
            <a:r>
              <a:rPr sz="1000" b="1" i="1" spc="80" dirty="0">
                <a:latin typeface="Calibri"/>
                <a:cs typeface="Calibri"/>
              </a:rPr>
              <a:t> </a:t>
            </a:r>
            <a:r>
              <a:rPr sz="1000" b="1" i="1" spc="135" dirty="0">
                <a:latin typeface="Calibri"/>
                <a:cs typeface="Calibri"/>
              </a:rPr>
              <a:t>one</a:t>
            </a:r>
            <a:r>
              <a:rPr sz="1000" b="1" i="1" spc="70" dirty="0">
                <a:latin typeface="Calibri"/>
                <a:cs typeface="Calibri"/>
              </a:rPr>
              <a:t> </a:t>
            </a:r>
            <a:r>
              <a:rPr sz="1000" b="1" i="1" spc="95" dirty="0">
                <a:latin typeface="Calibri"/>
                <a:cs typeface="Calibri"/>
              </a:rPr>
              <a:t>of</a:t>
            </a:r>
            <a:r>
              <a:rPr sz="1000" b="1" i="1" spc="80" dirty="0">
                <a:latin typeface="Calibri"/>
                <a:cs typeface="Calibri"/>
              </a:rPr>
              <a:t> </a:t>
            </a:r>
            <a:r>
              <a:rPr sz="1000" b="1" i="1" spc="125" dirty="0">
                <a:latin typeface="Calibri"/>
                <a:cs typeface="Calibri"/>
              </a:rPr>
              <a:t>these</a:t>
            </a:r>
            <a:r>
              <a:rPr sz="1000" b="1" i="1" spc="70" dirty="0">
                <a:latin typeface="Calibri"/>
                <a:cs typeface="Calibri"/>
              </a:rPr>
              <a:t> </a:t>
            </a:r>
            <a:r>
              <a:rPr sz="1000" b="1" i="1" spc="125" dirty="0">
                <a:latin typeface="Calibri"/>
                <a:cs typeface="Calibri"/>
              </a:rPr>
              <a:t>sources</a:t>
            </a:r>
            <a:r>
              <a:rPr sz="1000" b="1" i="1" spc="70" dirty="0">
                <a:latin typeface="Calibri"/>
                <a:cs typeface="Calibri"/>
              </a:rPr>
              <a:t> </a:t>
            </a:r>
            <a:r>
              <a:rPr sz="1000" b="1" i="1" spc="145" dirty="0">
                <a:latin typeface="Calibri"/>
                <a:cs typeface="Calibri"/>
              </a:rPr>
              <a:t>must</a:t>
            </a:r>
            <a:r>
              <a:rPr sz="1000" b="1" i="1" spc="80" dirty="0">
                <a:latin typeface="Calibri"/>
                <a:cs typeface="Calibri"/>
              </a:rPr>
              <a:t> </a:t>
            </a:r>
            <a:r>
              <a:rPr sz="1000" b="1" i="1" spc="140" dirty="0">
                <a:latin typeface="Calibri"/>
                <a:cs typeface="Calibri"/>
              </a:rPr>
              <a:t>be</a:t>
            </a:r>
            <a:r>
              <a:rPr sz="1000" b="1" i="1" spc="70" dirty="0">
                <a:latin typeface="Calibri"/>
                <a:cs typeface="Calibri"/>
              </a:rPr>
              <a:t> </a:t>
            </a:r>
            <a:r>
              <a:rPr sz="1000" b="1" i="1" spc="155" dirty="0">
                <a:latin typeface="Calibri"/>
                <a:cs typeface="Calibri"/>
              </a:rPr>
              <a:t>a</a:t>
            </a:r>
            <a:r>
              <a:rPr sz="1000" b="1" i="1" spc="65" dirty="0">
                <a:latin typeface="Calibri"/>
                <a:cs typeface="Calibri"/>
              </a:rPr>
              <a:t> </a:t>
            </a:r>
            <a:r>
              <a:rPr sz="1000" b="1" i="1" spc="95" dirty="0">
                <a:latin typeface="Calibri"/>
                <a:cs typeface="Calibri"/>
              </a:rPr>
              <a:t>digital </a:t>
            </a:r>
            <a:r>
              <a:rPr sz="1000" b="1" i="1" spc="90" dirty="0">
                <a:latin typeface="Calibri"/>
                <a:cs typeface="Calibri"/>
              </a:rPr>
              <a:t>reference).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60" dirty="0"/>
              <a:t>©</a:t>
            </a:r>
            <a:r>
              <a:rPr spc="-20" dirty="0"/>
              <a:t> </a:t>
            </a:r>
            <a:r>
              <a:rPr spc="65" dirty="0"/>
              <a:t>ETC</a:t>
            </a:r>
            <a:r>
              <a:rPr spc="-45" dirty="0"/>
              <a:t> </a:t>
            </a:r>
            <a:r>
              <a:rPr spc="65" dirty="0"/>
              <a:t>AWARDS</a:t>
            </a:r>
            <a:r>
              <a:rPr spc="-45" dirty="0"/>
              <a:t> </a:t>
            </a:r>
            <a:r>
              <a:rPr spc="120" dirty="0"/>
              <a:t>LTD</a:t>
            </a:r>
            <a:r>
              <a:rPr spc="-35" dirty="0"/>
              <a:t> </a:t>
            </a:r>
            <a:r>
              <a:rPr spc="35" dirty="0"/>
              <a:t>2024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455217" y="6500627"/>
          <a:ext cx="5915025" cy="269303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59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5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22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900" b="1" spc="100" dirty="0">
                          <a:latin typeface="Calibri"/>
                          <a:cs typeface="Calibri"/>
                        </a:rPr>
                        <a:t>Sources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000" b="1" spc="125" dirty="0">
                          <a:latin typeface="Calibri"/>
                          <a:cs typeface="Calibri"/>
                        </a:rPr>
                        <a:t>Examples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9445"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900" spc="-25" dirty="0">
                          <a:latin typeface="Century Gothic"/>
                          <a:cs typeface="Century Gothic"/>
                        </a:rPr>
                        <a:t>1)</a:t>
                      </a:r>
                      <a:endParaRPr sz="900">
                        <a:latin typeface="Century Gothic"/>
                        <a:cs typeface="Century Gothic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9445"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900" spc="-25" dirty="0">
                          <a:latin typeface="Century Gothic"/>
                          <a:cs typeface="Century Gothic"/>
                        </a:rPr>
                        <a:t>2)</a:t>
                      </a:r>
                      <a:endParaRPr sz="900">
                        <a:latin typeface="Century Gothic"/>
                        <a:cs typeface="Century Gothic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1869"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900" spc="-25" dirty="0">
                          <a:latin typeface="Century Gothic"/>
                          <a:cs typeface="Century Gothic"/>
                        </a:rPr>
                        <a:t>3)</a:t>
                      </a:r>
                      <a:endParaRPr sz="900">
                        <a:latin typeface="Century Gothic"/>
                        <a:cs typeface="Century Gothic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900" b="1" i="1" spc="100" dirty="0">
                          <a:latin typeface="Calibri"/>
                          <a:cs typeface="Calibri"/>
                        </a:rPr>
                        <a:t>Digital</a:t>
                      </a:r>
                      <a:r>
                        <a:rPr sz="900" b="1" i="1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b="1" i="1" spc="20" dirty="0">
                          <a:latin typeface="Calibri"/>
                          <a:cs typeface="Calibri"/>
                        </a:rPr>
                        <a:t>-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object 13"/>
          <p:cNvSpPr txBox="1"/>
          <p:nvPr/>
        </p:nvSpPr>
        <p:spPr>
          <a:xfrm>
            <a:off x="2250004" y="476009"/>
            <a:ext cx="23107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8595" marR="5080" indent="-176530">
              <a:lnSpc>
                <a:spcPct val="100000"/>
              </a:lnSpc>
              <a:spcBef>
                <a:spcPts val="100"/>
              </a:spcBef>
            </a:pPr>
            <a:r>
              <a:rPr sz="1800" spc="229" dirty="0">
                <a:latin typeface="Calibri"/>
                <a:cs typeface="Calibri"/>
              </a:rPr>
              <a:t>IDENTIFY</a:t>
            </a:r>
            <a:r>
              <a:rPr sz="1800" spc="50" dirty="0">
                <a:latin typeface="Calibri"/>
                <a:cs typeface="Calibri"/>
              </a:rPr>
              <a:t> </a:t>
            </a:r>
            <a:r>
              <a:rPr sz="1800" spc="235" dirty="0">
                <a:latin typeface="Calibri"/>
                <a:cs typeface="Calibri"/>
              </a:rPr>
              <a:t>SUITABLE </a:t>
            </a:r>
            <a:r>
              <a:rPr sz="1800" spc="240" dirty="0">
                <a:latin typeface="Calibri"/>
                <a:cs typeface="Calibri"/>
              </a:rPr>
              <a:t>OPPORTUNITIES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9DD949-11BC-9616-2B45-B8FED5565A54}"/>
              </a:ext>
            </a:extLst>
          </p:cNvPr>
          <p:cNvSpPr txBox="1"/>
          <p:nvPr/>
        </p:nvSpPr>
        <p:spPr>
          <a:xfrm>
            <a:off x="742191" y="2162397"/>
            <a:ext cx="1507813" cy="4617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0B3B1D-1844-E909-247B-4C5851650533}"/>
              </a:ext>
            </a:extLst>
          </p:cNvPr>
          <p:cNvSpPr txBox="1"/>
          <p:nvPr/>
        </p:nvSpPr>
        <p:spPr>
          <a:xfrm>
            <a:off x="742190" y="2836843"/>
            <a:ext cx="1507813" cy="4617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DAEDAE-5CEC-C7AF-077F-24FAC03419F3}"/>
              </a:ext>
            </a:extLst>
          </p:cNvPr>
          <p:cNvSpPr txBox="1"/>
          <p:nvPr/>
        </p:nvSpPr>
        <p:spPr>
          <a:xfrm>
            <a:off x="742189" y="3530778"/>
            <a:ext cx="1507813" cy="4617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AAC31E0-19E6-0986-AB22-6AEACBB10EED}"/>
              </a:ext>
            </a:extLst>
          </p:cNvPr>
          <p:cNvSpPr txBox="1"/>
          <p:nvPr/>
        </p:nvSpPr>
        <p:spPr>
          <a:xfrm>
            <a:off x="2563639" y="3491955"/>
            <a:ext cx="865362" cy="4617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C92C153-CEEC-F3AA-9DC0-E75D475CF6B2}"/>
              </a:ext>
            </a:extLst>
          </p:cNvPr>
          <p:cNvSpPr txBox="1"/>
          <p:nvPr/>
        </p:nvSpPr>
        <p:spPr>
          <a:xfrm>
            <a:off x="2563639" y="2836843"/>
            <a:ext cx="865362" cy="4617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C5A00D7-B4F1-8001-15DB-0DDCC5B7E02A}"/>
              </a:ext>
            </a:extLst>
          </p:cNvPr>
          <p:cNvSpPr txBox="1"/>
          <p:nvPr/>
        </p:nvSpPr>
        <p:spPr>
          <a:xfrm>
            <a:off x="2572232" y="2173257"/>
            <a:ext cx="865362" cy="4617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1F34C21-67E0-AB00-D571-3A9D73CD2D87}"/>
              </a:ext>
            </a:extLst>
          </p:cNvPr>
          <p:cNvSpPr txBox="1"/>
          <p:nvPr/>
        </p:nvSpPr>
        <p:spPr>
          <a:xfrm>
            <a:off x="3698769" y="2152450"/>
            <a:ext cx="1507813" cy="4617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099268C-9F86-CDF6-54F7-3AB4BB3D37A5}"/>
              </a:ext>
            </a:extLst>
          </p:cNvPr>
          <p:cNvSpPr txBox="1"/>
          <p:nvPr/>
        </p:nvSpPr>
        <p:spPr>
          <a:xfrm>
            <a:off x="3698768" y="2826896"/>
            <a:ext cx="1507813" cy="4617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2180C7E-A75C-384B-66D8-D32C431A7DAD}"/>
              </a:ext>
            </a:extLst>
          </p:cNvPr>
          <p:cNvSpPr txBox="1"/>
          <p:nvPr/>
        </p:nvSpPr>
        <p:spPr>
          <a:xfrm>
            <a:off x="3698767" y="3520831"/>
            <a:ext cx="1507813" cy="4617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C0CD2F7-F2D0-0B14-E370-9C45B822AD89}"/>
              </a:ext>
            </a:extLst>
          </p:cNvPr>
          <p:cNvSpPr txBox="1"/>
          <p:nvPr/>
        </p:nvSpPr>
        <p:spPr>
          <a:xfrm>
            <a:off x="5410200" y="3482008"/>
            <a:ext cx="865362" cy="4617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9EDC4-E151-CFD9-DFD2-7BC5EF898E20}"/>
              </a:ext>
            </a:extLst>
          </p:cNvPr>
          <p:cNvSpPr txBox="1"/>
          <p:nvPr/>
        </p:nvSpPr>
        <p:spPr>
          <a:xfrm>
            <a:off x="5410200" y="2826896"/>
            <a:ext cx="865362" cy="4617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C2F2324-0BBD-0D03-B3B2-75D61BCE3AAE}"/>
              </a:ext>
            </a:extLst>
          </p:cNvPr>
          <p:cNvSpPr txBox="1"/>
          <p:nvPr/>
        </p:nvSpPr>
        <p:spPr>
          <a:xfrm>
            <a:off x="5418793" y="2163310"/>
            <a:ext cx="865362" cy="4617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86AB672-8118-B6F5-FC26-7CEE20DFE99F}"/>
              </a:ext>
            </a:extLst>
          </p:cNvPr>
          <p:cNvSpPr txBox="1"/>
          <p:nvPr/>
        </p:nvSpPr>
        <p:spPr>
          <a:xfrm>
            <a:off x="442453" y="4610507"/>
            <a:ext cx="5841681" cy="12034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32FD3DA-1BEA-A988-1850-31BB55D29196}"/>
              </a:ext>
            </a:extLst>
          </p:cNvPr>
          <p:cNvSpPr txBox="1"/>
          <p:nvPr/>
        </p:nvSpPr>
        <p:spPr>
          <a:xfrm>
            <a:off x="712513" y="7039681"/>
            <a:ext cx="2986254" cy="4473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DB2A932-DE1B-64C1-BB2C-4D00086DCD25}"/>
              </a:ext>
            </a:extLst>
          </p:cNvPr>
          <p:cNvSpPr txBox="1"/>
          <p:nvPr/>
        </p:nvSpPr>
        <p:spPr>
          <a:xfrm>
            <a:off x="756875" y="7692467"/>
            <a:ext cx="2986254" cy="4473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1DB8F9E-4F8A-0855-D357-AFD824C616A6}"/>
              </a:ext>
            </a:extLst>
          </p:cNvPr>
          <p:cNvSpPr txBox="1"/>
          <p:nvPr/>
        </p:nvSpPr>
        <p:spPr>
          <a:xfrm>
            <a:off x="682835" y="8636671"/>
            <a:ext cx="2986254" cy="4473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BB3C77D-DE7D-5D18-AAED-89B3AEFFC9D1}"/>
              </a:ext>
            </a:extLst>
          </p:cNvPr>
          <p:cNvSpPr txBox="1"/>
          <p:nvPr/>
        </p:nvSpPr>
        <p:spPr>
          <a:xfrm>
            <a:off x="3956063" y="7039681"/>
            <a:ext cx="2189424" cy="4473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C8FA74D-341C-BA4B-FDC2-4478F9022995}"/>
              </a:ext>
            </a:extLst>
          </p:cNvPr>
          <p:cNvSpPr txBox="1"/>
          <p:nvPr/>
        </p:nvSpPr>
        <p:spPr>
          <a:xfrm>
            <a:off x="4044787" y="7645632"/>
            <a:ext cx="2189424" cy="4473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352B754-2984-D251-FD01-66D4CFB8C4F2}"/>
              </a:ext>
            </a:extLst>
          </p:cNvPr>
          <p:cNvSpPr txBox="1"/>
          <p:nvPr/>
        </p:nvSpPr>
        <p:spPr>
          <a:xfrm>
            <a:off x="3956865" y="8320008"/>
            <a:ext cx="2277346" cy="6715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16879" y="463295"/>
            <a:ext cx="890003" cy="53644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14802" y="1531282"/>
            <a:ext cx="487299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100" dirty="0">
                <a:latin typeface="Calibri"/>
                <a:cs typeface="Calibri"/>
              </a:rPr>
              <a:t>Q9)</a:t>
            </a:r>
            <a:r>
              <a:rPr sz="1000" b="1" spc="14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3.2</a:t>
            </a:r>
            <a:r>
              <a:rPr sz="1000" b="1" spc="130" dirty="0">
                <a:latin typeface="Calibri"/>
                <a:cs typeface="Calibri"/>
              </a:rPr>
              <a:t> </a:t>
            </a:r>
            <a:r>
              <a:rPr sz="1000" b="1" spc="125" dirty="0">
                <a:latin typeface="Calibri"/>
                <a:cs typeface="Calibri"/>
              </a:rPr>
              <a:t>Describe</a:t>
            </a:r>
            <a:r>
              <a:rPr sz="1000" b="1" spc="110" dirty="0">
                <a:latin typeface="Calibri"/>
                <a:cs typeface="Calibri"/>
              </a:rPr>
              <a:t> </a:t>
            </a:r>
            <a:r>
              <a:rPr sz="1000" dirty="0">
                <a:latin typeface="Century Gothic"/>
                <a:cs typeface="Century Gothic"/>
              </a:rPr>
              <a:t>the</a:t>
            </a:r>
            <a:r>
              <a:rPr sz="1000" spc="4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support</a:t>
            </a:r>
            <a:r>
              <a:rPr sz="1000" spc="55" dirty="0">
                <a:latin typeface="Century Gothic"/>
                <a:cs typeface="Century Gothic"/>
              </a:rPr>
              <a:t> </a:t>
            </a:r>
            <a:r>
              <a:rPr sz="1000" spc="45" dirty="0">
                <a:latin typeface="Century Gothic"/>
                <a:cs typeface="Century Gothic"/>
              </a:rPr>
              <a:t>networks</a:t>
            </a:r>
            <a:r>
              <a:rPr sz="1000" spc="40" dirty="0">
                <a:latin typeface="Century Gothic"/>
                <a:cs typeface="Century Gothic"/>
              </a:rPr>
              <a:t> </a:t>
            </a:r>
            <a:r>
              <a:rPr sz="1000" spc="-20" dirty="0">
                <a:latin typeface="Century Gothic"/>
                <a:cs typeface="Century Gothic"/>
              </a:rPr>
              <a:t>available</a:t>
            </a:r>
            <a:r>
              <a:rPr sz="1000" spc="9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to</a:t>
            </a:r>
            <a:r>
              <a:rPr sz="1000" spc="2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help</a:t>
            </a:r>
            <a:r>
              <a:rPr sz="1000" spc="6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them</a:t>
            </a:r>
            <a:r>
              <a:rPr sz="1000" spc="5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as</a:t>
            </a:r>
            <a:r>
              <a:rPr sz="1000" spc="5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individuals.</a:t>
            </a:r>
            <a:endParaRPr sz="10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</a:pPr>
            <a:r>
              <a:rPr sz="1000" b="1" i="1" spc="90" dirty="0">
                <a:latin typeface="Calibri"/>
                <a:cs typeface="Calibri"/>
              </a:rPr>
              <a:t>(Must</a:t>
            </a:r>
            <a:r>
              <a:rPr sz="1000" b="1" i="1" spc="85" dirty="0">
                <a:latin typeface="Calibri"/>
                <a:cs typeface="Calibri"/>
              </a:rPr>
              <a:t> </a:t>
            </a:r>
            <a:r>
              <a:rPr sz="1000" b="1" i="1" spc="120" dirty="0">
                <a:latin typeface="Calibri"/>
                <a:cs typeface="Calibri"/>
              </a:rPr>
              <a:t>include</a:t>
            </a:r>
            <a:r>
              <a:rPr sz="1000" b="1" i="1" spc="90" dirty="0">
                <a:latin typeface="Calibri"/>
                <a:cs typeface="Calibri"/>
              </a:rPr>
              <a:t> </a:t>
            </a:r>
            <a:r>
              <a:rPr sz="1000" b="1" i="1" spc="155" dirty="0">
                <a:latin typeface="Calibri"/>
                <a:cs typeface="Calibri"/>
              </a:rPr>
              <a:t>a</a:t>
            </a:r>
            <a:r>
              <a:rPr sz="1000" b="1" i="1" spc="70" dirty="0">
                <a:latin typeface="Calibri"/>
                <a:cs typeface="Calibri"/>
              </a:rPr>
              <a:t> </a:t>
            </a:r>
            <a:r>
              <a:rPr sz="1000" b="1" i="1" spc="95" dirty="0">
                <a:latin typeface="Calibri"/>
                <a:cs typeface="Calibri"/>
              </a:rPr>
              <a:t>digital</a:t>
            </a:r>
            <a:r>
              <a:rPr sz="1000" b="1" i="1" spc="90" dirty="0">
                <a:latin typeface="Calibri"/>
                <a:cs typeface="Calibri"/>
              </a:rPr>
              <a:t> reference).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14096" y="2035925"/>
            <a:ext cx="5965825" cy="6986905"/>
            <a:chOff x="414096" y="2035925"/>
            <a:chExt cx="5965825" cy="6986905"/>
          </a:xfrm>
        </p:grpSpPr>
        <p:sp>
          <p:nvSpPr>
            <p:cNvPr id="5" name="object 5"/>
            <p:cNvSpPr/>
            <p:nvPr/>
          </p:nvSpPr>
          <p:spPr>
            <a:xfrm>
              <a:off x="458157" y="2035925"/>
              <a:ext cx="0" cy="1699895"/>
            </a:xfrm>
            <a:custGeom>
              <a:avLst/>
              <a:gdLst/>
              <a:ahLst/>
              <a:cxnLst/>
              <a:rect l="l" t="t" r="r" b="b"/>
              <a:pathLst>
                <a:path h="1699895">
                  <a:moveTo>
                    <a:pt x="0" y="0"/>
                  </a:moveTo>
                  <a:lnTo>
                    <a:pt x="0" y="169928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373182" y="2035925"/>
              <a:ext cx="0" cy="1699895"/>
            </a:xfrm>
            <a:custGeom>
              <a:avLst/>
              <a:gdLst/>
              <a:ahLst/>
              <a:cxnLst/>
              <a:rect l="l" t="t" r="r" b="b"/>
              <a:pathLst>
                <a:path h="1699895">
                  <a:moveTo>
                    <a:pt x="0" y="0"/>
                  </a:moveTo>
                  <a:lnTo>
                    <a:pt x="0" y="169928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1807" y="2042275"/>
              <a:ext cx="5927725" cy="0"/>
            </a:xfrm>
            <a:custGeom>
              <a:avLst/>
              <a:gdLst/>
              <a:ahLst/>
              <a:cxnLst/>
              <a:rect l="l" t="t" r="r" b="b"/>
              <a:pathLst>
                <a:path w="5927725">
                  <a:moveTo>
                    <a:pt x="0" y="0"/>
                  </a:moveTo>
                  <a:lnTo>
                    <a:pt x="592772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1807" y="3728863"/>
              <a:ext cx="5927725" cy="0"/>
            </a:xfrm>
            <a:custGeom>
              <a:avLst/>
              <a:gdLst/>
              <a:ahLst/>
              <a:cxnLst/>
              <a:rect l="l" t="t" r="r" b="b"/>
              <a:pathLst>
                <a:path w="5927725">
                  <a:moveTo>
                    <a:pt x="0" y="0"/>
                  </a:moveTo>
                  <a:lnTo>
                    <a:pt x="592772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20446" y="7305472"/>
              <a:ext cx="0" cy="1717675"/>
            </a:xfrm>
            <a:custGeom>
              <a:avLst/>
              <a:gdLst/>
              <a:ahLst/>
              <a:cxnLst/>
              <a:rect l="l" t="t" r="r" b="b"/>
              <a:pathLst>
                <a:path h="1717675">
                  <a:moveTo>
                    <a:pt x="0" y="0"/>
                  </a:moveTo>
                  <a:lnTo>
                    <a:pt x="0" y="171720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5471" y="7305472"/>
              <a:ext cx="0" cy="1717675"/>
            </a:xfrm>
            <a:custGeom>
              <a:avLst/>
              <a:gdLst/>
              <a:ahLst/>
              <a:cxnLst/>
              <a:rect l="l" t="t" r="r" b="b"/>
              <a:pathLst>
                <a:path h="1717675">
                  <a:moveTo>
                    <a:pt x="0" y="0"/>
                  </a:moveTo>
                  <a:lnTo>
                    <a:pt x="0" y="171720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14096" y="7311822"/>
              <a:ext cx="5927725" cy="0"/>
            </a:xfrm>
            <a:custGeom>
              <a:avLst/>
              <a:gdLst/>
              <a:ahLst/>
              <a:cxnLst/>
              <a:rect l="l" t="t" r="r" b="b"/>
              <a:pathLst>
                <a:path w="5927725">
                  <a:moveTo>
                    <a:pt x="0" y="0"/>
                  </a:moveTo>
                  <a:lnTo>
                    <a:pt x="592772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14096" y="9016326"/>
              <a:ext cx="5927725" cy="0"/>
            </a:xfrm>
            <a:custGeom>
              <a:avLst/>
              <a:gdLst/>
              <a:ahLst/>
              <a:cxnLst/>
              <a:rect l="l" t="t" r="r" b="b"/>
              <a:pathLst>
                <a:path w="5927725">
                  <a:moveTo>
                    <a:pt x="0" y="0"/>
                  </a:moveTo>
                  <a:lnTo>
                    <a:pt x="592772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10347" y="6852131"/>
            <a:ext cx="56515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Calibri"/>
                <a:cs typeface="Calibri"/>
              </a:rPr>
              <a:t>Q11)</a:t>
            </a:r>
            <a:r>
              <a:rPr sz="1000" b="1" spc="9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4.1</a:t>
            </a:r>
            <a:r>
              <a:rPr sz="1000" b="1" spc="90" dirty="0">
                <a:latin typeface="Calibri"/>
                <a:cs typeface="Calibri"/>
              </a:rPr>
              <a:t> </a:t>
            </a:r>
            <a:r>
              <a:rPr sz="1000" b="1" spc="114" dirty="0">
                <a:latin typeface="Calibri"/>
                <a:cs typeface="Calibri"/>
              </a:rPr>
              <a:t>Explain </a:t>
            </a:r>
            <a:r>
              <a:rPr sz="1000" dirty="0">
                <a:latin typeface="Century Gothic"/>
                <a:cs typeface="Century Gothic"/>
              </a:rPr>
              <a:t>how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spc="-20" dirty="0">
                <a:latin typeface="Century Gothic"/>
                <a:cs typeface="Century Gothic"/>
              </a:rPr>
              <a:t>everyday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activities</a:t>
            </a:r>
            <a:r>
              <a:rPr sz="1000" spc="25" dirty="0">
                <a:latin typeface="Century Gothic"/>
                <a:cs typeface="Century Gothic"/>
              </a:rPr>
              <a:t> </a:t>
            </a:r>
            <a:r>
              <a:rPr sz="1000" spc="-45" dirty="0">
                <a:latin typeface="Century Gothic"/>
                <a:cs typeface="Century Gothic"/>
              </a:rPr>
              <a:t>can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help</a:t>
            </a:r>
            <a:r>
              <a:rPr sz="1000" spc="3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develop</a:t>
            </a:r>
            <a:r>
              <a:rPr sz="1000" spc="3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transferable</a:t>
            </a:r>
            <a:r>
              <a:rPr sz="1000" spc="25" dirty="0">
                <a:latin typeface="Century Gothic"/>
                <a:cs typeface="Century Gothic"/>
              </a:rPr>
              <a:t> </a:t>
            </a:r>
            <a:r>
              <a:rPr sz="1000" spc="75" dirty="0">
                <a:latin typeface="Century Gothic"/>
                <a:cs typeface="Century Gothic"/>
              </a:rPr>
              <a:t>skills</a:t>
            </a:r>
            <a:r>
              <a:rPr sz="1000" spc="50" dirty="0">
                <a:latin typeface="Century Gothic"/>
                <a:cs typeface="Century Gothic"/>
              </a:rPr>
              <a:t> </a:t>
            </a:r>
            <a:r>
              <a:rPr sz="1000" spc="-20" dirty="0">
                <a:latin typeface="Century Gothic"/>
                <a:cs typeface="Century Gothic"/>
              </a:rPr>
              <a:t>and</a:t>
            </a:r>
            <a:r>
              <a:rPr sz="1000" spc="10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qualities.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60" dirty="0"/>
              <a:t>©</a:t>
            </a:r>
            <a:r>
              <a:rPr spc="-20" dirty="0"/>
              <a:t> </a:t>
            </a:r>
            <a:r>
              <a:rPr spc="65" dirty="0"/>
              <a:t>ETC</a:t>
            </a:r>
            <a:r>
              <a:rPr spc="-45" dirty="0"/>
              <a:t> </a:t>
            </a:r>
            <a:r>
              <a:rPr spc="65" dirty="0"/>
              <a:t>AWARDS</a:t>
            </a:r>
            <a:r>
              <a:rPr spc="-45" dirty="0"/>
              <a:t> </a:t>
            </a:r>
            <a:r>
              <a:rPr spc="120" dirty="0"/>
              <a:t>LTD</a:t>
            </a:r>
            <a:r>
              <a:rPr spc="-35" dirty="0"/>
              <a:t> </a:t>
            </a:r>
            <a:r>
              <a:rPr spc="35" dirty="0"/>
              <a:t>2024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429712" y="4454423"/>
          <a:ext cx="5935980" cy="22193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35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900" b="1" spc="85" dirty="0">
                          <a:latin typeface="Calibri"/>
                          <a:cs typeface="Calibri"/>
                        </a:rPr>
                        <a:t>Opportunities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900" spc="-25" dirty="0">
                          <a:latin typeface="Century Gothic"/>
                          <a:cs typeface="Century Gothic"/>
                        </a:rPr>
                        <a:t>1)</a:t>
                      </a:r>
                      <a:endParaRPr sz="900" dirty="0">
                        <a:latin typeface="Century Gothic"/>
                        <a:cs typeface="Century Gothic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900" spc="-25" dirty="0">
                          <a:latin typeface="Century Gothic"/>
                          <a:cs typeface="Century Gothic"/>
                        </a:rPr>
                        <a:t>2)</a:t>
                      </a:r>
                      <a:endParaRPr sz="900">
                        <a:latin typeface="Century Gothic"/>
                        <a:cs typeface="Century Gothic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pPr marL="6223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900" spc="-25" dirty="0">
                          <a:latin typeface="Century Gothic"/>
                          <a:cs typeface="Century Gothic"/>
                        </a:rPr>
                        <a:t>3)</a:t>
                      </a:r>
                      <a:endParaRPr sz="900" dirty="0">
                        <a:latin typeface="Century Gothic"/>
                        <a:cs typeface="Century Gothic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410347" y="4049608"/>
            <a:ext cx="389127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55" dirty="0">
                <a:latin typeface="Calibri"/>
                <a:cs typeface="Calibri"/>
              </a:rPr>
              <a:t>Q10)</a:t>
            </a:r>
            <a:r>
              <a:rPr sz="1000" b="1" spc="160" dirty="0">
                <a:latin typeface="Calibri"/>
                <a:cs typeface="Calibri"/>
              </a:rPr>
              <a:t> </a:t>
            </a:r>
            <a:r>
              <a:rPr sz="1000" b="1" spc="10" dirty="0">
                <a:latin typeface="Calibri"/>
                <a:cs typeface="Calibri"/>
              </a:rPr>
              <a:t>3.3</a:t>
            </a:r>
            <a:r>
              <a:rPr sz="1000" b="1" spc="120" dirty="0">
                <a:latin typeface="Calibri"/>
                <a:cs typeface="Calibri"/>
              </a:rPr>
              <a:t> </a:t>
            </a:r>
            <a:r>
              <a:rPr sz="1000" b="1" spc="114" dirty="0">
                <a:latin typeface="Calibri"/>
                <a:cs typeface="Calibri"/>
              </a:rPr>
              <a:t>Provide</a:t>
            </a:r>
            <a:r>
              <a:rPr sz="1000" b="1" spc="145" dirty="0">
                <a:latin typeface="Calibri"/>
                <a:cs typeface="Calibri"/>
              </a:rPr>
              <a:t> </a:t>
            </a:r>
            <a:r>
              <a:rPr sz="1000" spc="10" dirty="0">
                <a:latin typeface="Century Gothic"/>
                <a:cs typeface="Century Gothic"/>
              </a:rPr>
              <a:t>examples</a:t>
            </a:r>
            <a:r>
              <a:rPr sz="1000" spc="100" dirty="0">
                <a:latin typeface="Century Gothic"/>
                <a:cs typeface="Century Gothic"/>
              </a:rPr>
              <a:t> </a:t>
            </a:r>
            <a:r>
              <a:rPr sz="1000" spc="10" dirty="0">
                <a:latin typeface="Century Gothic"/>
                <a:cs typeface="Century Gothic"/>
              </a:rPr>
              <a:t>of</a:t>
            </a:r>
            <a:r>
              <a:rPr sz="1000" spc="60" dirty="0">
                <a:latin typeface="Century Gothic"/>
                <a:cs typeface="Century Gothic"/>
              </a:rPr>
              <a:t> </a:t>
            </a:r>
            <a:r>
              <a:rPr sz="1000" spc="10" dirty="0">
                <a:latin typeface="Century Gothic"/>
                <a:cs typeface="Century Gothic"/>
              </a:rPr>
              <a:t>opportunities</a:t>
            </a:r>
            <a:r>
              <a:rPr sz="1000" spc="75" dirty="0">
                <a:latin typeface="Century Gothic"/>
                <a:cs typeface="Century Gothic"/>
              </a:rPr>
              <a:t> </a:t>
            </a:r>
            <a:r>
              <a:rPr sz="1000" spc="10" dirty="0">
                <a:latin typeface="Century Gothic"/>
                <a:cs typeface="Century Gothic"/>
              </a:rPr>
              <a:t>that</a:t>
            </a:r>
            <a:r>
              <a:rPr sz="1000" spc="50" dirty="0">
                <a:latin typeface="Century Gothic"/>
                <a:cs typeface="Century Gothic"/>
              </a:rPr>
              <a:t> </a:t>
            </a:r>
            <a:r>
              <a:rPr sz="1000" spc="10" dirty="0">
                <a:latin typeface="Century Gothic"/>
                <a:cs typeface="Century Gothic"/>
              </a:rPr>
              <a:t>interest</a:t>
            </a:r>
            <a:r>
              <a:rPr sz="1000" spc="65" dirty="0">
                <a:latin typeface="Century Gothic"/>
                <a:cs typeface="Century Gothic"/>
              </a:rPr>
              <a:t> </a:t>
            </a:r>
            <a:r>
              <a:rPr sz="1000" spc="-20" dirty="0">
                <a:latin typeface="Century Gothic"/>
                <a:cs typeface="Century Gothic"/>
              </a:rPr>
              <a:t>you.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250004" y="476009"/>
            <a:ext cx="23107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8595" marR="5080" indent="-176530">
              <a:lnSpc>
                <a:spcPct val="100000"/>
              </a:lnSpc>
              <a:spcBef>
                <a:spcPts val="100"/>
              </a:spcBef>
            </a:pPr>
            <a:r>
              <a:rPr sz="1800" spc="229" dirty="0">
                <a:latin typeface="Calibri"/>
                <a:cs typeface="Calibri"/>
              </a:rPr>
              <a:t>IDENTIFY</a:t>
            </a:r>
            <a:r>
              <a:rPr sz="1800" spc="50" dirty="0">
                <a:latin typeface="Calibri"/>
                <a:cs typeface="Calibri"/>
              </a:rPr>
              <a:t> </a:t>
            </a:r>
            <a:r>
              <a:rPr sz="1800" spc="235" dirty="0">
                <a:latin typeface="Calibri"/>
                <a:cs typeface="Calibri"/>
              </a:rPr>
              <a:t>SUITABLE </a:t>
            </a:r>
            <a:r>
              <a:rPr sz="1800" spc="240" dirty="0">
                <a:latin typeface="Calibri"/>
                <a:cs typeface="Calibri"/>
              </a:rPr>
              <a:t>OPPORTUNITIES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F48C030-25BB-E6EF-562B-7023339EFC03}"/>
              </a:ext>
            </a:extLst>
          </p:cNvPr>
          <p:cNvSpPr txBox="1"/>
          <p:nvPr/>
        </p:nvSpPr>
        <p:spPr>
          <a:xfrm>
            <a:off x="464508" y="2052250"/>
            <a:ext cx="5915024" cy="16225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4CE5DB-B182-D866-9B00-66FDAA3493CD}"/>
              </a:ext>
            </a:extLst>
          </p:cNvPr>
          <p:cNvSpPr txBox="1"/>
          <p:nvPr/>
        </p:nvSpPr>
        <p:spPr>
          <a:xfrm>
            <a:off x="762000" y="4921287"/>
            <a:ext cx="5486400" cy="4473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E7BBFD8-ED13-C80F-43FB-E43108FE199B}"/>
              </a:ext>
            </a:extLst>
          </p:cNvPr>
          <p:cNvSpPr txBox="1"/>
          <p:nvPr/>
        </p:nvSpPr>
        <p:spPr>
          <a:xfrm>
            <a:off x="762000" y="5535447"/>
            <a:ext cx="5486400" cy="4473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5285144-CFDA-E42B-0A1A-6154BFF3B3A5}"/>
              </a:ext>
            </a:extLst>
          </p:cNvPr>
          <p:cNvSpPr txBox="1"/>
          <p:nvPr/>
        </p:nvSpPr>
        <p:spPr>
          <a:xfrm>
            <a:off x="762000" y="6173521"/>
            <a:ext cx="5486400" cy="4473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CBF0E3-E0AF-2ABD-A2A1-6602013D10B9}"/>
              </a:ext>
            </a:extLst>
          </p:cNvPr>
          <p:cNvSpPr txBox="1"/>
          <p:nvPr/>
        </p:nvSpPr>
        <p:spPr>
          <a:xfrm>
            <a:off x="501672" y="7370060"/>
            <a:ext cx="5746719" cy="15453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16879" y="463295"/>
            <a:ext cx="890003" cy="53644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11396" y="1667555"/>
            <a:ext cx="49853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Calibri"/>
                <a:cs typeface="Calibri"/>
              </a:rPr>
              <a:t>Q12)</a:t>
            </a:r>
            <a:r>
              <a:rPr sz="1000" b="1" spc="150" dirty="0">
                <a:latin typeface="Calibri"/>
                <a:cs typeface="Calibri"/>
              </a:rPr>
              <a:t> </a:t>
            </a:r>
            <a:r>
              <a:rPr sz="1000" b="1" spc="75" dirty="0">
                <a:latin typeface="Calibri"/>
                <a:cs typeface="Calibri"/>
              </a:rPr>
              <a:t>4.2</a:t>
            </a:r>
            <a:r>
              <a:rPr sz="1000" b="1" spc="145" dirty="0">
                <a:latin typeface="Calibri"/>
                <a:cs typeface="Calibri"/>
              </a:rPr>
              <a:t> </a:t>
            </a:r>
            <a:r>
              <a:rPr sz="1000" b="1" spc="114" dirty="0">
                <a:latin typeface="Calibri"/>
                <a:cs typeface="Calibri"/>
              </a:rPr>
              <a:t>Explain</a:t>
            </a:r>
            <a:r>
              <a:rPr sz="1000" b="1" spc="175" dirty="0">
                <a:latin typeface="Calibri"/>
                <a:cs typeface="Calibri"/>
              </a:rPr>
              <a:t> </a:t>
            </a:r>
            <a:r>
              <a:rPr sz="1000" dirty="0">
                <a:latin typeface="Century Gothic"/>
                <a:cs typeface="Century Gothic"/>
              </a:rPr>
              <a:t>how</a:t>
            </a:r>
            <a:r>
              <a:rPr sz="1000" spc="6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other</a:t>
            </a:r>
            <a:r>
              <a:rPr sz="1000" spc="5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initiatives</a:t>
            </a:r>
            <a:r>
              <a:rPr sz="1000" spc="105" dirty="0">
                <a:latin typeface="Century Gothic"/>
                <a:cs typeface="Century Gothic"/>
              </a:rPr>
              <a:t> </a:t>
            </a:r>
            <a:r>
              <a:rPr sz="1000" spc="-45" dirty="0">
                <a:latin typeface="Century Gothic"/>
                <a:cs typeface="Century Gothic"/>
              </a:rPr>
              <a:t>can</a:t>
            </a:r>
            <a:r>
              <a:rPr sz="1000" spc="6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help</a:t>
            </a:r>
            <a:r>
              <a:rPr sz="1000" spc="8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transferable</a:t>
            </a:r>
            <a:r>
              <a:rPr sz="1000" spc="75" dirty="0">
                <a:latin typeface="Century Gothic"/>
                <a:cs typeface="Century Gothic"/>
              </a:rPr>
              <a:t> skills</a:t>
            </a:r>
            <a:r>
              <a:rPr sz="1000" spc="105" dirty="0">
                <a:latin typeface="Century Gothic"/>
                <a:cs typeface="Century Gothic"/>
              </a:rPr>
              <a:t> </a:t>
            </a:r>
            <a:r>
              <a:rPr sz="1000" spc="-20" dirty="0">
                <a:latin typeface="Century Gothic"/>
                <a:cs typeface="Century Gothic"/>
              </a:rPr>
              <a:t>and</a:t>
            </a:r>
            <a:r>
              <a:rPr sz="1000" spc="5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qualities.</a:t>
            </a:r>
            <a:endParaRPr sz="1000">
              <a:latin typeface="Century Gothic"/>
              <a:cs typeface="Century Gothic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18025" y="2095596"/>
            <a:ext cx="5967730" cy="6824345"/>
            <a:chOff x="418025" y="2095596"/>
            <a:chExt cx="5967730" cy="6824345"/>
          </a:xfrm>
        </p:grpSpPr>
        <p:sp>
          <p:nvSpPr>
            <p:cNvPr id="5" name="object 5"/>
            <p:cNvSpPr/>
            <p:nvPr/>
          </p:nvSpPr>
          <p:spPr>
            <a:xfrm>
              <a:off x="464238" y="2095596"/>
              <a:ext cx="0" cy="1809750"/>
            </a:xfrm>
            <a:custGeom>
              <a:avLst/>
              <a:gdLst/>
              <a:ahLst/>
              <a:cxnLst/>
              <a:rect l="l" t="t" r="r" b="b"/>
              <a:pathLst>
                <a:path h="1809750">
                  <a:moveTo>
                    <a:pt x="0" y="0"/>
                  </a:moveTo>
                  <a:lnTo>
                    <a:pt x="0" y="180972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379263" y="2095596"/>
              <a:ext cx="0" cy="1809750"/>
            </a:xfrm>
            <a:custGeom>
              <a:avLst/>
              <a:gdLst/>
              <a:ahLst/>
              <a:cxnLst/>
              <a:rect l="l" t="t" r="r" b="b"/>
              <a:pathLst>
                <a:path h="1809750">
                  <a:moveTo>
                    <a:pt x="0" y="0"/>
                  </a:moveTo>
                  <a:lnTo>
                    <a:pt x="0" y="180972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888" y="2101946"/>
              <a:ext cx="5927725" cy="0"/>
            </a:xfrm>
            <a:custGeom>
              <a:avLst/>
              <a:gdLst/>
              <a:ahLst/>
              <a:cxnLst/>
              <a:rect l="l" t="t" r="r" b="b"/>
              <a:pathLst>
                <a:path w="5927725">
                  <a:moveTo>
                    <a:pt x="0" y="0"/>
                  </a:moveTo>
                  <a:lnTo>
                    <a:pt x="592772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7888" y="3898968"/>
              <a:ext cx="5927725" cy="0"/>
            </a:xfrm>
            <a:custGeom>
              <a:avLst/>
              <a:gdLst/>
              <a:ahLst/>
              <a:cxnLst/>
              <a:rect l="l" t="t" r="r" b="b"/>
              <a:pathLst>
                <a:path w="5927725">
                  <a:moveTo>
                    <a:pt x="0" y="0"/>
                  </a:moveTo>
                  <a:lnTo>
                    <a:pt x="592772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24375" y="4399364"/>
              <a:ext cx="0" cy="1957070"/>
            </a:xfrm>
            <a:custGeom>
              <a:avLst/>
              <a:gdLst/>
              <a:ahLst/>
              <a:cxnLst/>
              <a:rect l="l" t="t" r="r" b="b"/>
              <a:pathLst>
                <a:path h="1957070">
                  <a:moveTo>
                    <a:pt x="0" y="0"/>
                  </a:moveTo>
                  <a:lnTo>
                    <a:pt x="0" y="1956638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60215" y="4399364"/>
              <a:ext cx="0" cy="1957070"/>
            </a:xfrm>
            <a:custGeom>
              <a:avLst/>
              <a:gdLst/>
              <a:ahLst/>
              <a:cxnLst/>
              <a:rect l="l" t="t" r="r" b="b"/>
              <a:pathLst>
                <a:path h="1957070">
                  <a:moveTo>
                    <a:pt x="0" y="0"/>
                  </a:moveTo>
                  <a:lnTo>
                    <a:pt x="0" y="1956638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18025" y="4405714"/>
              <a:ext cx="5948680" cy="0"/>
            </a:xfrm>
            <a:custGeom>
              <a:avLst/>
              <a:gdLst/>
              <a:ahLst/>
              <a:cxnLst/>
              <a:rect l="l" t="t" r="r" b="b"/>
              <a:pathLst>
                <a:path w="5948680">
                  <a:moveTo>
                    <a:pt x="0" y="0"/>
                  </a:moveTo>
                  <a:lnTo>
                    <a:pt x="594854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18025" y="6349651"/>
              <a:ext cx="5948680" cy="0"/>
            </a:xfrm>
            <a:custGeom>
              <a:avLst/>
              <a:gdLst/>
              <a:ahLst/>
              <a:cxnLst/>
              <a:rect l="l" t="t" r="r" b="b"/>
              <a:pathLst>
                <a:path w="5948680">
                  <a:moveTo>
                    <a:pt x="0" y="0"/>
                  </a:moveTo>
                  <a:lnTo>
                    <a:pt x="594854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24375" y="6869380"/>
              <a:ext cx="0" cy="2050414"/>
            </a:xfrm>
            <a:custGeom>
              <a:avLst/>
              <a:gdLst/>
              <a:ahLst/>
              <a:cxnLst/>
              <a:rect l="l" t="t" r="r" b="b"/>
              <a:pathLst>
                <a:path h="2050415">
                  <a:moveTo>
                    <a:pt x="0" y="0"/>
                  </a:moveTo>
                  <a:lnTo>
                    <a:pt x="0" y="205041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339400" y="6869380"/>
              <a:ext cx="0" cy="2050414"/>
            </a:xfrm>
            <a:custGeom>
              <a:avLst/>
              <a:gdLst/>
              <a:ahLst/>
              <a:cxnLst/>
              <a:rect l="l" t="t" r="r" b="b"/>
              <a:pathLst>
                <a:path h="2050415">
                  <a:moveTo>
                    <a:pt x="0" y="0"/>
                  </a:moveTo>
                  <a:lnTo>
                    <a:pt x="0" y="205041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18025" y="6875730"/>
              <a:ext cx="5927725" cy="0"/>
            </a:xfrm>
            <a:custGeom>
              <a:avLst/>
              <a:gdLst/>
              <a:ahLst/>
              <a:cxnLst/>
              <a:rect l="l" t="t" r="r" b="b"/>
              <a:pathLst>
                <a:path w="5927725">
                  <a:moveTo>
                    <a:pt x="0" y="0"/>
                  </a:moveTo>
                  <a:lnTo>
                    <a:pt x="592772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18025" y="8913440"/>
              <a:ext cx="5927725" cy="0"/>
            </a:xfrm>
            <a:custGeom>
              <a:avLst/>
              <a:gdLst/>
              <a:ahLst/>
              <a:cxnLst/>
              <a:rect l="l" t="t" r="r" b="b"/>
              <a:pathLst>
                <a:path w="5927725">
                  <a:moveTo>
                    <a:pt x="0" y="0"/>
                  </a:moveTo>
                  <a:lnTo>
                    <a:pt x="592772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10347" y="6564099"/>
            <a:ext cx="554799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55" dirty="0">
                <a:latin typeface="Calibri"/>
                <a:cs typeface="Calibri"/>
              </a:rPr>
              <a:t>Q14)</a:t>
            </a:r>
            <a:r>
              <a:rPr sz="1000" b="1" spc="17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5.2</a:t>
            </a:r>
            <a:r>
              <a:rPr sz="1000" b="1" spc="155" dirty="0">
                <a:latin typeface="Calibri"/>
                <a:cs typeface="Calibri"/>
              </a:rPr>
              <a:t> </a:t>
            </a:r>
            <a:r>
              <a:rPr sz="1000" b="1" spc="130" dirty="0">
                <a:latin typeface="Calibri"/>
                <a:cs typeface="Calibri"/>
              </a:rPr>
              <a:t>Assess</a:t>
            </a:r>
            <a:r>
              <a:rPr sz="1000" b="1" spc="135" dirty="0">
                <a:latin typeface="Calibri"/>
                <a:cs typeface="Calibri"/>
              </a:rPr>
              <a:t> </a:t>
            </a:r>
            <a:r>
              <a:rPr sz="1000" dirty="0">
                <a:latin typeface="Century Gothic"/>
                <a:cs typeface="Century Gothic"/>
              </a:rPr>
              <a:t>how</a:t>
            </a:r>
            <a:r>
              <a:rPr sz="1000" spc="7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own</a:t>
            </a:r>
            <a:r>
              <a:rPr sz="1000" spc="7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attitudes,</a:t>
            </a:r>
            <a:r>
              <a:rPr sz="1000" spc="5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values</a:t>
            </a:r>
            <a:r>
              <a:rPr sz="1000" spc="80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and</a:t>
            </a:r>
            <a:r>
              <a:rPr sz="1000" spc="8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behaviours</a:t>
            </a:r>
            <a:r>
              <a:rPr sz="1000" spc="95" dirty="0">
                <a:latin typeface="Century Gothic"/>
                <a:cs typeface="Century Gothic"/>
              </a:rPr>
              <a:t> </a:t>
            </a:r>
            <a:r>
              <a:rPr sz="1000" spc="-25" dirty="0">
                <a:latin typeface="Century Gothic"/>
                <a:cs typeface="Century Gothic"/>
              </a:rPr>
              <a:t>affect</a:t>
            </a:r>
            <a:r>
              <a:rPr sz="1000" spc="5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opportunities</a:t>
            </a:r>
            <a:r>
              <a:rPr sz="1000" spc="110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sought..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60" dirty="0"/>
              <a:t>©</a:t>
            </a:r>
            <a:r>
              <a:rPr spc="-20" dirty="0"/>
              <a:t> </a:t>
            </a:r>
            <a:r>
              <a:rPr spc="65" dirty="0"/>
              <a:t>ETC</a:t>
            </a:r>
            <a:r>
              <a:rPr spc="-45" dirty="0"/>
              <a:t> </a:t>
            </a:r>
            <a:r>
              <a:rPr spc="65" dirty="0"/>
              <a:t>AWARDS</a:t>
            </a:r>
            <a:r>
              <a:rPr spc="-45" dirty="0"/>
              <a:t> </a:t>
            </a:r>
            <a:r>
              <a:rPr spc="120" dirty="0"/>
              <a:t>LTD</a:t>
            </a:r>
            <a:r>
              <a:rPr spc="-35" dirty="0"/>
              <a:t> </a:t>
            </a:r>
            <a:r>
              <a:rPr spc="35" dirty="0"/>
              <a:t>2024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18" name="object 18"/>
          <p:cNvSpPr txBox="1"/>
          <p:nvPr/>
        </p:nvSpPr>
        <p:spPr>
          <a:xfrm>
            <a:off x="410347" y="4022066"/>
            <a:ext cx="47371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Calibri"/>
                <a:cs typeface="Calibri"/>
              </a:rPr>
              <a:t>Q13)</a:t>
            </a:r>
            <a:r>
              <a:rPr sz="1000" b="1" spc="14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5.1</a:t>
            </a:r>
            <a:r>
              <a:rPr sz="1000" b="1" spc="145" dirty="0">
                <a:latin typeface="Calibri"/>
                <a:cs typeface="Calibri"/>
              </a:rPr>
              <a:t> </a:t>
            </a:r>
            <a:r>
              <a:rPr sz="1000" b="1" spc="114" dirty="0">
                <a:latin typeface="Calibri"/>
                <a:cs typeface="Calibri"/>
              </a:rPr>
              <a:t>Explain</a:t>
            </a:r>
            <a:r>
              <a:rPr sz="1000" b="1" spc="170" dirty="0">
                <a:latin typeface="Calibri"/>
                <a:cs typeface="Calibri"/>
              </a:rPr>
              <a:t> </a:t>
            </a:r>
            <a:r>
              <a:rPr sz="1000" dirty="0">
                <a:latin typeface="Century Gothic"/>
                <a:cs typeface="Century Gothic"/>
              </a:rPr>
              <a:t>how</a:t>
            </a:r>
            <a:r>
              <a:rPr sz="1000" spc="6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to</a:t>
            </a:r>
            <a:r>
              <a:rPr sz="1000" spc="5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use</a:t>
            </a:r>
            <a:r>
              <a:rPr sz="1000" spc="4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your</a:t>
            </a:r>
            <a:r>
              <a:rPr sz="1000" spc="7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own</a:t>
            </a:r>
            <a:r>
              <a:rPr sz="1000" spc="5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experiences</a:t>
            </a:r>
            <a:r>
              <a:rPr sz="1000" spc="10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to</a:t>
            </a:r>
            <a:r>
              <a:rPr sz="1000" spc="4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support</a:t>
            </a:r>
            <a:r>
              <a:rPr sz="1000" spc="6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your</a:t>
            </a:r>
            <a:r>
              <a:rPr sz="1000" spc="50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choices.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250004" y="476009"/>
            <a:ext cx="23107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8595" marR="5080" indent="-176530">
              <a:lnSpc>
                <a:spcPct val="100000"/>
              </a:lnSpc>
              <a:spcBef>
                <a:spcPts val="100"/>
              </a:spcBef>
            </a:pPr>
            <a:r>
              <a:rPr sz="1800" spc="229" dirty="0">
                <a:latin typeface="Calibri"/>
                <a:cs typeface="Calibri"/>
              </a:rPr>
              <a:t>IDENTIFY</a:t>
            </a:r>
            <a:r>
              <a:rPr sz="1800" spc="50" dirty="0">
                <a:latin typeface="Calibri"/>
                <a:cs typeface="Calibri"/>
              </a:rPr>
              <a:t> </a:t>
            </a:r>
            <a:r>
              <a:rPr sz="1800" spc="235" dirty="0">
                <a:latin typeface="Calibri"/>
                <a:cs typeface="Calibri"/>
              </a:rPr>
              <a:t>SUITABLE </a:t>
            </a:r>
            <a:r>
              <a:rPr sz="1800" spc="240" dirty="0">
                <a:latin typeface="Calibri"/>
                <a:cs typeface="Calibri"/>
              </a:rPr>
              <a:t>OPPORTUNITIES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3E05A26-2BF5-2902-96E9-612BE977E9D6}"/>
              </a:ext>
            </a:extLst>
          </p:cNvPr>
          <p:cNvSpPr txBox="1"/>
          <p:nvPr/>
        </p:nvSpPr>
        <p:spPr>
          <a:xfrm>
            <a:off x="410347" y="4455790"/>
            <a:ext cx="5927724" cy="17769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06E533D-6C08-AB37-20B8-3E20F1F71A0F}"/>
              </a:ext>
            </a:extLst>
          </p:cNvPr>
          <p:cNvSpPr txBox="1"/>
          <p:nvPr/>
        </p:nvSpPr>
        <p:spPr>
          <a:xfrm>
            <a:off x="397306" y="6882081"/>
            <a:ext cx="5948444" cy="20250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6858000" cy="9906000"/>
            <a:chOff x="0" y="0"/>
            <a:chExt cx="6858000" cy="9906000"/>
          </a:xfrm>
        </p:grpSpPr>
        <p:sp>
          <p:nvSpPr>
            <p:cNvPr id="3" name="object 3"/>
            <p:cNvSpPr/>
            <p:nvPr/>
          </p:nvSpPr>
          <p:spPr>
            <a:xfrm>
              <a:off x="239268" y="4614671"/>
              <a:ext cx="6337300" cy="2978150"/>
            </a:xfrm>
            <a:custGeom>
              <a:avLst/>
              <a:gdLst/>
              <a:ahLst/>
              <a:cxnLst/>
              <a:rect l="l" t="t" r="r" b="b"/>
              <a:pathLst>
                <a:path w="6337300" h="2978150">
                  <a:moveTo>
                    <a:pt x="0" y="0"/>
                  </a:moveTo>
                  <a:lnTo>
                    <a:pt x="6336792" y="0"/>
                  </a:lnTo>
                  <a:lnTo>
                    <a:pt x="6336792" y="2977896"/>
                  </a:lnTo>
                  <a:lnTo>
                    <a:pt x="0" y="2977896"/>
                  </a:lnTo>
                  <a:lnTo>
                    <a:pt x="0" y="0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203701" y="8339489"/>
              <a:ext cx="0" cy="1092835"/>
            </a:xfrm>
            <a:custGeom>
              <a:avLst/>
              <a:gdLst/>
              <a:ahLst/>
              <a:cxnLst/>
              <a:rect l="l" t="t" r="r" b="b"/>
              <a:pathLst>
                <a:path h="1092834">
                  <a:moveTo>
                    <a:pt x="0" y="0"/>
                  </a:moveTo>
                  <a:lnTo>
                    <a:pt x="0" y="1092695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55002" y="8345839"/>
              <a:ext cx="6348730" cy="0"/>
            </a:xfrm>
            <a:custGeom>
              <a:avLst/>
              <a:gdLst/>
              <a:ahLst/>
              <a:cxnLst/>
              <a:rect l="l" t="t" r="r" b="b"/>
              <a:pathLst>
                <a:path w="6348730">
                  <a:moveTo>
                    <a:pt x="0" y="0"/>
                  </a:moveTo>
                  <a:lnTo>
                    <a:pt x="6348704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55002" y="8705839"/>
              <a:ext cx="6348730" cy="0"/>
            </a:xfrm>
            <a:custGeom>
              <a:avLst/>
              <a:gdLst/>
              <a:ahLst/>
              <a:cxnLst/>
              <a:rect l="l" t="t" r="r" b="b"/>
              <a:pathLst>
                <a:path w="6348730">
                  <a:moveTo>
                    <a:pt x="0" y="0"/>
                  </a:moveTo>
                  <a:lnTo>
                    <a:pt x="6348704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55002" y="9065838"/>
              <a:ext cx="6348730" cy="0"/>
            </a:xfrm>
            <a:custGeom>
              <a:avLst/>
              <a:gdLst/>
              <a:ahLst/>
              <a:cxnLst/>
              <a:rect l="l" t="t" r="r" b="b"/>
              <a:pathLst>
                <a:path w="6348730">
                  <a:moveTo>
                    <a:pt x="0" y="0"/>
                  </a:moveTo>
                  <a:lnTo>
                    <a:pt x="6348704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61352" y="7585888"/>
              <a:ext cx="0" cy="1846580"/>
            </a:xfrm>
            <a:custGeom>
              <a:avLst/>
              <a:gdLst/>
              <a:ahLst/>
              <a:cxnLst/>
              <a:rect l="l" t="t" r="r" b="b"/>
              <a:pathLst>
                <a:path h="1846579">
                  <a:moveTo>
                    <a:pt x="0" y="0"/>
                  </a:moveTo>
                  <a:lnTo>
                    <a:pt x="0" y="18463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597353" y="7585888"/>
              <a:ext cx="0" cy="1846580"/>
            </a:xfrm>
            <a:custGeom>
              <a:avLst/>
              <a:gdLst/>
              <a:ahLst/>
              <a:cxnLst/>
              <a:rect l="l" t="t" r="r" b="b"/>
              <a:pathLst>
                <a:path h="1846579">
                  <a:moveTo>
                    <a:pt x="0" y="0"/>
                  </a:moveTo>
                  <a:lnTo>
                    <a:pt x="0" y="18463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55002" y="7592238"/>
              <a:ext cx="6348730" cy="0"/>
            </a:xfrm>
            <a:custGeom>
              <a:avLst/>
              <a:gdLst/>
              <a:ahLst/>
              <a:cxnLst/>
              <a:rect l="l" t="t" r="r" b="b"/>
              <a:pathLst>
                <a:path w="6348730">
                  <a:moveTo>
                    <a:pt x="0" y="0"/>
                  </a:moveTo>
                  <a:lnTo>
                    <a:pt x="6348704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55002" y="9425839"/>
              <a:ext cx="6348730" cy="0"/>
            </a:xfrm>
            <a:custGeom>
              <a:avLst/>
              <a:gdLst/>
              <a:ahLst/>
              <a:cxnLst/>
              <a:rect l="l" t="t" r="r" b="b"/>
              <a:pathLst>
                <a:path w="6348730">
                  <a:moveTo>
                    <a:pt x="0" y="0"/>
                  </a:moveTo>
                  <a:lnTo>
                    <a:pt x="6348704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73739" y="7645443"/>
            <a:ext cx="5711190" cy="916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Century Gothic"/>
                <a:cs typeface="Century Gothic"/>
              </a:rPr>
              <a:t>Confirmation</a:t>
            </a:r>
            <a:r>
              <a:rPr sz="1000" spc="4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of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Completion</a:t>
            </a:r>
            <a:r>
              <a:rPr sz="1000" spc="16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-</a:t>
            </a:r>
            <a:r>
              <a:rPr sz="1000" spc="135" dirty="0">
                <a:latin typeface="Century Gothic"/>
                <a:cs typeface="Century Gothic"/>
              </a:rPr>
              <a:t>  </a:t>
            </a:r>
            <a:r>
              <a:rPr sz="1000" dirty="0">
                <a:latin typeface="Century Gothic"/>
                <a:cs typeface="Century Gothic"/>
              </a:rPr>
              <a:t>All</a:t>
            </a:r>
            <a:r>
              <a:rPr sz="1000" spc="2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learning</a:t>
            </a:r>
            <a:r>
              <a:rPr sz="1000" spc="50" dirty="0">
                <a:latin typeface="Century Gothic"/>
                <a:cs typeface="Century Gothic"/>
              </a:rPr>
              <a:t> </a:t>
            </a:r>
            <a:r>
              <a:rPr sz="1000" spc="-25" dirty="0">
                <a:latin typeface="Century Gothic"/>
                <a:cs typeface="Century Gothic"/>
              </a:rPr>
              <a:t>outcomes</a:t>
            </a:r>
            <a:r>
              <a:rPr sz="1000" spc="-114" dirty="0">
                <a:latin typeface="Century Gothic"/>
                <a:cs typeface="Century Gothic"/>
              </a:rPr>
              <a:t> </a:t>
            </a:r>
            <a:r>
              <a:rPr sz="1000" spc="-25" dirty="0">
                <a:latin typeface="Century Gothic"/>
                <a:cs typeface="Century Gothic"/>
              </a:rPr>
              <a:t>achieved</a:t>
            </a:r>
            <a:r>
              <a:rPr sz="1000" spc="2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for</a:t>
            </a:r>
            <a:r>
              <a:rPr sz="1000" spc="45" dirty="0">
                <a:latin typeface="Century Gothic"/>
                <a:cs typeface="Century Gothic"/>
              </a:rPr>
              <a:t> </a:t>
            </a:r>
            <a:r>
              <a:rPr sz="1000" spc="70" dirty="0">
                <a:latin typeface="Century Gothic"/>
                <a:cs typeface="Century Gothic"/>
              </a:rPr>
              <a:t>this</a:t>
            </a:r>
            <a:r>
              <a:rPr sz="1000" spc="20" dirty="0">
                <a:latin typeface="Century Gothic"/>
                <a:cs typeface="Century Gothic"/>
              </a:rPr>
              <a:t> </a:t>
            </a:r>
            <a:r>
              <a:rPr sz="1000" spc="60" dirty="0">
                <a:latin typeface="Century Gothic"/>
                <a:cs typeface="Century Gothic"/>
              </a:rPr>
              <a:t>unit:</a:t>
            </a:r>
            <a:r>
              <a:rPr sz="1000" spc="90" dirty="0">
                <a:latin typeface="Century Gothic"/>
                <a:cs typeface="Century Gothic"/>
              </a:rPr>
              <a:t> </a:t>
            </a:r>
            <a:r>
              <a:rPr sz="1000" spc="114" dirty="0">
                <a:latin typeface="Century Gothic"/>
                <a:cs typeface="Century Gothic"/>
              </a:rPr>
              <a:t>YES</a:t>
            </a:r>
            <a:r>
              <a:rPr sz="1000" spc="9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/</a:t>
            </a:r>
            <a:r>
              <a:rPr sz="1000" spc="75" dirty="0">
                <a:latin typeface="Century Gothic"/>
                <a:cs typeface="Century Gothic"/>
              </a:rPr>
              <a:t> </a:t>
            </a:r>
            <a:r>
              <a:rPr sz="1000" spc="-25" dirty="0">
                <a:latin typeface="Century Gothic"/>
                <a:cs typeface="Century Gothic"/>
              </a:rPr>
              <a:t>NO</a:t>
            </a:r>
            <a:endParaRPr sz="1000">
              <a:latin typeface="Century Gothic"/>
              <a:cs typeface="Century Gothic"/>
            </a:endParaRPr>
          </a:p>
          <a:p>
            <a:pPr marL="12700" marR="5080" algn="just">
              <a:lnSpc>
                <a:spcPct val="100000"/>
              </a:lnSpc>
            </a:pPr>
            <a:r>
              <a:rPr sz="1000" spc="70" dirty="0">
                <a:latin typeface="Century Gothic"/>
                <a:cs typeface="Century Gothic"/>
              </a:rPr>
              <a:t>The</a:t>
            </a:r>
            <a:r>
              <a:rPr sz="1000" spc="114" dirty="0">
                <a:latin typeface="Century Gothic"/>
                <a:cs typeface="Century Gothic"/>
              </a:rPr>
              <a:t> </a:t>
            </a:r>
            <a:r>
              <a:rPr sz="1000" spc="10" dirty="0">
                <a:latin typeface="Century Gothic"/>
                <a:cs typeface="Century Gothic"/>
              </a:rPr>
              <a:t>evidence</a:t>
            </a:r>
            <a:r>
              <a:rPr sz="1000" spc="120" dirty="0">
                <a:latin typeface="Century Gothic"/>
                <a:cs typeface="Century Gothic"/>
              </a:rPr>
              <a:t> </a:t>
            </a:r>
            <a:r>
              <a:rPr sz="1000" spc="10" dirty="0">
                <a:latin typeface="Century Gothic"/>
                <a:cs typeface="Century Gothic"/>
              </a:rPr>
              <a:t>of</a:t>
            </a:r>
            <a:r>
              <a:rPr sz="1000" spc="120" dirty="0">
                <a:latin typeface="Century Gothic"/>
                <a:cs typeface="Century Gothic"/>
              </a:rPr>
              <a:t> </a:t>
            </a:r>
            <a:r>
              <a:rPr sz="1000" spc="50" dirty="0">
                <a:latin typeface="Century Gothic"/>
                <a:cs typeface="Century Gothic"/>
              </a:rPr>
              <a:t>learning</a:t>
            </a:r>
            <a:r>
              <a:rPr sz="1000" spc="145" dirty="0">
                <a:latin typeface="Century Gothic"/>
                <a:cs typeface="Century Gothic"/>
              </a:rPr>
              <a:t> </a:t>
            </a:r>
            <a:r>
              <a:rPr sz="1000" spc="10" dirty="0">
                <a:latin typeface="Century Gothic"/>
                <a:cs typeface="Century Gothic"/>
              </a:rPr>
              <a:t>outcomes</a:t>
            </a:r>
            <a:r>
              <a:rPr sz="1000" spc="114" dirty="0">
                <a:latin typeface="Century Gothic"/>
                <a:cs typeface="Century Gothic"/>
              </a:rPr>
              <a:t> </a:t>
            </a:r>
            <a:r>
              <a:rPr sz="1000" spc="10" dirty="0">
                <a:latin typeface="Century Gothic"/>
                <a:cs typeface="Century Gothic"/>
              </a:rPr>
              <a:t>presented</a:t>
            </a:r>
            <a:r>
              <a:rPr sz="1000" spc="100" dirty="0">
                <a:latin typeface="Century Gothic"/>
                <a:cs typeface="Century Gothic"/>
              </a:rPr>
              <a:t> </a:t>
            </a:r>
            <a:r>
              <a:rPr sz="1000" spc="10" dirty="0">
                <a:latin typeface="Century Gothic"/>
                <a:cs typeface="Century Gothic"/>
              </a:rPr>
              <a:t>and</a:t>
            </a:r>
            <a:r>
              <a:rPr sz="1000" spc="114" dirty="0">
                <a:latin typeface="Century Gothic"/>
                <a:cs typeface="Century Gothic"/>
              </a:rPr>
              <a:t> </a:t>
            </a:r>
            <a:r>
              <a:rPr sz="1000" spc="50" dirty="0">
                <a:latin typeface="Century Gothic"/>
                <a:cs typeface="Century Gothic"/>
              </a:rPr>
              <a:t>assessed</a:t>
            </a:r>
            <a:r>
              <a:rPr sz="1000" spc="90" dirty="0">
                <a:latin typeface="Century Gothic"/>
                <a:cs typeface="Century Gothic"/>
              </a:rPr>
              <a:t> </a:t>
            </a:r>
            <a:r>
              <a:rPr sz="1000" spc="85" dirty="0">
                <a:latin typeface="Century Gothic"/>
                <a:cs typeface="Century Gothic"/>
              </a:rPr>
              <a:t>within</a:t>
            </a:r>
            <a:r>
              <a:rPr sz="1000" spc="130" dirty="0">
                <a:latin typeface="Century Gothic"/>
                <a:cs typeface="Century Gothic"/>
              </a:rPr>
              <a:t> </a:t>
            </a:r>
            <a:r>
              <a:rPr sz="1000" spc="95" dirty="0">
                <a:latin typeface="Century Gothic"/>
                <a:cs typeface="Century Gothic"/>
              </a:rPr>
              <a:t>this</a:t>
            </a:r>
            <a:r>
              <a:rPr sz="1000" spc="114" dirty="0">
                <a:latin typeface="Century Gothic"/>
                <a:cs typeface="Century Gothic"/>
              </a:rPr>
              <a:t> </a:t>
            </a:r>
            <a:r>
              <a:rPr sz="1000" spc="50" dirty="0">
                <a:latin typeface="Century Gothic"/>
                <a:cs typeface="Century Gothic"/>
              </a:rPr>
              <a:t>portfolio</a:t>
            </a:r>
            <a:r>
              <a:rPr sz="1000" spc="135" dirty="0">
                <a:latin typeface="Century Gothic"/>
                <a:cs typeface="Century Gothic"/>
              </a:rPr>
              <a:t> </a:t>
            </a:r>
            <a:r>
              <a:rPr sz="1000" spc="-25" dirty="0">
                <a:latin typeface="Century Gothic"/>
                <a:cs typeface="Century Gothic"/>
              </a:rPr>
              <a:t>are </a:t>
            </a:r>
            <a:r>
              <a:rPr sz="1000" spc="10" dirty="0">
                <a:latin typeface="Century Gothic"/>
                <a:cs typeface="Century Gothic"/>
              </a:rPr>
              <a:t>authentic</a:t>
            </a:r>
            <a:r>
              <a:rPr sz="1000" spc="130" dirty="0">
                <a:latin typeface="Century Gothic"/>
                <a:cs typeface="Century Gothic"/>
              </a:rPr>
              <a:t> </a:t>
            </a:r>
            <a:r>
              <a:rPr sz="1000" spc="10" dirty="0">
                <a:latin typeface="Century Gothic"/>
                <a:cs typeface="Century Gothic"/>
              </a:rPr>
              <a:t>to</a:t>
            </a:r>
            <a:r>
              <a:rPr sz="1000" spc="130" dirty="0">
                <a:latin typeface="Century Gothic"/>
                <a:cs typeface="Century Gothic"/>
              </a:rPr>
              <a:t> </a:t>
            </a:r>
            <a:r>
              <a:rPr sz="1000" spc="10" dirty="0">
                <a:latin typeface="Century Gothic"/>
                <a:cs typeface="Century Gothic"/>
              </a:rPr>
              <a:t>the</a:t>
            </a:r>
            <a:r>
              <a:rPr sz="1000" spc="130" dirty="0">
                <a:latin typeface="Century Gothic"/>
                <a:cs typeface="Century Gothic"/>
              </a:rPr>
              <a:t> </a:t>
            </a:r>
            <a:r>
              <a:rPr sz="1000" spc="10" dirty="0">
                <a:latin typeface="Century Gothic"/>
                <a:cs typeface="Century Gothic"/>
              </a:rPr>
              <a:t>learner,</a:t>
            </a:r>
            <a:r>
              <a:rPr sz="1000" spc="165" dirty="0">
                <a:latin typeface="Century Gothic"/>
                <a:cs typeface="Century Gothic"/>
              </a:rPr>
              <a:t> </a:t>
            </a:r>
            <a:r>
              <a:rPr sz="1000" spc="60" dirty="0">
                <a:latin typeface="Century Gothic"/>
                <a:cs typeface="Century Gothic"/>
              </a:rPr>
              <a:t>sufficient</a:t>
            </a:r>
            <a:r>
              <a:rPr sz="1000" spc="145" dirty="0">
                <a:latin typeface="Century Gothic"/>
                <a:cs typeface="Century Gothic"/>
              </a:rPr>
              <a:t> </a:t>
            </a:r>
            <a:r>
              <a:rPr sz="1000" spc="10" dirty="0">
                <a:latin typeface="Century Gothic"/>
                <a:cs typeface="Century Gothic"/>
              </a:rPr>
              <a:t>and</a:t>
            </a:r>
            <a:r>
              <a:rPr sz="1000" spc="140" dirty="0">
                <a:latin typeface="Century Gothic"/>
                <a:cs typeface="Century Gothic"/>
              </a:rPr>
              <a:t> </a:t>
            </a:r>
            <a:r>
              <a:rPr sz="1000" spc="10" dirty="0">
                <a:latin typeface="Century Gothic"/>
                <a:cs typeface="Century Gothic"/>
              </a:rPr>
              <a:t>valid</a:t>
            </a:r>
            <a:r>
              <a:rPr sz="1000" spc="165" dirty="0">
                <a:latin typeface="Century Gothic"/>
                <a:cs typeface="Century Gothic"/>
              </a:rPr>
              <a:t> </a:t>
            </a:r>
            <a:r>
              <a:rPr sz="1000" spc="75" dirty="0">
                <a:latin typeface="Century Gothic"/>
                <a:cs typeface="Century Gothic"/>
              </a:rPr>
              <a:t>in</a:t>
            </a:r>
            <a:r>
              <a:rPr sz="1000" spc="145" dirty="0">
                <a:latin typeface="Century Gothic"/>
                <a:cs typeface="Century Gothic"/>
              </a:rPr>
              <a:t> </a:t>
            </a:r>
            <a:r>
              <a:rPr sz="1000" spc="55" dirty="0">
                <a:latin typeface="Century Gothic"/>
                <a:cs typeface="Century Gothic"/>
              </a:rPr>
              <a:t>line</a:t>
            </a:r>
            <a:r>
              <a:rPr sz="1000" spc="170" dirty="0">
                <a:latin typeface="Century Gothic"/>
                <a:cs typeface="Century Gothic"/>
              </a:rPr>
              <a:t> </a:t>
            </a:r>
            <a:r>
              <a:rPr sz="1000" spc="85" dirty="0">
                <a:latin typeface="Century Gothic"/>
                <a:cs typeface="Century Gothic"/>
              </a:rPr>
              <a:t>with</a:t>
            </a:r>
            <a:r>
              <a:rPr sz="1000" spc="140" dirty="0">
                <a:latin typeface="Century Gothic"/>
                <a:cs typeface="Century Gothic"/>
              </a:rPr>
              <a:t> </a:t>
            </a:r>
            <a:r>
              <a:rPr sz="1000" spc="10" dirty="0">
                <a:latin typeface="Century Gothic"/>
                <a:cs typeface="Century Gothic"/>
              </a:rPr>
              <a:t>Awarding</a:t>
            </a:r>
            <a:r>
              <a:rPr sz="1000" spc="140" dirty="0">
                <a:latin typeface="Century Gothic"/>
                <a:cs typeface="Century Gothic"/>
              </a:rPr>
              <a:t> </a:t>
            </a:r>
            <a:r>
              <a:rPr sz="1000" spc="55" dirty="0">
                <a:latin typeface="Century Gothic"/>
                <a:cs typeface="Century Gothic"/>
              </a:rPr>
              <a:t>Body</a:t>
            </a:r>
            <a:r>
              <a:rPr sz="1000" spc="130" dirty="0">
                <a:latin typeface="Century Gothic"/>
                <a:cs typeface="Century Gothic"/>
              </a:rPr>
              <a:t> </a:t>
            </a:r>
            <a:r>
              <a:rPr sz="1000" spc="70" dirty="0">
                <a:latin typeface="Century Gothic"/>
                <a:cs typeface="Century Gothic"/>
              </a:rPr>
              <a:t>Assessment </a:t>
            </a:r>
            <a:r>
              <a:rPr sz="1000" spc="-10" dirty="0">
                <a:latin typeface="Century Gothic"/>
                <a:cs typeface="Century Gothic"/>
              </a:rPr>
              <a:t>Criteria.</a:t>
            </a:r>
            <a:endParaRPr sz="1000">
              <a:latin typeface="Century Gothic"/>
              <a:cs typeface="Century Gothic"/>
            </a:endParaRPr>
          </a:p>
          <a:p>
            <a:pPr marL="18415" algn="just">
              <a:lnSpc>
                <a:spcPct val="100000"/>
              </a:lnSpc>
              <a:spcBef>
                <a:spcPts val="1135"/>
              </a:spcBef>
              <a:tabLst>
                <a:tab pos="3966845" algn="l"/>
              </a:tabLst>
            </a:pPr>
            <a:r>
              <a:rPr sz="900" spc="45" dirty="0">
                <a:latin typeface="Century Gothic"/>
                <a:cs typeface="Century Gothic"/>
              </a:rPr>
              <a:t>Learner</a:t>
            </a:r>
            <a:r>
              <a:rPr sz="900" spc="75" dirty="0">
                <a:latin typeface="Century Gothic"/>
                <a:cs typeface="Century Gothic"/>
              </a:rPr>
              <a:t> </a:t>
            </a:r>
            <a:r>
              <a:rPr sz="900" spc="40" dirty="0">
                <a:latin typeface="Century Gothic"/>
                <a:cs typeface="Century Gothic"/>
              </a:rPr>
              <a:t>signature:</a:t>
            </a:r>
            <a:r>
              <a:rPr sz="900" dirty="0">
                <a:latin typeface="Century Gothic"/>
                <a:cs typeface="Century Gothic"/>
              </a:rPr>
              <a:t>	</a:t>
            </a:r>
            <a:r>
              <a:rPr sz="900" spc="-10" dirty="0">
                <a:latin typeface="Century Gothic"/>
                <a:cs typeface="Century Gothic"/>
              </a:rPr>
              <a:t>Date:</a:t>
            </a:r>
            <a:endParaRPr sz="900">
              <a:latin typeface="Century Gothic"/>
              <a:cs typeface="Century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95290" y="8759088"/>
            <a:ext cx="11671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10" dirty="0">
                <a:latin typeface="Century Gothic"/>
                <a:cs typeface="Century Gothic"/>
              </a:rPr>
              <a:t>Assessor</a:t>
            </a:r>
            <a:r>
              <a:rPr sz="900" spc="290" dirty="0">
                <a:latin typeface="Century Gothic"/>
                <a:cs typeface="Century Gothic"/>
              </a:rPr>
              <a:t> </a:t>
            </a:r>
            <a:r>
              <a:rPr sz="900" spc="40" dirty="0">
                <a:latin typeface="Century Gothic"/>
                <a:cs typeface="Century Gothic"/>
              </a:rPr>
              <a:t>signature:</a:t>
            </a:r>
            <a:endParaRPr sz="900">
              <a:latin typeface="Century Gothic"/>
              <a:cs typeface="Century Goth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28467" y="8759088"/>
            <a:ext cx="3321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Century Gothic"/>
                <a:cs typeface="Century Gothic"/>
              </a:rPr>
              <a:t>Date:</a:t>
            </a:r>
            <a:endParaRPr sz="900">
              <a:latin typeface="Century Gothic"/>
              <a:cs typeface="Century Gothic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95290" y="9119133"/>
            <a:ext cx="8864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entury Gothic"/>
                <a:cs typeface="Century Gothic"/>
              </a:rPr>
              <a:t>IQA</a:t>
            </a:r>
            <a:r>
              <a:rPr sz="900" spc="50" dirty="0">
                <a:latin typeface="Century Gothic"/>
                <a:cs typeface="Century Gothic"/>
              </a:rPr>
              <a:t> </a:t>
            </a:r>
            <a:r>
              <a:rPr sz="900" spc="40" dirty="0">
                <a:latin typeface="Century Gothic"/>
                <a:cs typeface="Century Gothic"/>
              </a:rPr>
              <a:t>signature:</a:t>
            </a:r>
            <a:endParaRPr sz="900">
              <a:latin typeface="Century Gothic"/>
              <a:cs typeface="Century Gothic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328581" y="9119133"/>
            <a:ext cx="3321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Century Gothic"/>
                <a:cs typeface="Century Gothic"/>
              </a:rPr>
              <a:t>Date:</a:t>
            </a:r>
            <a:endParaRPr sz="900">
              <a:latin typeface="Century Gothic"/>
              <a:cs typeface="Century Gothic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20596" y="1290270"/>
            <a:ext cx="6374130" cy="2234565"/>
            <a:chOff x="220596" y="1290270"/>
            <a:chExt cx="6374130" cy="2234565"/>
          </a:xfrm>
        </p:grpSpPr>
        <p:sp>
          <p:nvSpPr>
            <p:cNvPr id="18" name="object 18"/>
            <p:cNvSpPr/>
            <p:nvPr/>
          </p:nvSpPr>
          <p:spPr>
            <a:xfrm>
              <a:off x="239649" y="1309318"/>
              <a:ext cx="6336030" cy="2196465"/>
            </a:xfrm>
            <a:custGeom>
              <a:avLst/>
              <a:gdLst/>
              <a:ahLst/>
              <a:cxnLst/>
              <a:rect l="l" t="t" r="r" b="b"/>
              <a:pathLst>
                <a:path w="6336030" h="2196465">
                  <a:moveTo>
                    <a:pt x="6335992" y="1476248"/>
                  </a:moveTo>
                  <a:lnTo>
                    <a:pt x="1799488" y="1476248"/>
                  </a:lnTo>
                  <a:lnTo>
                    <a:pt x="863396" y="1476248"/>
                  </a:lnTo>
                  <a:lnTo>
                    <a:pt x="0" y="1476248"/>
                  </a:lnTo>
                  <a:lnTo>
                    <a:pt x="0" y="1836242"/>
                  </a:lnTo>
                  <a:lnTo>
                    <a:pt x="0" y="2196236"/>
                  </a:lnTo>
                  <a:lnTo>
                    <a:pt x="863384" y="2196236"/>
                  </a:lnTo>
                  <a:lnTo>
                    <a:pt x="1799488" y="2196236"/>
                  </a:lnTo>
                  <a:lnTo>
                    <a:pt x="6335992" y="2196236"/>
                  </a:lnTo>
                  <a:lnTo>
                    <a:pt x="6335992" y="1836242"/>
                  </a:lnTo>
                  <a:lnTo>
                    <a:pt x="6335992" y="1476248"/>
                  </a:lnTo>
                  <a:close/>
                </a:path>
                <a:path w="6336030" h="2196465">
                  <a:moveTo>
                    <a:pt x="6335992" y="756246"/>
                  </a:moveTo>
                  <a:lnTo>
                    <a:pt x="1799488" y="756246"/>
                  </a:lnTo>
                  <a:lnTo>
                    <a:pt x="863396" y="756246"/>
                  </a:lnTo>
                  <a:lnTo>
                    <a:pt x="0" y="756246"/>
                  </a:lnTo>
                  <a:lnTo>
                    <a:pt x="0" y="1116241"/>
                  </a:lnTo>
                  <a:lnTo>
                    <a:pt x="0" y="1476235"/>
                  </a:lnTo>
                  <a:lnTo>
                    <a:pt x="863384" y="1476235"/>
                  </a:lnTo>
                  <a:lnTo>
                    <a:pt x="1799488" y="1476235"/>
                  </a:lnTo>
                  <a:lnTo>
                    <a:pt x="6335992" y="1476235"/>
                  </a:lnTo>
                  <a:lnTo>
                    <a:pt x="6335992" y="1116241"/>
                  </a:lnTo>
                  <a:lnTo>
                    <a:pt x="6335992" y="756246"/>
                  </a:lnTo>
                  <a:close/>
                </a:path>
                <a:path w="6336030" h="2196465">
                  <a:moveTo>
                    <a:pt x="6335992" y="0"/>
                  </a:moveTo>
                  <a:lnTo>
                    <a:pt x="1799488" y="0"/>
                  </a:lnTo>
                  <a:lnTo>
                    <a:pt x="863396" y="0"/>
                  </a:lnTo>
                  <a:lnTo>
                    <a:pt x="0" y="0"/>
                  </a:lnTo>
                  <a:lnTo>
                    <a:pt x="0" y="396240"/>
                  </a:lnTo>
                  <a:lnTo>
                    <a:pt x="0" y="756234"/>
                  </a:lnTo>
                  <a:lnTo>
                    <a:pt x="863384" y="756234"/>
                  </a:lnTo>
                  <a:lnTo>
                    <a:pt x="1799488" y="756234"/>
                  </a:lnTo>
                  <a:lnTo>
                    <a:pt x="6335992" y="756234"/>
                  </a:lnTo>
                  <a:lnTo>
                    <a:pt x="6335992" y="396240"/>
                  </a:lnTo>
                  <a:lnTo>
                    <a:pt x="63359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103039" y="1299795"/>
              <a:ext cx="0" cy="2215515"/>
            </a:xfrm>
            <a:custGeom>
              <a:avLst/>
              <a:gdLst/>
              <a:ahLst/>
              <a:cxnLst/>
              <a:rect l="l" t="t" r="r" b="b"/>
              <a:pathLst>
                <a:path h="2215515">
                  <a:moveTo>
                    <a:pt x="0" y="0"/>
                  </a:moveTo>
                  <a:lnTo>
                    <a:pt x="0" y="2215286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039142" y="1299795"/>
              <a:ext cx="0" cy="2215515"/>
            </a:xfrm>
            <a:custGeom>
              <a:avLst/>
              <a:gdLst/>
              <a:ahLst/>
              <a:cxnLst/>
              <a:rect l="l" t="t" r="r" b="b"/>
              <a:pathLst>
                <a:path h="2215515">
                  <a:moveTo>
                    <a:pt x="0" y="0"/>
                  </a:moveTo>
                  <a:lnTo>
                    <a:pt x="0" y="2215286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30121" y="1705560"/>
              <a:ext cx="6355080" cy="0"/>
            </a:xfrm>
            <a:custGeom>
              <a:avLst/>
              <a:gdLst/>
              <a:ahLst/>
              <a:cxnLst/>
              <a:rect l="l" t="t" r="r" b="b"/>
              <a:pathLst>
                <a:path w="6355080">
                  <a:moveTo>
                    <a:pt x="0" y="0"/>
                  </a:moveTo>
                  <a:lnTo>
                    <a:pt x="6355054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30121" y="2065561"/>
              <a:ext cx="6355080" cy="0"/>
            </a:xfrm>
            <a:custGeom>
              <a:avLst/>
              <a:gdLst/>
              <a:ahLst/>
              <a:cxnLst/>
              <a:rect l="l" t="t" r="r" b="b"/>
              <a:pathLst>
                <a:path w="6355080">
                  <a:moveTo>
                    <a:pt x="0" y="0"/>
                  </a:moveTo>
                  <a:lnTo>
                    <a:pt x="6355054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30121" y="2425560"/>
              <a:ext cx="6355080" cy="0"/>
            </a:xfrm>
            <a:custGeom>
              <a:avLst/>
              <a:gdLst/>
              <a:ahLst/>
              <a:cxnLst/>
              <a:rect l="l" t="t" r="r" b="b"/>
              <a:pathLst>
                <a:path w="6355080">
                  <a:moveTo>
                    <a:pt x="0" y="0"/>
                  </a:moveTo>
                  <a:lnTo>
                    <a:pt x="6355054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30121" y="2785560"/>
              <a:ext cx="6355080" cy="0"/>
            </a:xfrm>
            <a:custGeom>
              <a:avLst/>
              <a:gdLst/>
              <a:ahLst/>
              <a:cxnLst/>
              <a:rect l="l" t="t" r="r" b="b"/>
              <a:pathLst>
                <a:path w="6355080">
                  <a:moveTo>
                    <a:pt x="0" y="0"/>
                  </a:moveTo>
                  <a:lnTo>
                    <a:pt x="6355054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30121" y="3145560"/>
              <a:ext cx="6355080" cy="0"/>
            </a:xfrm>
            <a:custGeom>
              <a:avLst/>
              <a:gdLst/>
              <a:ahLst/>
              <a:cxnLst/>
              <a:rect l="l" t="t" r="r" b="b"/>
              <a:pathLst>
                <a:path w="6355080">
                  <a:moveTo>
                    <a:pt x="0" y="0"/>
                  </a:moveTo>
                  <a:lnTo>
                    <a:pt x="6355054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39646" y="1299795"/>
              <a:ext cx="0" cy="2215515"/>
            </a:xfrm>
            <a:custGeom>
              <a:avLst/>
              <a:gdLst/>
              <a:ahLst/>
              <a:cxnLst/>
              <a:rect l="l" t="t" r="r" b="b"/>
              <a:pathLst>
                <a:path h="2215515">
                  <a:moveTo>
                    <a:pt x="0" y="0"/>
                  </a:moveTo>
                  <a:lnTo>
                    <a:pt x="0" y="2215286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575646" y="1299795"/>
              <a:ext cx="0" cy="2215515"/>
            </a:xfrm>
            <a:custGeom>
              <a:avLst/>
              <a:gdLst/>
              <a:ahLst/>
              <a:cxnLst/>
              <a:rect l="l" t="t" r="r" b="b"/>
              <a:pathLst>
                <a:path h="2215515">
                  <a:moveTo>
                    <a:pt x="0" y="0"/>
                  </a:moveTo>
                  <a:lnTo>
                    <a:pt x="0" y="2215286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30121" y="1309320"/>
              <a:ext cx="6355080" cy="0"/>
            </a:xfrm>
            <a:custGeom>
              <a:avLst/>
              <a:gdLst/>
              <a:ahLst/>
              <a:cxnLst/>
              <a:rect l="l" t="t" r="r" b="b"/>
              <a:pathLst>
                <a:path w="6355080">
                  <a:moveTo>
                    <a:pt x="0" y="0"/>
                  </a:moveTo>
                  <a:lnTo>
                    <a:pt x="6355054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30121" y="3496035"/>
              <a:ext cx="6355080" cy="19050"/>
            </a:xfrm>
            <a:custGeom>
              <a:avLst/>
              <a:gdLst/>
              <a:ahLst/>
              <a:cxnLst/>
              <a:rect l="l" t="t" r="r" b="b"/>
              <a:pathLst>
                <a:path w="6355080" h="19050">
                  <a:moveTo>
                    <a:pt x="0" y="19050"/>
                  </a:moveTo>
                  <a:lnTo>
                    <a:pt x="6355054" y="19050"/>
                  </a:lnTo>
                  <a:lnTo>
                    <a:pt x="6355054" y="0"/>
                  </a:lnTo>
                  <a:lnTo>
                    <a:pt x="0" y="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318386" y="1336244"/>
            <a:ext cx="69278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Century Gothic"/>
                <a:cs typeface="Century Gothic"/>
              </a:rPr>
              <a:t>Learning Outcomes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181820" y="1336244"/>
            <a:ext cx="61404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latin typeface="Century Gothic"/>
                <a:cs typeface="Century Gothic"/>
              </a:rPr>
              <a:t>Date </a:t>
            </a:r>
            <a:r>
              <a:rPr sz="1000" spc="-25" dirty="0">
                <a:latin typeface="Century Gothic"/>
                <a:cs typeface="Century Gothic"/>
              </a:rPr>
              <a:t>Achieved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117861" y="1336244"/>
            <a:ext cx="30657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Century Gothic"/>
                <a:cs typeface="Century Gothic"/>
              </a:rPr>
              <a:t>Not</a:t>
            </a:r>
            <a:r>
              <a:rPr sz="1000" spc="45" dirty="0">
                <a:latin typeface="Century Gothic"/>
                <a:cs typeface="Century Gothic"/>
              </a:rPr>
              <a:t> </a:t>
            </a:r>
            <a:r>
              <a:rPr sz="1000" spc="-20" dirty="0">
                <a:latin typeface="Century Gothic"/>
                <a:cs typeface="Century Gothic"/>
              </a:rPr>
              <a:t>Achieved</a:t>
            </a:r>
            <a:r>
              <a:rPr sz="1000" spc="3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–</a:t>
            </a:r>
            <a:r>
              <a:rPr sz="1000" spc="50" dirty="0">
                <a:latin typeface="Century Gothic"/>
                <a:cs typeface="Century Gothic"/>
              </a:rPr>
              <a:t> </a:t>
            </a:r>
            <a:r>
              <a:rPr sz="1000" spc="45" dirty="0">
                <a:latin typeface="Century Gothic"/>
                <a:cs typeface="Century Gothic"/>
              </a:rPr>
              <a:t>Assessment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criteria</a:t>
            </a:r>
            <a:r>
              <a:rPr sz="1000" spc="50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outstanding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96257" y="1757037"/>
            <a:ext cx="148590" cy="1679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latin typeface="Calibri"/>
                <a:cs typeface="Calibri"/>
              </a:rPr>
              <a:t>1</a:t>
            </a:r>
            <a:endParaRPr sz="1400">
              <a:latin typeface="Calibri"/>
              <a:cs typeface="Calibri"/>
            </a:endParaRPr>
          </a:p>
          <a:p>
            <a:pPr marL="21590">
              <a:lnSpc>
                <a:spcPct val="100000"/>
              </a:lnSpc>
              <a:spcBef>
                <a:spcPts val="1155"/>
              </a:spcBef>
            </a:pPr>
            <a:r>
              <a:rPr sz="1400" b="1" spc="60" dirty="0">
                <a:latin typeface="Calibri"/>
                <a:cs typeface="Calibri"/>
              </a:rPr>
              <a:t>2</a:t>
            </a:r>
            <a:endParaRPr sz="1400">
              <a:latin typeface="Calibri"/>
              <a:cs typeface="Calibri"/>
            </a:endParaRPr>
          </a:p>
          <a:p>
            <a:pPr marL="21590">
              <a:lnSpc>
                <a:spcPct val="100000"/>
              </a:lnSpc>
              <a:spcBef>
                <a:spcPts val="1155"/>
              </a:spcBef>
            </a:pPr>
            <a:r>
              <a:rPr sz="1400" b="1" spc="60" dirty="0">
                <a:latin typeface="Calibri"/>
                <a:cs typeface="Calibri"/>
              </a:rPr>
              <a:t>3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sz="1400" b="1" spc="195" dirty="0">
                <a:latin typeface="Calibri"/>
                <a:cs typeface="Calibri"/>
              </a:rPr>
              <a:t>4</a:t>
            </a:r>
            <a:endParaRPr sz="1400">
              <a:latin typeface="Calibri"/>
              <a:cs typeface="Calibri"/>
            </a:endParaRPr>
          </a:p>
          <a:p>
            <a:pPr marL="21590">
              <a:lnSpc>
                <a:spcPct val="100000"/>
              </a:lnSpc>
              <a:spcBef>
                <a:spcPts val="1155"/>
              </a:spcBef>
            </a:pPr>
            <a:r>
              <a:rPr sz="1400" b="1" spc="60" dirty="0">
                <a:latin typeface="Calibri"/>
                <a:cs typeface="Calibri"/>
              </a:rPr>
              <a:t>5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220596" y="3504378"/>
            <a:ext cx="6374130" cy="1111885"/>
            <a:chOff x="220596" y="3504378"/>
            <a:chExt cx="6374130" cy="1111885"/>
          </a:xfrm>
        </p:grpSpPr>
        <p:sp>
          <p:nvSpPr>
            <p:cNvPr id="35" name="object 35"/>
            <p:cNvSpPr/>
            <p:nvPr/>
          </p:nvSpPr>
          <p:spPr>
            <a:xfrm>
              <a:off x="640021" y="3853691"/>
              <a:ext cx="0" cy="753110"/>
            </a:xfrm>
            <a:custGeom>
              <a:avLst/>
              <a:gdLst/>
              <a:ahLst/>
              <a:cxnLst/>
              <a:rect l="l" t="t" r="r" b="b"/>
              <a:pathLst>
                <a:path h="753110">
                  <a:moveTo>
                    <a:pt x="0" y="0"/>
                  </a:moveTo>
                  <a:lnTo>
                    <a:pt x="0" y="75264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847805" y="3513903"/>
              <a:ext cx="0" cy="1092835"/>
            </a:xfrm>
            <a:custGeom>
              <a:avLst/>
              <a:gdLst/>
              <a:ahLst/>
              <a:cxnLst/>
              <a:rect l="l" t="t" r="r" b="b"/>
              <a:pathLst>
                <a:path h="1092835">
                  <a:moveTo>
                    <a:pt x="0" y="0"/>
                  </a:moveTo>
                  <a:lnTo>
                    <a:pt x="0" y="1092428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711727" y="3513903"/>
              <a:ext cx="0" cy="1092835"/>
            </a:xfrm>
            <a:custGeom>
              <a:avLst/>
              <a:gdLst/>
              <a:ahLst/>
              <a:cxnLst/>
              <a:rect l="l" t="t" r="r" b="b"/>
              <a:pathLst>
                <a:path h="1092835">
                  <a:moveTo>
                    <a:pt x="0" y="0"/>
                  </a:moveTo>
                  <a:lnTo>
                    <a:pt x="0" y="1092428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30121" y="3863216"/>
              <a:ext cx="6355080" cy="0"/>
            </a:xfrm>
            <a:custGeom>
              <a:avLst/>
              <a:gdLst/>
              <a:ahLst/>
              <a:cxnLst/>
              <a:rect l="l" t="t" r="r" b="b"/>
              <a:pathLst>
                <a:path w="6355080">
                  <a:moveTo>
                    <a:pt x="0" y="0"/>
                  </a:moveTo>
                  <a:lnTo>
                    <a:pt x="6355054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30121" y="4107747"/>
              <a:ext cx="6355080" cy="0"/>
            </a:xfrm>
            <a:custGeom>
              <a:avLst/>
              <a:gdLst/>
              <a:ahLst/>
              <a:cxnLst/>
              <a:rect l="l" t="t" r="r" b="b"/>
              <a:pathLst>
                <a:path w="6355080">
                  <a:moveTo>
                    <a:pt x="0" y="0"/>
                  </a:moveTo>
                  <a:lnTo>
                    <a:pt x="6355054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30121" y="4352278"/>
              <a:ext cx="6355080" cy="0"/>
            </a:xfrm>
            <a:custGeom>
              <a:avLst/>
              <a:gdLst/>
              <a:ahLst/>
              <a:cxnLst/>
              <a:rect l="l" t="t" r="r" b="b"/>
              <a:pathLst>
                <a:path w="6355080">
                  <a:moveTo>
                    <a:pt x="0" y="0"/>
                  </a:moveTo>
                  <a:lnTo>
                    <a:pt x="6355054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39646" y="3513903"/>
              <a:ext cx="0" cy="1092835"/>
            </a:xfrm>
            <a:custGeom>
              <a:avLst/>
              <a:gdLst/>
              <a:ahLst/>
              <a:cxnLst/>
              <a:rect l="l" t="t" r="r" b="b"/>
              <a:pathLst>
                <a:path h="1092835">
                  <a:moveTo>
                    <a:pt x="0" y="0"/>
                  </a:moveTo>
                  <a:lnTo>
                    <a:pt x="0" y="1092428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575648" y="3513903"/>
              <a:ext cx="0" cy="1092835"/>
            </a:xfrm>
            <a:custGeom>
              <a:avLst/>
              <a:gdLst/>
              <a:ahLst/>
              <a:cxnLst/>
              <a:rect l="l" t="t" r="r" b="b"/>
              <a:pathLst>
                <a:path h="1092835">
                  <a:moveTo>
                    <a:pt x="0" y="0"/>
                  </a:moveTo>
                  <a:lnTo>
                    <a:pt x="0" y="1092428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30121" y="3513903"/>
              <a:ext cx="6355080" cy="19050"/>
            </a:xfrm>
            <a:custGeom>
              <a:avLst/>
              <a:gdLst/>
              <a:ahLst/>
              <a:cxnLst/>
              <a:rect l="l" t="t" r="r" b="b"/>
              <a:pathLst>
                <a:path w="6355080" h="19050">
                  <a:moveTo>
                    <a:pt x="0" y="19050"/>
                  </a:moveTo>
                  <a:lnTo>
                    <a:pt x="6355054" y="19050"/>
                  </a:lnTo>
                  <a:lnTo>
                    <a:pt x="6355054" y="0"/>
                  </a:lnTo>
                  <a:lnTo>
                    <a:pt x="0" y="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30121" y="4596810"/>
              <a:ext cx="6355080" cy="0"/>
            </a:xfrm>
            <a:custGeom>
              <a:avLst/>
              <a:gdLst/>
              <a:ahLst/>
              <a:cxnLst/>
              <a:rect l="l" t="t" r="r" b="b"/>
              <a:pathLst>
                <a:path w="6355080">
                  <a:moveTo>
                    <a:pt x="0" y="0"/>
                  </a:moveTo>
                  <a:lnTo>
                    <a:pt x="6355054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286749" y="3515300"/>
            <a:ext cx="353250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Century Gothic"/>
                <a:cs typeface="Century Gothic"/>
              </a:rPr>
              <a:t>Action</a:t>
            </a:r>
            <a:r>
              <a:rPr sz="1000" spc="-2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Arial"/>
                <a:cs typeface="Arial"/>
              </a:rPr>
              <a:t>Plan–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to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include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attendance</a:t>
            </a:r>
            <a:r>
              <a:rPr sz="1000" spc="-4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learner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improvements</a:t>
            </a:r>
            <a:endParaRPr sz="10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894853" y="3491773"/>
            <a:ext cx="438150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000" spc="-10" dirty="0">
                <a:latin typeface="Century Gothic"/>
                <a:cs typeface="Century Gothic"/>
              </a:rPr>
              <a:t>Target </a:t>
            </a:r>
            <a:r>
              <a:rPr sz="1000" spc="-20" dirty="0">
                <a:latin typeface="Century Gothic"/>
                <a:cs typeface="Century Gothic"/>
              </a:rPr>
              <a:t>Date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758793" y="3515300"/>
            <a:ext cx="7391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Century Gothic"/>
                <a:cs typeface="Century Gothic"/>
              </a:rPr>
              <a:t>Completed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87906" y="3810593"/>
            <a:ext cx="3562350" cy="221996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6364">
              <a:lnSpc>
                <a:spcPct val="100000"/>
              </a:lnSpc>
              <a:spcBef>
                <a:spcPts val="705"/>
              </a:spcBef>
            </a:pPr>
            <a:r>
              <a:rPr sz="1100" spc="-50" dirty="0">
                <a:latin typeface="Century Gothic"/>
                <a:cs typeface="Century Gothic"/>
              </a:rPr>
              <a:t>1</a:t>
            </a:r>
            <a:endParaRPr sz="1100">
              <a:latin typeface="Century Gothic"/>
              <a:cs typeface="Century Gothic"/>
            </a:endParaRPr>
          </a:p>
          <a:p>
            <a:pPr marL="111125">
              <a:lnSpc>
                <a:spcPct val="100000"/>
              </a:lnSpc>
              <a:spcBef>
                <a:spcPts val="605"/>
              </a:spcBef>
            </a:pPr>
            <a:r>
              <a:rPr sz="1100" spc="-50" dirty="0">
                <a:latin typeface="Century Gothic"/>
                <a:cs typeface="Century Gothic"/>
              </a:rPr>
              <a:t>2</a:t>
            </a:r>
            <a:endParaRPr sz="1100">
              <a:latin typeface="Century Gothic"/>
              <a:cs typeface="Century Gothic"/>
            </a:endParaRPr>
          </a:p>
          <a:p>
            <a:pPr marL="111125">
              <a:lnSpc>
                <a:spcPct val="100000"/>
              </a:lnSpc>
              <a:spcBef>
                <a:spcPts val="605"/>
              </a:spcBef>
            </a:pPr>
            <a:r>
              <a:rPr sz="1100" spc="-50" dirty="0">
                <a:latin typeface="Century Gothic"/>
                <a:cs typeface="Century Gothic"/>
              </a:rPr>
              <a:t>3</a:t>
            </a:r>
            <a:endParaRPr sz="11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000" u="sng" dirty="0">
                <a:uFill>
                  <a:solidFill>
                    <a:srgbClr val="000000"/>
                  </a:solidFill>
                </a:uFill>
                <a:latin typeface="Century Gothic"/>
                <a:cs typeface="Century Gothic"/>
              </a:rPr>
              <a:t>Learner</a:t>
            </a:r>
            <a:r>
              <a:rPr sz="1000" u="sng" spc="145" dirty="0">
                <a:uFill>
                  <a:solidFill>
                    <a:srgbClr val="000000"/>
                  </a:solidFill>
                </a:uFill>
                <a:latin typeface="Century Gothic"/>
                <a:cs typeface="Century Gothic"/>
              </a:rPr>
              <a:t> </a:t>
            </a:r>
            <a:r>
              <a:rPr sz="1000" u="sng" spc="-10" dirty="0">
                <a:uFill>
                  <a:solidFill>
                    <a:srgbClr val="000000"/>
                  </a:solidFill>
                </a:uFill>
                <a:latin typeface="Century Gothic"/>
                <a:cs typeface="Century Gothic"/>
              </a:rPr>
              <a:t>Feedback:</a:t>
            </a:r>
            <a:endParaRPr sz="10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</a:pPr>
            <a:r>
              <a:rPr sz="1000" dirty="0">
                <a:latin typeface="Century Gothic"/>
                <a:cs typeface="Century Gothic"/>
              </a:rPr>
              <a:t>Outline</a:t>
            </a:r>
            <a:r>
              <a:rPr sz="1000" spc="7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two</a:t>
            </a:r>
            <a:r>
              <a:rPr sz="1000" spc="6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main</a:t>
            </a:r>
            <a:r>
              <a:rPr sz="1000" spc="7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aspects</a:t>
            </a:r>
            <a:r>
              <a:rPr sz="1000" spc="5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you</a:t>
            </a:r>
            <a:r>
              <a:rPr sz="1000" spc="65" dirty="0">
                <a:latin typeface="Century Gothic"/>
                <a:cs typeface="Century Gothic"/>
              </a:rPr>
              <a:t> </a:t>
            </a:r>
            <a:r>
              <a:rPr sz="1000" spc="-20" dirty="0">
                <a:latin typeface="Century Gothic"/>
                <a:cs typeface="Century Gothic"/>
              </a:rPr>
              <a:t>have</a:t>
            </a:r>
            <a:r>
              <a:rPr sz="1000" spc="6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learnt</a:t>
            </a:r>
            <a:r>
              <a:rPr sz="1000" spc="7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from</a:t>
            </a:r>
            <a:r>
              <a:rPr sz="1000" spc="75" dirty="0">
                <a:latin typeface="Century Gothic"/>
                <a:cs typeface="Century Gothic"/>
              </a:rPr>
              <a:t> </a:t>
            </a:r>
            <a:r>
              <a:rPr sz="1000" spc="65" dirty="0">
                <a:latin typeface="Century Gothic"/>
                <a:cs typeface="Century Gothic"/>
              </a:rPr>
              <a:t>this</a:t>
            </a:r>
            <a:r>
              <a:rPr sz="1000" spc="70" dirty="0">
                <a:latin typeface="Century Gothic"/>
                <a:cs typeface="Century Gothic"/>
              </a:rPr>
              <a:t> </a:t>
            </a:r>
            <a:r>
              <a:rPr sz="1000" spc="35" dirty="0">
                <a:latin typeface="Century Gothic"/>
                <a:cs typeface="Century Gothic"/>
              </a:rPr>
              <a:t>unit</a:t>
            </a:r>
            <a:endParaRPr sz="10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1000" spc="-50" dirty="0">
                <a:latin typeface="Century Gothic"/>
                <a:cs typeface="Century Gothic"/>
              </a:rPr>
              <a:t>&gt;</a:t>
            </a:r>
            <a:endParaRPr sz="10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175"/>
              </a:spcBef>
            </a:pPr>
            <a:endParaRPr sz="10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</a:pPr>
            <a:r>
              <a:rPr sz="1000" spc="-50" dirty="0">
                <a:latin typeface="Century Gothic"/>
                <a:cs typeface="Century Gothic"/>
              </a:rPr>
              <a:t>&gt;</a:t>
            </a:r>
            <a:endParaRPr sz="10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1000" dirty="0">
                <a:latin typeface="Century Gothic"/>
                <a:cs typeface="Century Gothic"/>
              </a:rPr>
              <a:t>What</a:t>
            </a:r>
            <a:r>
              <a:rPr sz="1000" spc="4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did</a:t>
            </a:r>
            <a:r>
              <a:rPr sz="1000" spc="5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you</a:t>
            </a:r>
            <a:r>
              <a:rPr sz="1000" spc="3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find</a:t>
            </a:r>
            <a:r>
              <a:rPr sz="1000" spc="60" dirty="0">
                <a:latin typeface="Century Gothic"/>
                <a:cs typeface="Century Gothic"/>
              </a:rPr>
              <a:t> </a:t>
            </a:r>
            <a:r>
              <a:rPr sz="1000" spc="55" dirty="0">
                <a:latin typeface="Century Gothic"/>
                <a:cs typeface="Century Gothic"/>
              </a:rPr>
              <a:t>most</a:t>
            </a:r>
            <a:r>
              <a:rPr sz="1000" spc="2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challenging</a:t>
            </a:r>
            <a:r>
              <a:rPr sz="1000" spc="10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about</a:t>
            </a:r>
            <a:r>
              <a:rPr sz="1000" spc="40" dirty="0">
                <a:latin typeface="Century Gothic"/>
                <a:cs typeface="Century Gothic"/>
              </a:rPr>
              <a:t> </a:t>
            </a:r>
            <a:r>
              <a:rPr sz="1000" spc="65" dirty="0">
                <a:latin typeface="Century Gothic"/>
                <a:cs typeface="Century Gothic"/>
              </a:rPr>
              <a:t>this</a:t>
            </a:r>
            <a:r>
              <a:rPr sz="1000" spc="4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unit?</a:t>
            </a:r>
            <a:endParaRPr sz="1000">
              <a:latin typeface="Century Gothic"/>
              <a:cs typeface="Century Gothic"/>
            </a:endParaRPr>
          </a:p>
        </p:txBody>
      </p:sp>
      <p:pic>
        <p:nvPicPr>
          <p:cNvPr id="49" name="object 49" descr="A close up of a sign  Description automatically generated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34228" y="457200"/>
            <a:ext cx="888491" cy="539495"/>
          </a:xfrm>
          <a:prstGeom prst="rect">
            <a:avLst/>
          </a:prstGeom>
        </p:spPr>
      </p:pic>
      <p:sp>
        <p:nvSpPr>
          <p:cNvPr id="50" name="object 50"/>
          <p:cNvSpPr txBox="1"/>
          <p:nvPr/>
        </p:nvSpPr>
        <p:spPr>
          <a:xfrm>
            <a:off x="2045271" y="115989"/>
            <a:ext cx="2687320" cy="1057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4815" marR="418465" algn="ctr">
              <a:lnSpc>
                <a:spcPct val="106200"/>
              </a:lnSpc>
              <a:spcBef>
                <a:spcPts val="100"/>
              </a:spcBef>
            </a:pPr>
            <a:r>
              <a:rPr sz="1400" b="1" spc="185" dirty="0">
                <a:latin typeface="Calibri"/>
                <a:cs typeface="Calibri"/>
              </a:rPr>
              <a:t>IDENTIFY</a:t>
            </a:r>
            <a:r>
              <a:rPr sz="1400" b="1" spc="95" dirty="0">
                <a:latin typeface="Calibri"/>
                <a:cs typeface="Calibri"/>
              </a:rPr>
              <a:t> </a:t>
            </a:r>
            <a:r>
              <a:rPr sz="1400" b="1" spc="190" dirty="0">
                <a:latin typeface="Calibri"/>
                <a:cs typeface="Calibri"/>
              </a:rPr>
              <a:t>SUITABLE </a:t>
            </a:r>
            <a:r>
              <a:rPr sz="1400" b="1" spc="185" dirty="0">
                <a:latin typeface="Calibri"/>
                <a:cs typeface="Calibri"/>
              </a:rPr>
              <a:t>OPPORTUNITIES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090"/>
              </a:spcBef>
            </a:pPr>
            <a:r>
              <a:rPr sz="1400" b="1" spc="80" dirty="0">
                <a:latin typeface="Calibri"/>
                <a:cs typeface="Calibri"/>
              </a:rPr>
              <a:t>K/617/5730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400" b="1" spc="175" dirty="0">
                <a:latin typeface="Calibri"/>
                <a:cs typeface="Calibri"/>
              </a:rPr>
              <a:t>Assessment</a:t>
            </a:r>
            <a:r>
              <a:rPr sz="1400" b="1" spc="95" dirty="0">
                <a:latin typeface="Calibri"/>
                <a:cs typeface="Calibri"/>
              </a:rPr>
              <a:t> </a:t>
            </a:r>
            <a:r>
              <a:rPr sz="1400" b="1" spc="210" dirty="0">
                <a:latin typeface="Calibri"/>
                <a:cs typeface="Calibri"/>
              </a:rPr>
              <a:t>Feedback</a:t>
            </a:r>
            <a:r>
              <a:rPr sz="1400" b="1" spc="65" dirty="0">
                <a:latin typeface="Calibri"/>
                <a:cs typeface="Calibri"/>
              </a:rPr>
              <a:t> </a:t>
            </a:r>
            <a:r>
              <a:rPr sz="1400" b="1" spc="170" dirty="0">
                <a:latin typeface="Calibri"/>
                <a:cs typeface="Calibri"/>
              </a:rPr>
              <a:t>Sheet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1" name="object 5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60" dirty="0"/>
              <a:t>©</a:t>
            </a:r>
            <a:r>
              <a:rPr spc="-20" dirty="0"/>
              <a:t> </a:t>
            </a:r>
            <a:r>
              <a:rPr spc="65" dirty="0"/>
              <a:t>ETC</a:t>
            </a:r>
            <a:r>
              <a:rPr spc="-45" dirty="0"/>
              <a:t> </a:t>
            </a:r>
            <a:r>
              <a:rPr spc="65" dirty="0"/>
              <a:t>AWARDS</a:t>
            </a:r>
            <a:r>
              <a:rPr spc="-45" dirty="0"/>
              <a:t> </a:t>
            </a:r>
            <a:r>
              <a:rPr spc="120" dirty="0"/>
              <a:t>LTD</a:t>
            </a:r>
            <a:r>
              <a:rPr spc="-35" dirty="0"/>
              <a:t> </a:t>
            </a:r>
            <a:r>
              <a:rPr spc="35" dirty="0"/>
              <a:t>2024</a:t>
            </a:r>
          </a:p>
        </p:txBody>
      </p:sp>
      <p:sp>
        <p:nvSpPr>
          <p:cNvPr id="52" name="object 5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AD8138C-3B87-5FDB-B038-148FC8B02BCB}"/>
              </a:ext>
            </a:extLst>
          </p:cNvPr>
          <p:cNvSpPr txBox="1"/>
          <p:nvPr/>
        </p:nvSpPr>
        <p:spPr>
          <a:xfrm>
            <a:off x="353412" y="6025519"/>
            <a:ext cx="6047387" cy="14703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AEB85B8-C3EE-2949-415B-6AF5F19F3A88}"/>
              </a:ext>
            </a:extLst>
          </p:cNvPr>
          <p:cNvSpPr txBox="1"/>
          <p:nvPr/>
        </p:nvSpPr>
        <p:spPr>
          <a:xfrm>
            <a:off x="289509" y="4987275"/>
            <a:ext cx="6208423" cy="4560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40DEF6A-5E62-FBE2-00AC-17F30CEAE34A}"/>
              </a:ext>
            </a:extLst>
          </p:cNvPr>
          <p:cNvSpPr txBox="1"/>
          <p:nvPr/>
        </p:nvSpPr>
        <p:spPr>
          <a:xfrm>
            <a:off x="289509" y="5420672"/>
            <a:ext cx="6208423" cy="4560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1226D51-DE8F-F756-821D-D27AF3076889}"/>
              </a:ext>
            </a:extLst>
          </p:cNvPr>
          <p:cNvSpPr txBox="1"/>
          <p:nvPr/>
        </p:nvSpPr>
        <p:spPr>
          <a:xfrm>
            <a:off x="1599319" y="8363415"/>
            <a:ext cx="2534139" cy="2915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6E0DC32-D1CE-DCC6-5EA7-1941DC51D796}"/>
              </a:ext>
            </a:extLst>
          </p:cNvPr>
          <p:cNvSpPr txBox="1"/>
          <p:nvPr/>
        </p:nvSpPr>
        <p:spPr>
          <a:xfrm>
            <a:off x="1607204" y="8730895"/>
            <a:ext cx="2534139" cy="2915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2221CDE-164D-7EE5-FD4E-24E09249BF65}"/>
              </a:ext>
            </a:extLst>
          </p:cNvPr>
          <p:cNvSpPr txBox="1"/>
          <p:nvPr/>
        </p:nvSpPr>
        <p:spPr>
          <a:xfrm>
            <a:off x="4660573" y="8335759"/>
            <a:ext cx="1915074" cy="3097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A61E114-340F-26C7-A8B6-7690A20BCF22}"/>
              </a:ext>
            </a:extLst>
          </p:cNvPr>
          <p:cNvSpPr txBox="1"/>
          <p:nvPr/>
        </p:nvSpPr>
        <p:spPr>
          <a:xfrm>
            <a:off x="4668458" y="8703239"/>
            <a:ext cx="1915074" cy="3097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A6B2206-2DA6-CBF7-BA40-E6A5DC054DFD}"/>
              </a:ext>
            </a:extLst>
          </p:cNvPr>
          <p:cNvSpPr txBox="1"/>
          <p:nvPr/>
        </p:nvSpPr>
        <p:spPr>
          <a:xfrm>
            <a:off x="1081605" y="3176635"/>
            <a:ext cx="905884" cy="2815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0AA3C3D-9D94-CD6B-BF6D-6556450B8C58}"/>
              </a:ext>
            </a:extLst>
          </p:cNvPr>
          <p:cNvSpPr txBox="1"/>
          <p:nvPr/>
        </p:nvSpPr>
        <p:spPr>
          <a:xfrm>
            <a:off x="1147117" y="2792684"/>
            <a:ext cx="905884" cy="2815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ECF06CF-836C-C385-3FD9-B46975926A03}"/>
              </a:ext>
            </a:extLst>
          </p:cNvPr>
          <p:cNvSpPr txBox="1"/>
          <p:nvPr/>
        </p:nvSpPr>
        <p:spPr>
          <a:xfrm>
            <a:off x="1147117" y="2465635"/>
            <a:ext cx="905884" cy="2815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49D4DB7-0FC7-43A1-0369-9B46FB59E0DB}"/>
              </a:ext>
            </a:extLst>
          </p:cNvPr>
          <p:cNvSpPr txBox="1"/>
          <p:nvPr/>
        </p:nvSpPr>
        <p:spPr>
          <a:xfrm>
            <a:off x="1133258" y="2078165"/>
            <a:ext cx="905884" cy="2815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FB08AA3-53AD-B94D-5E08-CA749F37F3BA}"/>
              </a:ext>
            </a:extLst>
          </p:cNvPr>
          <p:cNvSpPr txBox="1"/>
          <p:nvPr/>
        </p:nvSpPr>
        <p:spPr>
          <a:xfrm>
            <a:off x="1111283" y="1723168"/>
            <a:ext cx="905884" cy="2815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</TotalTime>
  <Words>869</Words>
  <Application>Microsoft Office PowerPoint</Application>
  <PresentationFormat>A4 Paper (210x297 mm)</PresentationFormat>
  <Paragraphs>174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Century Gothic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Jaguar Land Rover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rfloyd@cidori.co.uk</dc:creator>
  <cp:lastModifiedBy>Monika Sharma</cp:lastModifiedBy>
  <cp:revision>2</cp:revision>
  <dcterms:created xsi:type="dcterms:W3CDTF">2026-01-03T11:25:24Z</dcterms:created>
  <dcterms:modified xsi:type="dcterms:W3CDTF">2026-01-07T15:26:37Z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0x010100A82A3E5E3D9D9045A5F96B015EF80881</vt:lpwstr>
  </property>
  <property fmtid="{D5CDD505-2E9C-101B-9397-08002B2CF9AE}" pid="3" name="Created">
    <vt:filetime>2022-11-14T00:00:00Z</vt:filetime>
  </property>
  <property fmtid="{D5CDD505-2E9C-101B-9397-08002B2CF9AE}" pid="4" name="Creator">
    <vt:lpwstr>Acrobat PDFMaker 22 for PowerPoint</vt:lpwstr>
  </property>
  <property fmtid="{D5CDD505-2E9C-101B-9397-08002B2CF9AE}" pid="5" name="LastSaved">
    <vt:filetime>2026-01-03T00:00:00Z</vt:filetime>
  </property>
  <property fmtid="{D5CDD505-2E9C-101B-9397-08002B2CF9AE}" pid="6" name="Producer">
    <vt:lpwstr>Portico Consulting Ltd using ABCpdf</vt:lpwstr>
  </property>
</Properties>
</file>