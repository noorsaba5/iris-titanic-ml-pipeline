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7" r:id="rId2"/>
    <p:sldId id="268" r:id="rId3"/>
    <p:sldId id="269" r:id="rId4"/>
    <p:sldId id="270" r:id="rId5"/>
    <p:sldId id="271" r:id="rId6"/>
    <p:sldId id="272" r:id="rId7"/>
    <p:sldId id="273" r:id="rId8"/>
    <p:sldId id="274" r:id="rId9"/>
    <p:sldId id="275" r:id="rId10"/>
    <p:sldId id="276" r:id="rId11"/>
    <p:sldId id="277" r:id="rId12"/>
    <p:sldId id="278" r:id="rId13"/>
    <p:sldId id="279" r:id="rId14"/>
    <p:sldId id="280" r:id="rId15"/>
    <p:sldId id="281" r:id="rId16"/>
    <p:sldId id="282" r:id="rId17"/>
    <p:sldId id="283" r:id="rId18"/>
    <p:sldId id="284" r:id="rId19"/>
    <p:sldId id="285" r:id="rId20"/>
    <p:sldId id="286" r:id="rId21"/>
    <p:sldId id="287" r:id="rId22"/>
    <p:sldId id="288" r:id="rId23"/>
    <p:sldId id="289" r:id="rId24"/>
    <p:sldId id="290" r:id="rId25"/>
    <p:sldId id="291" r:id="rId26"/>
  </p:sldIdLst>
  <p:sldSz cx="6858000" cy="9906000" type="A4"/>
  <p:notesSz cx="6858000" cy="9906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6FB5F7-47B5-494B-B370-13B26C4B1611}" v="215" dt="2026-01-03T11:56:39.31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89" d="100"/>
          <a:sy n="89" d="100"/>
        </p:scale>
        <p:origin x="-91" y="-28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an Biswas" userId="c77a8266-1d41-4303-9339-eb44c05dd8a5" providerId="ADAL" clId="{1EEFAF62-2201-4664-86A3-ECB2CF6C1B28}"/>
    <pc:docChg chg="undo custSel modSld">
      <pc:chgData name="Mohaan Biswas" userId="c77a8266-1d41-4303-9339-eb44c05dd8a5" providerId="ADAL" clId="{1EEFAF62-2201-4664-86A3-ECB2CF6C1B28}" dt="2026-01-03T11:56:43.134" v="500" actId="14100"/>
      <pc:docMkLst>
        <pc:docMk/>
      </pc:docMkLst>
      <pc:sldChg chg="addSp delSp modSp mod">
        <pc:chgData name="Mohaan Biswas" userId="c77a8266-1d41-4303-9339-eb44c05dd8a5" providerId="ADAL" clId="{1EEFAF62-2201-4664-86A3-ECB2CF6C1B28}" dt="2026-01-03T11:26:37.412" v="6" actId="208"/>
        <pc:sldMkLst>
          <pc:docMk/>
          <pc:sldMk cId="0" sldId="256"/>
        </pc:sldMkLst>
        <pc:spChg chg="add del mod">
          <ac:chgData name="Mohaan Biswas" userId="c77a8266-1d41-4303-9339-eb44c05dd8a5" providerId="ADAL" clId="{1EEFAF62-2201-4664-86A3-ECB2CF6C1B28}" dt="2026-01-03T11:26:03.879" v="2"/>
          <ac:spMkLst>
            <pc:docMk/>
            <pc:sldMk cId="0" sldId="256"/>
            <ac:spMk id="7" creationId="{7E3D2CC7-BFF0-195F-7F39-7225824C1919}"/>
          </ac:spMkLst>
        </pc:spChg>
        <pc:spChg chg="add mod">
          <ac:chgData name="Mohaan Biswas" userId="c77a8266-1d41-4303-9339-eb44c05dd8a5" providerId="ADAL" clId="{1EEFAF62-2201-4664-86A3-ECB2CF6C1B28}" dt="2026-01-03T11:26:37.412" v="6" actId="208"/>
          <ac:spMkLst>
            <pc:docMk/>
            <pc:sldMk cId="0" sldId="256"/>
            <ac:spMk id="8" creationId="{0F122E91-DD8C-43B5-EEA5-3840865F32BB}"/>
          </ac:spMkLst>
        </pc:spChg>
      </pc:sldChg>
      <pc:sldChg chg="addSp modSp mod">
        <pc:chgData name="Mohaan Biswas" userId="c77a8266-1d41-4303-9339-eb44c05dd8a5" providerId="ADAL" clId="{1EEFAF62-2201-4664-86A3-ECB2CF6C1B28}" dt="2026-01-03T11:27:30.942" v="21" actId="571"/>
        <pc:sldMkLst>
          <pc:docMk/>
          <pc:sldMk cId="0" sldId="258"/>
        </pc:sldMkLst>
        <pc:spChg chg="add mod">
          <ac:chgData name="Mohaan Biswas" userId="c77a8266-1d41-4303-9339-eb44c05dd8a5" providerId="ADAL" clId="{1EEFAF62-2201-4664-86A3-ECB2CF6C1B28}" dt="2026-01-03T11:26:08.246" v="3"/>
          <ac:spMkLst>
            <pc:docMk/>
            <pc:sldMk cId="0" sldId="258"/>
            <ac:spMk id="14" creationId="{A678B6F5-AE81-3EDE-CD11-13685A828B46}"/>
          </ac:spMkLst>
        </pc:spChg>
        <pc:spChg chg="add mod">
          <ac:chgData name="Mohaan Biswas" userId="c77a8266-1d41-4303-9339-eb44c05dd8a5" providerId="ADAL" clId="{1EEFAF62-2201-4664-86A3-ECB2CF6C1B28}" dt="2026-01-03T11:26:20.701" v="4"/>
          <ac:spMkLst>
            <pc:docMk/>
            <pc:sldMk cId="0" sldId="258"/>
            <ac:spMk id="15" creationId="{0EF5148B-75B6-6DD0-B029-786118C09079}"/>
          </ac:spMkLst>
        </pc:spChg>
        <pc:spChg chg="add mod">
          <ac:chgData name="Mohaan Biswas" userId="c77a8266-1d41-4303-9339-eb44c05dd8a5" providerId="ADAL" clId="{1EEFAF62-2201-4664-86A3-ECB2CF6C1B28}" dt="2026-01-03T11:26:57.964" v="10" actId="1076"/>
          <ac:spMkLst>
            <pc:docMk/>
            <pc:sldMk cId="0" sldId="258"/>
            <ac:spMk id="16" creationId="{CB60E93F-0356-94AF-0C5C-5E7C8785D46E}"/>
          </ac:spMkLst>
        </pc:spChg>
        <pc:spChg chg="add mod">
          <ac:chgData name="Mohaan Biswas" userId="c77a8266-1d41-4303-9339-eb44c05dd8a5" providerId="ADAL" clId="{1EEFAF62-2201-4664-86A3-ECB2CF6C1B28}" dt="2026-01-03T11:27:06.252" v="13" actId="14100"/>
          <ac:spMkLst>
            <pc:docMk/>
            <pc:sldMk cId="0" sldId="258"/>
            <ac:spMk id="17" creationId="{D750B8BA-92CA-2A0C-9884-E464BE7721C1}"/>
          </ac:spMkLst>
        </pc:spChg>
        <pc:spChg chg="add mod">
          <ac:chgData name="Mohaan Biswas" userId="c77a8266-1d41-4303-9339-eb44c05dd8a5" providerId="ADAL" clId="{1EEFAF62-2201-4664-86A3-ECB2CF6C1B28}" dt="2026-01-03T11:27:10.456" v="14" actId="571"/>
          <ac:spMkLst>
            <pc:docMk/>
            <pc:sldMk cId="0" sldId="258"/>
            <ac:spMk id="18" creationId="{1FACE668-515E-AF08-5532-5152F333E80D}"/>
          </ac:spMkLst>
        </pc:spChg>
        <pc:spChg chg="add mod">
          <ac:chgData name="Mohaan Biswas" userId="c77a8266-1d41-4303-9339-eb44c05dd8a5" providerId="ADAL" clId="{1EEFAF62-2201-4664-86A3-ECB2CF6C1B28}" dt="2026-01-03T11:27:13.598" v="15" actId="571"/>
          <ac:spMkLst>
            <pc:docMk/>
            <pc:sldMk cId="0" sldId="258"/>
            <ac:spMk id="19" creationId="{CBC887D9-6A40-F12B-1AD3-0720F0926892}"/>
          </ac:spMkLst>
        </pc:spChg>
        <pc:spChg chg="add mod">
          <ac:chgData name="Mohaan Biswas" userId="c77a8266-1d41-4303-9339-eb44c05dd8a5" providerId="ADAL" clId="{1EEFAF62-2201-4664-86A3-ECB2CF6C1B28}" dt="2026-01-03T11:27:17.888" v="16" actId="571"/>
          <ac:spMkLst>
            <pc:docMk/>
            <pc:sldMk cId="0" sldId="258"/>
            <ac:spMk id="20" creationId="{106C878D-0860-AB5A-555C-3CDCF44BEC38}"/>
          </ac:spMkLst>
        </pc:spChg>
        <pc:spChg chg="add mod">
          <ac:chgData name="Mohaan Biswas" userId="c77a8266-1d41-4303-9339-eb44c05dd8a5" providerId="ADAL" clId="{1EEFAF62-2201-4664-86A3-ECB2CF6C1B28}" dt="2026-01-03T11:27:17.888" v="16" actId="571"/>
          <ac:spMkLst>
            <pc:docMk/>
            <pc:sldMk cId="0" sldId="258"/>
            <ac:spMk id="21" creationId="{B50FBE09-FCF6-7A2F-0E36-B94B6CD67B0B}"/>
          </ac:spMkLst>
        </pc:spChg>
        <pc:spChg chg="add mod">
          <ac:chgData name="Mohaan Biswas" userId="c77a8266-1d41-4303-9339-eb44c05dd8a5" providerId="ADAL" clId="{1EEFAF62-2201-4664-86A3-ECB2CF6C1B28}" dt="2026-01-03T11:27:17.888" v="16" actId="571"/>
          <ac:spMkLst>
            <pc:docMk/>
            <pc:sldMk cId="0" sldId="258"/>
            <ac:spMk id="22" creationId="{13A798FF-4216-73C1-C17B-0660BFDE05CB}"/>
          </ac:spMkLst>
        </pc:spChg>
        <pc:spChg chg="add mod">
          <ac:chgData name="Mohaan Biswas" userId="c77a8266-1d41-4303-9339-eb44c05dd8a5" providerId="ADAL" clId="{1EEFAF62-2201-4664-86A3-ECB2CF6C1B28}" dt="2026-01-03T11:27:24.991" v="19" actId="14100"/>
          <ac:spMkLst>
            <pc:docMk/>
            <pc:sldMk cId="0" sldId="258"/>
            <ac:spMk id="23" creationId="{130087D6-D385-B28B-D09A-8606047721DD}"/>
          </ac:spMkLst>
        </pc:spChg>
        <pc:spChg chg="add mod">
          <ac:chgData name="Mohaan Biswas" userId="c77a8266-1d41-4303-9339-eb44c05dd8a5" providerId="ADAL" clId="{1EEFAF62-2201-4664-86A3-ECB2CF6C1B28}" dt="2026-01-03T11:27:27.635" v="20" actId="571"/>
          <ac:spMkLst>
            <pc:docMk/>
            <pc:sldMk cId="0" sldId="258"/>
            <ac:spMk id="24" creationId="{C837AD00-2A2E-BC9E-6D66-D8C9EB99A5AD}"/>
          </ac:spMkLst>
        </pc:spChg>
        <pc:spChg chg="add mod">
          <ac:chgData name="Mohaan Biswas" userId="c77a8266-1d41-4303-9339-eb44c05dd8a5" providerId="ADAL" clId="{1EEFAF62-2201-4664-86A3-ECB2CF6C1B28}" dt="2026-01-03T11:27:30.942" v="21" actId="571"/>
          <ac:spMkLst>
            <pc:docMk/>
            <pc:sldMk cId="0" sldId="258"/>
            <ac:spMk id="25" creationId="{2B4862D7-5998-EA9B-89B2-DC169A4EA465}"/>
          </ac:spMkLst>
        </pc:spChg>
        <pc:spChg chg="add mod">
          <ac:chgData name="Mohaan Biswas" userId="c77a8266-1d41-4303-9339-eb44c05dd8a5" providerId="ADAL" clId="{1EEFAF62-2201-4664-86A3-ECB2CF6C1B28}" dt="2026-01-03T11:27:30.942" v="21" actId="571"/>
          <ac:spMkLst>
            <pc:docMk/>
            <pc:sldMk cId="0" sldId="258"/>
            <ac:spMk id="26" creationId="{8BC1AEE4-691F-DBBA-364D-781EDCC1C3BE}"/>
          </ac:spMkLst>
        </pc:spChg>
      </pc:sldChg>
      <pc:sldChg chg="addSp modSp mod">
        <pc:chgData name="Mohaan Biswas" userId="c77a8266-1d41-4303-9339-eb44c05dd8a5" providerId="ADAL" clId="{1EEFAF62-2201-4664-86A3-ECB2CF6C1B28}" dt="2026-01-03T11:28:08.754" v="30" actId="571"/>
        <pc:sldMkLst>
          <pc:docMk/>
          <pc:sldMk cId="0" sldId="261"/>
        </pc:sldMkLst>
        <pc:spChg chg="add mod">
          <ac:chgData name="Mohaan Biswas" userId="c77a8266-1d41-4303-9339-eb44c05dd8a5" providerId="ADAL" clId="{1EEFAF62-2201-4664-86A3-ECB2CF6C1B28}" dt="2026-01-03T11:27:43.984" v="24" actId="14100"/>
          <ac:spMkLst>
            <pc:docMk/>
            <pc:sldMk cId="0" sldId="261"/>
            <ac:spMk id="20" creationId="{23652811-0F23-7989-A9D4-D099BBB13314}"/>
          </ac:spMkLst>
        </pc:spChg>
        <pc:spChg chg="add mod">
          <ac:chgData name="Mohaan Biswas" userId="c77a8266-1d41-4303-9339-eb44c05dd8a5" providerId="ADAL" clId="{1EEFAF62-2201-4664-86A3-ECB2CF6C1B28}" dt="2026-01-03T11:27:47.296" v="25" actId="571"/>
          <ac:spMkLst>
            <pc:docMk/>
            <pc:sldMk cId="0" sldId="261"/>
            <ac:spMk id="21" creationId="{B936CB9F-83F7-074D-FD07-F89CF8FEC4E3}"/>
          </ac:spMkLst>
        </pc:spChg>
        <pc:spChg chg="add mod">
          <ac:chgData name="Mohaan Biswas" userId="c77a8266-1d41-4303-9339-eb44c05dd8a5" providerId="ADAL" clId="{1EEFAF62-2201-4664-86A3-ECB2CF6C1B28}" dt="2026-01-03T11:27:56.974" v="27" actId="14100"/>
          <ac:spMkLst>
            <pc:docMk/>
            <pc:sldMk cId="0" sldId="261"/>
            <ac:spMk id="22" creationId="{08A6044D-A538-9FE5-775D-78D2418FEC2A}"/>
          </ac:spMkLst>
        </pc:spChg>
        <pc:spChg chg="add mod">
          <ac:chgData name="Mohaan Biswas" userId="c77a8266-1d41-4303-9339-eb44c05dd8a5" providerId="ADAL" clId="{1EEFAF62-2201-4664-86A3-ECB2CF6C1B28}" dt="2026-01-03T11:27:59.650" v="28" actId="571"/>
          <ac:spMkLst>
            <pc:docMk/>
            <pc:sldMk cId="0" sldId="261"/>
            <ac:spMk id="23" creationId="{A9C3D550-1AB2-6E3D-D676-E27BCE3F1261}"/>
          </ac:spMkLst>
        </pc:spChg>
        <pc:spChg chg="add mod">
          <ac:chgData name="Mohaan Biswas" userId="c77a8266-1d41-4303-9339-eb44c05dd8a5" providerId="ADAL" clId="{1EEFAF62-2201-4664-86A3-ECB2CF6C1B28}" dt="2026-01-03T11:28:03.224" v="29" actId="571"/>
          <ac:spMkLst>
            <pc:docMk/>
            <pc:sldMk cId="0" sldId="261"/>
            <ac:spMk id="24" creationId="{BD524077-947F-CE41-7860-7D433369F68B}"/>
          </ac:spMkLst>
        </pc:spChg>
        <pc:spChg chg="add mod">
          <ac:chgData name="Mohaan Biswas" userId="c77a8266-1d41-4303-9339-eb44c05dd8a5" providerId="ADAL" clId="{1EEFAF62-2201-4664-86A3-ECB2CF6C1B28}" dt="2026-01-03T11:28:08.754" v="30" actId="571"/>
          <ac:spMkLst>
            <pc:docMk/>
            <pc:sldMk cId="0" sldId="261"/>
            <ac:spMk id="25" creationId="{808A4A04-4EB5-3D82-83BF-8007038C2D66}"/>
          </ac:spMkLst>
        </pc:spChg>
        <pc:spChg chg="add mod">
          <ac:chgData name="Mohaan Biswas" userId="c77a8266-1d41-4303-9339-eb44c05dd8a5" providerId="ADAL" clId="{1EEFAF62-2201-4664-86A3-ECB2CF6C1B28}" dt="2026-01-03T11:28:08.754" v="30" actId="571"/>
          <ac:spMkLst>
            <pc:docMk/>
            <pc:sldMk cId="0" sldId="261"/>
            <ac:spMk id="26" creationId="{44507090-8172-60A0-4AC3-AC51F0681D91}"/>
          </ac:spMkLst>
        </pc:spChg>
        <pc:spChg chg="add mod">
          <ac:chgData name="Mohaan Biswas" userId="c77a8266-1d41-4303-9339-eb44c05dd8a5" providerId="ADAL" clId="{1EEFAF62-2201-4664-86A3-ECB2CF6C1B28}" dt="2026-01-03T11:28:08.754" v="30" actId="571"/>
          <ac:spMkLst>
            <pc:docMk/>
            <pc:sldMk cId="0" sldId="261"/>
            <ac:spMk id="27" creationId="{CB457DEC-F333-6BB4-DFBD-3057A81F0BAB}"/>
          </ac:spMkLst>
        </pc:spChg>
      </pc:sldChg>
      <pc:sldChg chg="addSp modSp mod">
        <pc:chgData name="Mohaan Biswas" userId="c77a8266-1d41-4303-9339-eb44c05dd8a5" providerId="ADAL" clId="{1EEFAF62-2201-4664-86A3-ECB2CF6C1B28}" dt="2026-01-03T11:29:38.187" v="49" actId="571"/>
        <pc:sldMkLst>
          <pc:docMk/>
          <pc:sldMk cId="0" sldId="262"/>
        </pc:sldMkLst>
        <pc:spChg chg="add mod">
          <ac:chgData name="Mohaan Biswas" userId="c77a8266-1d41-4303-9339-eb44c05dd8a5" providerId="ADAL" clId="{1EEFAF62-2201-4664-86A3-ECB2CF6C1B28}" dt="2026-01-03T11:29:04.303" v="41" actId="20577"/>
          <ac:spMkLst>
            <pc:docMk/>
            <pc:sldMk cId="0" sldId="262"/>
            <ac:spMk id="11" creationId="{05D63C66-4EBB-0A73-A4F0-027EFCC60FD9}"/>
          </ac:spMkLst>
        </pc:spChg>
        <pc:spChg chg="add mod">
          <ac:chgData name="Mohaan Biswas" userId="c77a8266-1d41-4303-9339-eb44c05dd8a5" providerId="ADAL" clId="{1EEFAF62-2201-4664-86A3-ECB2CF6C1B28}" dt="2026-01-03T11:28:49.764" v="36" actId="1076"/>
          <ac:spMkLst>
            <pc:docMk/>
            <pc:sldMk cId="0" sldId="262"/>
            <ac:spMk id="12" creationId="{19EF7118-BB68-EC39-EB48-A05F2BC67631}"/>
          </ac:spMkLst>
        </pc:spChg>
        <pc:spChg chg="add mod">
          <ac:chgData name="Mohaan Biswas" userId="c77a8266-1d41-4303-9339-eb44c05dd8a5" providerId="ADAL" clId="{1EEFAF62-2201-4664-86A3-ECB2CF6C1B28}" dt="2026-01-03T11:28:49.764" v="36" actId="1076"/>
          <ac:spMkLst>
            <pc:docMk/>
            <pc:sldMk cId="0" sldId="262"/>
            <ac:spMk id="13" creationId="{F47FD9D7-6051-9C5B-3125-4AB0D266BE49}"/>
          </ac:spMkLst>
        </pc:spChg>
        <pc:spChg chg="add mod">
          <ac:chgData name="Mohaan Biswas" userId="c77a8266-1d41-4303-9339-eb44c05dd8a5" providerId="ADAL" clId="{1EEFAF62-2201-4664-86A3-ECB2CF6C1B28}" dt="2026-01-03T11:29:10.032" v="42" actId="571"/>
          <ac:spMkLst>
            <pc:docMk/>
            <pc:sldMk cId="0" sldId="262"/>
            <ac:spMk id="14" creationId="{2CB7FFF6-D35A-921C-D5FF-BDD8134485AE}"/>
          </ac:spMkLst>
        </pc:spChg>
        <pc:spChg chg="add mod">
          <ac:chgData name="Mohaan Biswas" userId="c77a8266-1d41-4303-9339-eb44c05dd8a5" providerId="ADAL" clId="{1EEFAF62-2201-4664-86A3-ECB2CF6C1B28}" dt="2026-01-03T11:29:10.032" v="42" actId="571"/>
          <ac:spMkLst>
            <pc:docMk/>
            <pc:sldMk cId="0" sldId="262"/>
            <ac:spMk id="15" creationId="{20D19C68-3EDF-AD8C-070E-4E1CABAA1976}"/>
          </ac:spMkLst>
        </pc:spChg>
        <pc:spChg chg="add mod">
          <ac:chgData name="Mohaan Biswas" userId="c77a8266-1d41-4303-9339-eb44c05dd8a5" providerId="ADAL" clId="{1EEFAF62-2201-4664-86A3-ECB2CF6C1B28}" dt="2026-01-03T11:29:10.032" v="42" actId="571"/>
          <ac:spMkLst>
            <pc:docMk/>
            <pc:sldMk cId="0" sldId="262"/>
            <ac:spMk id="16" creationId="{3F3DB55D-1391-ACB7-A0BB-6D6857F149E9}"/>
          </ac:spMkLst>
        </pc:spChg>
        <pc:spChg chg="add mod">
          <ac:chgData name="Mohaan Biswas" userId="c77a8266-1d41-4303-9339-eb44c05dd8a5" providerId="ADAL" clId="{1EEFAF62-2201-4664-86A3-ECB2CF6C1B28}" dt="2026-01-03T11:29:21.641" v="45" actId="14100"/>
          <ac:spMkLst>
            <pc:docMk/>
            <pc:sldMk cId="0" sldId="262"/>
            <ac:spMk id="17" creationId="{1C6A5B99-521E-B97A-2A56-84DC15B05D95}"/>
          </ac:spMkLst>
        </pc:spChg>
        <pc:spChg chg="add mod">
          <ac:chgData name="Mohaan Biswas" userId="c77a8266-1d41-4303-9339-eb44c05dd8a5" providerId="ADAL" clId="{1EEFAF62-2201-4664-86A3-ECB2CF6C1B28}" dt="2026-01-03T11:29:27.941" v="46" actId="571"/>
          <ac:spMkLst>
            <pc:docMk/>
            <pc:sldMk cId="0" sldId="262"/>
            <ac:spMk id="18" creationId="{1E682D96-7C60-0580-EA21-0F3274FAAB12}"/>
          </ac:spMkLst>
        </pc:spChg>
        <pc:spChg chg="add mod">
          <ac:chgData name="Mohaan Biswas" userId="c77a8266-1d41-4303-9339-eb44c05dd8a5" providerId="ADAL" clId="{1EEFAF62-2201-4664-86A3-ECB2CF6C1B28}" dt="2026-01-03T11:29:34.855" v="48" actId="14100"/>
          <ac:spMkLst>
            <pc:docMk/>
            <pc:sldMk cId="0" sldId="262"/>
            <ac:spMk id="19" creationId="{B702697D-D043-E4F1-AD22-A2F0C760913C}"/>
          </ac:spMkLst>
        </pc:spChg>
        <pc:spChg chg="add mod">
          <ac:chgData name="Mohaan Biswas" userId="c77a8266-1d41-4303-9339-eb44c05dd8a5" providerId="ADAL" clId="{1EEFAF62-2201-4664-86A3-ECB2CF6C1B28}" dt="2026-01-03T11:29:38.187" v="49" actId="571"/>
          <ac:spMkLst>
            <pc:docMk/>
            <pc:sldMk cId="0" sldId="262"/>
            <ac:spMk id="20" creationId="{43FD0727-4130-9451-687A-304FAEB94CE4}"/>
          </ac:spMkLst>
        </pc:spChg>
      </pc:sldChg>
      <pc:sldChg chg="addSp modSp mod">
        <pc:chgData name="Mohaan Biswas" userId="c77a8266-1d41-4303-9339-eb44c05dd8a5" providerId="ADAL" clId="{1EEFAF62-2201-4664-86A3-ECB2CF6C1B28}" dt="2026-01-03T11:32:09.761" v="74" actId="14100"/>
        <pc:sldMkLst>
          <pc:docMk/>
          <pc:sldMk cId="0" sldId="263"/>
        </pc:sldMkLst>
        <pc:spChg chg="add mod">
          <ac:chgData name="Mohaan Biswas" userId="c77a8266-1d41-4303-9339-eb44c05dd8a5" providerId="ADAL" clId="{1EEFAF62-2201-4664-86A3-ECB2CF6C1B28}" dt="2026-01-03T11:30:35.549" v="52" actId="14100"/>
          <ac:spMkLst>
            <pc:docMk/>
            <pc:sldMk cId="0" sldId="263"/>
            <ac:spMk id="16" creationId="{8F9DD949-11BC-9616-2B45-B8FED5565A54}"/>
          </ac:spMkLst>
        </pc:spChg>
        <pc:spChg chg="add mod">
          <ac:chgData name="Mohaan Biswas" userId="c77a8266-1d41-4303-9339-eb44c05dd8a5" providerId="ADAL" clId="{1EEFAF62-2201-4664-86A3-ECB2CF6C1B28}" dt="2026-01-03T11:30:38.574" v="53" actId="571"/>
          <ac:spMkLst>
            <pc:docMk/>
            <pc:sldMk cId="0" sldId="263"/>
            <ac:spMk id="17" creationId="{790B3B1D-1844-E909-247B-4C5851650533}"/>
          </ac:spMkLst>
        </pc:spChg>
        <pc:spChg chg="add mod">
          <ac:chgData name="Mohaan Biswas" userId="c77a8266-1d41-4303-9339-eb44c05dd8a5" providerId="ADAL" clId="{1EEFAF62-2201-4664-86A3-ECB2CF6C1B28}" dt="2026-01-03T11:30:40.861" v="54" actId="571"/>
          <ac:spMkLst>
            <pc:docMk/>
            <pc:sldMk cId="0" sldId="263"/>
            <ac:spMk id="18" creationId="{C3DAEDAE-5CEC-C7AF-077F-24FAC03419F3}"/>
          </ac:spMkLst>
        </pc:spChg>
        <pc:spChg chg="add mod">
          <ac:chgData name="Mohaan Biswas" userId="c77a8266-1d41-4303-9339-eb44c05dd8a5" providerId="ADAL" clId="{1EEFAF62-2201-4664-86A3-ECB2CF6C1B28}" dt="2026-01-03T11:30:47.505" v="56" actId="14100"/>
          <ac:spMkLst>
            <pc:docMk/>
            <pc:sldMk cId="0" sldId="263"/>
            <ac:spMk id="19" creationId="{4AAC31E0-19E6-0986-AB22-6AEACBB10EED}"/>
          </ac:spMkLst>
        </pc:spChg>
        <pc:spChg chg="add mod">
          <ac:chgData name="Mohaan Biswas" userId="c77a8266-1d41-4303-9339-eb44c05dd8a5" providerId="ADAL" clId="{1EEFAF62-2201-4664-86A3-ECB2CF6C1B28}" dt="2026-01-03T11:30:51.979" v="57" actId="571"/>
          <ac:spMkLst>
            <pc:docMk/>
            <pc:sldMk cId="0" sldId="263"/>
            <ac:spMk id="20" creationId="{AC92C153-CEEC-F3AA-9DC0-E75D475CF6B2}"/>
          </ac:spMkLst>
        </pc:spChg>
        <pc:spChg chg="add mod">
          <ac:chgData name="Mohaan Biswas" userId="c77a8266-1d41-4303-9339-eb44c05dd8a5" providerId="ADAL" clId="{1EEFAF62-2201-4664-86A3-ECB2CF6C1B28}" dt="2026-01-03T11:30:56.618" v="58" actId="571"/>
          <ac:spMkLst>
            <pc:docMk/>
            <pc:sldMk cId="0" sldId="263"/>
            <ac:spMk id="21" creationId="{EC5A00D7-B4F1-8001-15DB-0DDCC5B7E02A}"/>
          </ac:spMkLst>
        </pc:spChg>
        <pc:spChg chg="add mod">
          <ac:chgData name="Mohaan Biswas" userId="c77a8266-1d41-4303-9339-eb44c05dd8a5" providerId="ADAL" clId="{1EEFAF62-2201-4664-86A3-ECB2CF6C1B28}" dt="2026-01-03T11:31:03.829" v="59" actId="571"/>
          <ac:spMkLst>
            <pc:docMk/>
            <pc:sldMk cId="0" sldId="263"/>
            <ac:spMk id="22" creationId="{01F34C21-67E0-AB00-D571-3A9D73CD2D87}"/>
          </ac:spMkLst>
        </pc:spChg>
        <pc:spChg chg="add mod">
          <ac:chgData name="Mohaan Biswas" userId="c77a8266-1d41-4303-9339-eb44c05dd8a5" providerId="ADAL" clId="{1EEFAF62-2201-4664-86A3-ECB2CF6C1B28}" dt="2026-01-03T11:31:03.829" v="59" actId="571"/>
          <ac:spMkLst>
            <pc:docMk/>
            <pc:sldMk cId="0" sldId="263"/>
            <ac:spMk id="23" creationId="{9099268C-9F86-CDF6-54F7-3AB4BB3D37A5}"/>
          </ac:spMkLst>
        </pc:spChg>
        <pc:spChg chg="add mod">
          <ac:chgData name="Mohaan Biswas" userId="c77a8266-1d41-4303-9339-eb44c05dd8a5" providerId="ADAL" clId="{1EEFAF62-2201-4664-86A3-ECB2CF6C1B28}" dt="2026-01-03T11:31:03.829" v="59" actId="571"/>
          <ac:spMkLst>
            <pc:docMk/>
            <pc:sldMk cId="0" sldId="263"/>
            <ac:spMk id="24" creationId="{02180C7E-A75C-384B-66D8-D32C431A7DAD}"/>
          </ac:spMkLst>
        </pc:spChg>
        <pc:spChg chg="add mod">
          <ac:chgData name="Mohaan Biswas" userId="c77a8266-1d41-4303-9339-eb44c05dd8a5" providerId="ADAL" clId="{1EEFAF62-2201-4664-86A3-ECB2CF6C1B28}" dt="2026-01-03T11:31:12.834" v="61" actId="1037"/>
          <ac:spMkLst>
            <pc:docMk/>
            <pc:sldMk cId="0" sldId="263"/>
            <ac:spMk id="25" creationId="{0C0CD2F7-F2D0-0B14-E370-9C45B822AD89}"/>
          </ac:spMkLst>
        </pc:spChg>
        <pc:spChg chg="add mod">
          <ac:chgData name="Mohaan Biswas" userId="c77a8266-1d41-4303-9339-eb44c05dd8a5" providerId="ADAL" clId="{1EEFAF62-2201-4664-86A3-ECB2CF6C1B28}" dt="2026-01-03T11:31:12.834" v="61" actId="1037"/>
          <ac:spMkLst>
            <pc:docMk/>
            <pc:sldMk cId="0" sldId="263"/>
            <ac:spMk id="26" creationId="{7189EDC4-E151-CFD9-DFD2-7BC5EF898E20}"/>
          </ac:spMkLst>
        </pc:spChg>
        <pc:spChg chg="add mod">
          <ac:chgData name="Mohaan Biswas" userId="c77a8266-1d41-4303-9339-eb44c05dd8a5" providerId="ADAL" clId="{1EEFAF62-2201-4664-86A3-ECB2CF6C1B28}" dt="2026-01-03T11:31:12.834" v="61" actId="1037"/>
          <ac:spMkLst>
            <pc:docMk/>
            <pc:sldMk cId="0" sldId="263"/>
            <ac:spMk id="27" creationId="{FC2F2324-0BBD-0D03-B3B2-75D61BCE3AAE}"/>
          </ac:spMkLst>
        </pc:spChg>
        <pc:spChg chg="add mod">
          <ac:chgData name="Mohaan Biswas" userId="c77a8266-1d41-4303-9339-eb44c05dd8a5" providerId="ADAL" clId="{1EEFAF62-2201-4664-86A3-ECB2CF6C1B28}" dt="2026-01-03T11:31:27.721" v="64" actId="14100"/>
          <ac:spMkLst>
            <pc:docMk/>
            <pc:sldMk cId="0" sldId="263"/>
            <ac:spMk id="28" creationId="{686AB672-8118-B6F5-FC26-7CEE20DFE99F}"/>
          </ac:spMkLst>
        </pc:spChg>
        <pc:spChg chg="add mod">
          <ac:chgData name="Mohaan Biswas" userId="c77a8266-1d41-4303-9339-eb44c05dd8a5" providerId="ADAL" clId="{1EEFAF62-2201-4664-86A3-ECB2CF6C1B28}" dt="2026-01-03T11:31:45.273" v="67" actId="14100"/>
          <ac:spMkLst>
            <pc:docMk/>
            <pc:sldMk cId="0" sldId="263"/>
            <ac:spMk id="29" creationId="{032FD3DA-1BEA-A988-1850-31BB55D29196}"/>
          </ac:spMkLst>
        </pc:spChg>
        <pc:spChg chg="add mod">
          <ac:chgData name="Mohaan Biswas" userId="c77a8266-1d41-4303-9339-eb44c05dd8a5" providerId="ADAL" clId="{1EEFAF62-2201-4664-86A3-ECB2CF6C1B28}" dt="2026-01-03T11:31:48.459" v="68" actId="571"/>
          <ac:spMkLst>
            <pc:docMk/>
            <pc:sldMk cId="0" sldId="263"/>
            <ac:spMk id="30" creationId="{EDB2A932-DE1B-64C1-BB2C-4D00086DCD25}"/>
          </ac:spMkLst>
        </pc:spChg>
        <pc:spChg chg="add mod">
          <ac:chgData name="Mohaan Biswas" userId="c77a8266-1d41-4303-9339-eb44c05dd8a5" providerId="ADAL" clId="{1EEFAF62-2201-4664-86A3-ECB2CF6C1B28}" dt="2026-01-03T11:31:53.051" v="69" actId="571"/>
          <ac:spMkLst>
            <pc:docMk/>
            <pc:sldMk cId="0" sldId="263"/>
            <ac:spMk id="31" creationId="{41DB8F9E-4F8A-0855-D357-AFD824C616A6}"/>
          </ac:spMkLst>
        </pc:spChg>
        <pc:spChg chg="add mod">
          <ac:chgData name="Mohaan Biswas" userId="c77a8266-1d41-4303-9339-eb44c05dd8a5" providerId="ADAL" clId="{1EEFAF62-2201-4664-86A3-ECB2CF6C1B28}" dt="2026-01-03T11:32:02.281" v="71" actId="14100"/>
          <ac:spMkLst>
            <pc:docMk/>
            <pc:sldMk cId="0" sldId="263"/>
            <ac:spMk id="32" creationId="{CBB3C77D-DE7D-5D18-AAED-89B3AEFFC9D1}"/>
          </ac:spMkLst>
        </pc:spChg>
        <pc:spChg chg="add mod">
          <ac:chgData name="Mohaan Biswas" userId="c77a8266-1d41-4303-9339-eb44c05dd8a5" providerId="ADAL" clId="{1EEFAF62-2201-4664-86A3-ECB2CF6C1B28}" dt="2026-01-03T11:32:04.960" v="72" actId="571"/>
          <ac:spMkLst>
            <pc:docMk/>
            <pc:sldMk cId="0" sldId="263"/>
            <ac:spMk id="33" creationId="{4C8FA74D-341C-BA4B-FDC2-4478F9022995}"/>
          </ac:spMkLst>
        </pc:spChg>
        <pc:spChg chg="add mod">
          <ac:chgData name="Mohaan Biswas" userId="c77a8266-1d41-4303-9339-eb44c05dd8a5" providerId="ADAL" clId="{1EEFAF62-2201-4664-86A3-ECB2CF6C1B28}" dt="2026-01-03T11:32:09.761" v="74" actId="14100"/>
          <ac:spMkLst>
            <pc:docMk/>
            <pc:sldMk cId="0" sldId="263"/>
            <ac:spMk id="34" creationId="{B352B754-2984-D251-FD01-66D4CFB8C4F2}"/>
          </ac:spMkLst>
        </pc:spChg>
      </pc:sldChg>
      <pc:sldChg chg="addSp modSp mod">
        <pc:chgData name="Mohaan Biswas" userId="c77a8266-1d41-4303-9339-eb44c05dd8a5" providerId="ADAL" clId="{1EEFAF62-2201-4664-86A3-ECB2CF6C1B28}" dt="2026-01-03T11:32:57.250" v="115" actId="14100"/>
        <pc:sldMkLst>
          <pc:docMk/>
          <pc:sldMk cId="0" sldId="264"/>
        </pc:sldMkLst>
        <pc:spChg chg="add mod">
          <ac:chgData name="Mohaan Biswas" userId="c77a8266-1d41-4303-9339-eb44c05dd8a5" providerId="ADAL" clId="{1EEFAF62-2201-4664-86A3-ECB2CF6C1B28}" dt="2026-01-03T11:32:27.605" v="107" actId="14100"/>
          <ac:spMkLst>
            <pc:docMk/>
            <pc:sldMk cId="0" sldId="264"/>
            <ac:spMk id="19" creationId="{4F48C030-25BB-E6EF-562B-7023339EFC03}"/>
          </ac:spMkLst>
        </pc:spChg>
        <pc:spChg chg="add mod">
          <ac:chgData name="Mohaan Biswas" userId="c77a8266-1d41-4303-9339-eb44c05dd8a5" providerId="ADAL" clId="{1EEFAF62-2201-4664-86A3-ECB2CF6C1B28}" dt="2026-01-03T11:32:37.198" v="110" actId="14100"/>
          <ac:spMkLst>
            <pc:docMk/>
            <pc:sldMk cId="0" sldId="264"/>
            <ac:spMk id="20" creationId="{B04CE5DB-B182-D866-9B00-66FDAA3493CD}"/>
          </ac:spMkLst>
        </pc:spChg>
        <pc:spChg chg="add mod">
          <ac:chgData name="Mohaan Biswas" userId="c77a8266-1d41-4303-9339-eb44c05dd8a5" providerId="ADAL" clId="{1EEFAF62-2201-4664-86A3-ECB2CF6C1B28}" dt="2026-01-03T11:32:42.411" v="111" actId="571"/>
          <ac:spMkLst>
            <pc:docMk/>
            <pc:sldMk cId="0" sldId="264"/>
            <ac:spMk id="21" creationId="{0E7BBFD8-ED13-C80F-43FB-E43108FE199B}"/>
          </ac:spMkLst>
        </pc:spChg>
        <pc:spChg chg="add mod">
          <ac:chgData name="Mohaan Biswas" userId="c77a8266-1d41-4303-9339-eb44c05dd8a5" providerId="ADAL" clId="{1EEFAF62-2201-4664-86A3-ECB2CF6C1B28}" dt="2026-01-03T11:32:45.901" v="112" actId="571"/>
          <ac:spMkLst>
            <pc:docMk/>
            <pc:sldMk cId="0" sldId="264"/>
            <ac:spMk id="22" creationId="{75285144-CFDA-E42B-0A1A-6154BFF3B3A5}"/>
          </ac:spMkLst>
        </pc:spChg>
        <pc:spChg chg="add mod">
          <ac:chgData name="Mohaan Biswas" userId="c77a8266-1d41-4303-9339-eb44c05dd8a5" providerId="ADAL" clId="{1EEFAF62-2201-4664-86A3-ECB2CF6C1B28}" dt="2026-01-03T11:32:57.250" v="115" actId="14100"/>
          <ac:spMkLst>
            <pc:docMk/>
            <pc:sldMk cId="0" sldId="264"/>
            <ac:spMk id="23" creationId="{1BCBF0E3-E0AF-2ABD-A2A1-6602013D10B9}"/>
          </ac:spMkLst>
        </pc:spChg>
      </pc:sldChg>
      <pc:sldChg chg="addSp modSp mod">
        <pc:chgData name="Mohaan Biswas" userId="c77a8266-1d41-4303-9339-eb44c05dd8a5" providerId="ADAL" clId="{1EEFAF62-2201-4664-86A3-ECB2CF6C1B28}" dt="2026-01-03T11:33:26.600" v="121" actId="14100"/>
        <pc:sldMkLst>
          <pc:docMk/>
          <pc:sldMk cId="0" sldId="265"/>
        </pc:sldMkLst>
        <pc:spChg chg="add mod">
          <ac:chgData name="Mohaan Biswas" userId="c77a8266-1d41-4303-9339-eb44c05dd8a5" providerId="ADAL" clId="{1EEFAF62-2201-4664-86A3-ECB2CF6C1B28}" dt="2026-01-03T11:33:13.420" v="119" actId="1076"/>
          <ac:spMkLst>
            <pc:docMk/>
            <pc:sldMk cId="0" sldId="265"/>
            <ac:spMk id="22" creationId="{A3E05A26-2BF5-2902-96E9-612BE977E9D6}"/>
          </ac:spMkLst>
        </pc:spChg>
        <pc:spChg chg="add mod">
          <ac:chgData name="Mohaan Biswas" userId="c77a8266-1d41-4303-9339-eb44c05dd8a5" providerId="ADAL" clId="{1EEFAF62-2201-4664-86A3-ECB2CF6C1B28}" dt="2026-01-03T11:33:26.600" v="121" actId="14100"/>
          <ac:spMkLst>
            <pc:docMk/>
            <pc:sldMk cId="0" sldId="265"/>
            <ac:spMk id="23" creationId="{C06E533D-6C08-AB37-20B8-3E20F1F71A0F}"/>
          </ac:spMkLst>
        </pc:spChg>
      </pc:sldChg>
      <pc:sldChg chg="addSp modSp mod">
        <pc:chgData name="Mohaan Biswas" userId="c77a8266-1d41-4303-9339-eb44c05dd8a5" providerId="ADAL" clId="{1EEFAF62-2201-4664-86A3-ECB2CF6C1B28}" dt="2026-01-03T11:34:51.882" v="141" actId="571"/>
        <pc:sldMkLst>
          <pc:docMk/>
          <pc:sldMk cId="0" sldId="266"/>
        </pc:sldMkLst>
        <pc:spChg chg="add mod">
          <ac:chgData name="Mohaan Biswas" userId="c77a8266-1d41-4303-9339-eb44c05dd8a5" providerId="ADAL" clId="{1EEFAF62-2201-4664-86A3-ECB2CF6C1B28}" dt="2026-01-03T11:33:35.802" v="124" actId="14100"/>
          <ac:spMkLst>
            <pc:docMk/>
            <pc:sldMk cId="0" sldId="266"/>
            <ac:spMk id="53" creationId="{2AD8138C-3B87-5FDB-B038-148FC8B02BCB}"/>
          </ac:spMkLst>
        </pc:spChg>
        <pc:spChg chg="add mod">
          <ac:chgData name="Mohaan Biswas" userId="c77a8266-1d41-4303-9339-eb44c05dd8a5" providerId="ADAL" clId="{1EEFAF62-2201-4664-86A3-ECB2CF6C1B28}" dt="2026-01-03T11:33:50.459" v="127" actId="14100"/>
          <ac:spMkLst>
            <pc:docMk/>
            <pc:sldMk cId="0" sldId="266"/>
            <ac:spMk id="54" creationId="{EAEB85B8-C3EE-2949-415B-6AF5F19F3A88}"/>
          </ac:spMkLst>
        </pc:spChg>
        <pc:spChg chg="add mod">
          <ac:chgData name="Mohaan Biswas" userId="c77a8266-1d41-4303-9339-eb44c05dd8a5" providerId="ADAL" clId="{1EEFAF62-2201-4664-86A3-ECB2CF6C1B28}" dt="2026-01-03T11:33:53.680" v="128" actId="571"/>
          <ac:spMkLst>
            <pc:docMk/>
            <pc:sldMk cId="0" sldId="266"/>
            <ac:spMk id="55" creationId="{A40DEF6A-5E62-FBE2-00AC-17F30CEAE34A}"/>
          </ac:spMkLst>
        </pc:spChg>
        <pc:spChg chg="add mod">
          <ac:chgData name="Mohaan Biswas" userId="c77a8266-1d41-4303-9339-eb44c05dd8a5" providerId="ADAL" clId="{1EEFAF62-2201-4664-86A3-ECB2CF6C1B28}" dt="2026-01-03T11:34:15.212" v="132" actId="1076"/>
          <ac:spMkLst>
            <pc:docMk/>
            <pc:sldMk cId="0" sldId="266"/>
            <ac:spMk id="56" creationId="{F1226D51-DE8F-F756-821D-D27AF3076889}"/>
          </ac:spMkLst>
        </pc:spChg>
        <pc:spChg chg="add mod">
          <ac:chgData name="Mohaan Biswas" userId="c77a8266-1d41-4303-9339-eb44c05dd8a5" providerId="ADAL" clId="{1EEFAF62-2201-4664-86A3-ECB2CF6C1B28}" dt="2026-01-03T11:34:20.088" v="133" actId="571"/>
          <ac:spMkLst>
            <pc:docMk/>
            <pc:sldMk cId="0" sldId="266"/>
            <ac:spMk id="57" creationId="{76E0DC32-D1CE-DCC6-5EA7-1941DC51D796}"/>
          </ac:spMkLst>
        </pc:spChg>
        <pc:spChg chg="add mod">
          <ac:chgData name="Mohaan Biswas" userId="c77a8266-1d41-4303-9339-eb44c05dd8a5" providerId="ADAL" clId="{1EEFAF62-2201-4664-86A3-ECB2CF6C1B28}" dt="2026-01-03T11:34:28.068" v="135" actId="14100"/>
          <ac:spMkLst>
            <pc:docMk/>
            <pc:sldMk cId="0" sldId="266"/>
            <ac:spMk id="58" creationId="{92221CDE-164D-7EE5-FD4E-24E09249BF65}"/>
          </ac:spMkLst>
        </pc:spChg>
        <pc:spChg chg="add mod">
          <ac:chgData name="Mohaan Biswas" userId="c77a8266-1d41-4303-9339-eb44c05dd8a5" providerId="ADAL" clId="{1EEFAF62-2201-4664-86A3-ECB2CF6C1B28}" dt="2026-01-03T11:34:28.068" v="135" actId="14100"/>
          <ac:spMkLst>
            <pc:docMk/>
            <pc:sldMk cId="0" sldId="266"/>
            <ac:spMk id="59" creationId="{CA61E114-340F-26C7-A8B6-7690A20BCF22}"/>
          </ac:spMkLst>
        </pc:spChg>
        <pc:spChg chg="add mod">
          <ac:chgData name="Mohaan Biswas" userId="c77a8266-1d41-4303-9339-eb44c05dd8a5" providerId="ADAL" clId="{1EEFAF62-2201-4664-86A3-ECB2CF6C1B28}" dt="2026-01-03T11:34:38.363" v="137" actId="14100"/>
          <ac:spMkLst>
            <pc:docMk/>
            <pc:sldMk cId="0" sldId="266"/>
            <ac:spMk id="60" creationId="{DA6B2206-2DA6-CBF7-BA40-E6A5DC054DFD}"/>
          </ac:spMkLst>
        </pc:spChg>
        <pc:spChg chg="add mod">
          <ac:chgData name="Mohaan Biswas" userId="c77a8266-1d41-4303-9339-eb44c05dd8a5" providerId="ADAL" clId="{1EEFAF62-2201-4664-86A3-ECB2CF6C1B28}" dt="2026-01-03T11:34:44.129" v="138" actId="571"/>
          <ac:spMkLst>
            <pc:docMk/>
            <pc:sldMk cId="0" sldId="266"/>
            <ac:spMk id="61" creationId="{70AA3C3D-9D94-CD6B-BF6D-6556450B8C58}"/>
          </ac:spMkLst>
        </pc:spChg>
        <pc:spChg chg="add mod">
          <ac:chgData name="Mohaan Biswas" userId="c77a8266-1d41-4303-9339-eb44c05dd8a5" providerId="ADAL" clId="{1EEFAF62-2201-4664-86A3-ECB2CF6C1B28}" dt="2026-01-03T11:34:46.239" v="139" actId="571"/>
          <ac:spMkLst>
            <pc:docMk/>
            <pc:sldMk cId="0" sldId="266"/>
            <ac:spMk id="62" creationId="{2ECF06CF-836C-C385-3FD9-B46975926A03}"/>
          </ac:spMkLst>
        </pc:spChg>
        <pc:spChg chg="add mod">
          <ac:chgData name="Mohaan Biswas" userId="c77a8266-1d41-4303-9339-eb44c05dd8a5" providerId="ADAL" clId="{1EEFAF62-2201-4664-86A3-ECB2CF6C1B28}" dt="2026-01-03T11:34:47.997" v="140" actId="571"/>
          <ac:spMkLst>
            <pc:docMk/>
            <pc:sldMk cId="0" sldId="266"/>
            <ac:spMk id="63" creationId="{B49D4DB7-0FC7-43A1-0369-9B46FB59E0DB}"/>
          </ac:spMkLst>
        </pc:spChg>
        <pc:spChg chg="add mod">
          <ac:chgData name="Mohaan Biswas" userId="c77a8266-1d41-4303-9339-eb44c05dd8a5" providerId="ADAL" clId="{1EEFAF62-2201-4664-86A3-ECB2CF6C1B28}" dt="2026-01-03T11:34:51.882" v="141" actId="571"/>
          <ac:spMkLst>
            <pc:docMk/>
            <pc:sldMk cId="0" sldId="266"/>
            <ac:spMk id="64" creationId="{FFB08AA3-53AD-B94D-5E08-CA749F37F3BA}"/>
          </ac:spMkLst>
        </pc:spChg>
      </pc:sldChg>
      <pc:sldChg chg="addSp modSp mod">
        <pc:chgData name="Mohaan Biswas" userId="c77a8266-1d41-4303-9339-eb44c05dd8a5" providerId="ADAL" clId="{1EEFAF62-2201-4664-86A3-ECB2CF6C1B28}" dt="2026-01-03T11:35:37.339" v="149" actId="571"/>
        <pc:sldMkLst>
          <pc:docMk/>
          <pc:sldMk cId="0" sldId="269"/>
        </pc:sldMkLst>
        <pc:spChg chg="add mod">
          <ac:chgData name="Mohaan Biswas" userId="c77a8266-1d41-4303-9339-eb44c05dd8a5" providerId="ADAL" clId="{1EEFAF62-2201-4664-86A3-ECB2CF6C1B28}" dt="2026-01-03T11:35:18.434" v="144" actId="14100"/>
          <ac:spMkLst>
            <pc:docMk/>
            <pc:sldMk cId="0" sldId="269"/>
            <ac:spMk id="14" creationId="{97133210-D1FC-6CE3-68F6-3AD8A27D04F2}"/>
          </ac:spMkLst>
        </pc:spChg>
        <pc:spChg chg="add mod">
          <ac:chgData name="Mohaan Biswas" userId="c77a8266-1d41-4303-9339-eb44c05dd8a5" providerId="ADAL" clId="{1EEFAF62-2201-4664-86A3-ECB2CF6C1B28}" dt="2026-01-03T11:35:27.325" v="146" actId="14100"/>
          <ac:spMkLst>
            <pc:docMk/>
            <pc:sldMk cId="0" sldId="269"/>
            <ac:spMk id="15" creationId="{6A5EA946-79C6-9105-784C-8C04B5B2E337}"/>
          </ac:spMkLst>
        </pc:spChg>
        <pc:spChg chg="add mod">
          <ac:chgData name="Mohaan Biswas" userId="c77a8266-1d41-4303-9339-eb44c05dd8a5" providerId="ADAL" clId="{1EEFAF62-2201-4664-86A3-ECB2CF6C1B28}" dt="2026-01-03T11:35:30.866" v="147" actId="571"/>
          <ac:spMkLst>
            <pc:docMk/>
            <pc:sldMk cId="0" sldId="269"/>
            <ac:spMk id="16" creationId="{F697616A-BE6F-003A-D667-0187D451038D}"/>
          </ac:spMkLst>
        </pc:spChg>
        <pc:spChg chg="add mod">
          <ac:chgData name="Mohaan Biswas" userId="c77a8266-1d41-4303-9339-eb44c05dd8a5" providerId="ADAL" clId="{1EEFAF62-2201-4664-86A3-ECB2CF6C1B28}" dt="2026-01-03T11:35:34.746" v="148" actId="571"/>
          <ac:spMkLst>
            <pc:docMk/>
            <pc:sldMk cId="0" sldId="269"/>
            <ac:spMk id="17" creationId="{59B74CE5-09ED-3257-8D11-365A2E09C05B}"/>
          </ac:spMkLst>
        </pc:spChg>
        <pc:spChg chg="add mod">
          <ac:chgData name="Mohaan Biswas" userId="c77a8266-1d41-4303-9339-eb44c05dd8a5" providerId="ADAL" clId="{1EEFAF62-2201-4664-86A3-ECB2CF6C1B28}" dt="2026-01-03T11:35:37.339" v="149" actId="571"/>
          <ac:spMkLst>
            <pc:docMk/>
            <pc:sldMk cId="0" sldId="269"/>
            <ac:spMk id="18" creationId="{E1CD8ECD-B851-547B-6389-F2E20BA86F34}"/>
          </ac:spMkLst>
        </pc:spChg>
      </pc:sldChg>
      <pc:sldChg chg="addSp modSp mod">
        <pc:chgData name="Mohaan Biswas" userId="c77a8266-1d41-4303-9339-eb44c05dd8a5" providerId="ADAL" clId="{1EEFAF62-2201-4664-86A3-ECB2CF6C1B28}" dt="2026-01-03T11:36:10.518" v="153" actId="14100"/>
        <pc:sldMkLst>
          <pc:docMk/>
          <pc:sldMk cId="0" sldId="272"/>
        </pc:sldMkLst>
        <pc:spChg chg="add mod">
          <ac:chgData name="Mohaan Biswas" userId="c77a8266-1d41-4303-9339-eb44c05dd8a5" providerId="ADAL" clId="{1EEFAF62-2201-4664-86A3-ECB2CF6C1B28}" dt="2026-01-03T11:36:10.518" v="153" actId="14100"/>
          <ac:spMkLst>
            <pc:docMk/>
            <pc:sldMk cId="0" sldId="272"/>
            <ac:spMk id="9" creationId="{147D6FA1-10CD-B5F4-0E3F-FE2C4676D189}"/>
          </ac:spMkLst>
        </pc:spChg>
      </pc:sldChg>
      <pc:sldChg chg="addSp modSp mod">
        <pc:chgData name="Mohaan Biswas" userId="c77a8266-1d41-4303-9339-eb44c05dd8a5" providerId="ADAL" clId="{1EEFAF62-2201-4664-86A3-ECB2CF6C1B28}" dt="2026-01-03T11:37:42.202" v="170" actId="14100"/>
        <pc:sldMkLst>
          <pc:docMk/>
          <pc:sldMk cId="0" sldId="273"/>
        </pc:sldMkLst>
        <pc:spChg chg="add mod">
          <ac:chgData name="Mohaan Biswas" userId="c77a8266-1d41-4303-9339-eb44c05dd8a5" providerId="ADAL" clId="{1EEFAF62-2201-4664-86A3-ECB2CF6C1B28}" dt="2026-01-03T11:36:22.017" v="156" actId="14100"/>
          <ac:spMkLst>
            <pc:docMk/>
            <pc:sldMk cId="0" sldId="273"/>
            <ac:spMk id="9" creationId="{BCF68563-D965-9883-EE1B-AEB92866817D}"/>
          </ac:spMkLst>
        </pc:spChg>
        <pc:spChg chg="add mod">
          <ac:chgData name="Mohaan Biswas" userId="c77a8266-1d41-4303-9339-eb44c05dd8a5" providerId="ADAL" clId="{1EEFAF62-2201-4664-86A3-ECB2CF6C1B28}" dt="2026-01-03T11:36:32.759" v="157" actId="571"/>
          <ac:spMkLst>
            <pc:docMk/>
            <pc:sldMk cId="0" sldId="273"/>
            <ac:spMk id="10" creationId="{34FF8808-D92C-02FF-A05F-9F48DD319BCF}"/>
          </ac:spMkLst>
        </pc:spChg>
        <pc:spChg chg="add mod">
          <ac:chgData name="Mohaan Biswas" userId="c77a8266-1d41-4303-9339-eb44c05dd8a5" providerId="ADAL" clId="{1EEFAF62-2201-4664-86A3-ECB2CF6C1B28}" dt="2026-01-03T11:36:36.611" v="158" actId="571"/>
          <ac:spMkLst>
            <pc:docMk/>
            <pc:sldMk cId="0" sldId="273"/>
            <ac:spMk id="11" creationId="{4122E1B0-41AC-7608-BBD7-A20BA7621D24}"/>
          </ac:spMkLst>
        </pc:spChg>
        <pc:spChg chg="add mod">
          <ac:chgData name="Mohaan Biswas" userId="c77a8266-1d41-4303-9339-eb44c05dd8a5" providerId="ADAL" clId="{1EEFAF62-2201-4664-86A3-ECB2CF6C1B28}" dt="2026-01-03T11:36:51.054" v="161" actId="14100"/>
          <ac:spMkLst>
            <pc:docMk/>
            <pc:sldMk cId="0" sldId="273"/>
            <ac:spMk id="12" creationId="{F251609E-DAD8-96A2-7103-A73FAD0FA04E}"/>
          </ac:spMkLst>
        </pc:spChg>
        <pc:spChg chg="add mod">
          <ac:chgData name="Mohaan Biswas" userId="c77a8266-1d41-4303-9339-eb44c05dd8a5" providerId="ADAL" clId="{1EEFAF62-2201-4664-86A3-ECB2CF6C1B28}" dt="2026-01-03T11:37:00.111" v="163" actId="14100"/>
          <ac:spMkLst>
            <pc:docMk/>
            <pc:sldMk cId="0" sldId="273"/>
            <ac:spMk id="13" creationId="{860E341E-85B5-78B3-5562-2864EFCAC6B6}"/>
          </ac:spMkLst>
        </pc:spChg>
        <pc:spChg chg="add mod">
          <ac:chgData name="Mohaan Biswas" userId="c77a8266-1d41-4303-9339-eb44c05dd8a5" providerId="ADAL" clId="{1EEFAF62-2201-4664-86A3-ECB2CF6C1B28}" dt="2026-01-03T11:36:55.250" v="162" actId="14100"/>
          <ac:spMkLst>
            <pc:docMk/>
            <pc:sldMk cId="0" sldId="273"/>
            <ac:spMk id="14" creationId="{CFB12C6F-7A9F-F46B-66DB-4F6B153036BD}"/>
          </ac:spMkLst>
        </pc:spChg>
        <pc:spChg chg="add mod">
          <ac:chgData name="Mohaan Biswas" userId="c77a8266-1d41-4303-9339-eb44c05dd8a5" providerId="ADAL" clId="{1EEFAF62-2201-4664-86A3-ECB2CF6C1B28}" dt="2026-01-03T11:37:14.543" v="165" actId="1076"/>
          <ac:spMkLst>
            <pc:docMk/>
            <pc:sldMk cId="0" sldId="273"/>
            <ac:spMk id="15" creationId="{BDDAE0E8-80E2-6AD6-EEAE-171B9FFC8BA1}"/>
          </ac:spMkLst>
        </pc:spChg>
        <pc:spChg chg="add mod">
          <ac:chgData name="Mohaan Biswas" userId="c77a8266-1d41-4303-9339-eb44c05dd8a5" providerId="ADAL" clId="{1EEFAF62-2201-4664-86A3-ECB2CF6C1B28}" dt="2026-01-03T11:37:42.202" v="170" actId="14100"/>
          <ac:spMkLst>
            <pc:docMk/>
            <pc:sldMk cId="0" sldId="273"/>
            <ac:spMk id="16" creationId="{017C3DF9-2581-FC19-33EA-A867A5E3BACC}"/>
          </ac:spMkLst>
        </pc:spChg>
        <pc:spChg chg="add mod">
          <ac:chgData name="Mohaan Biswas" userId="c77a8266-1d41-4303-9339-eb44c05dd8a5" providerId="ADAL" clId="{1EEFAF62-2201-4664-86A3-ECB2CF6C1B28}" dt="2026-01-03T11:37:22.937" v="166" actId="571"/>
          <ac:spMkLst>
            <pc:docMk/>
            <pc:sldMk cId="0" sldId="273"/>
            <ac:spMk id="17" creationId="{10BCB224-7A87-5E51-C2E3-9FC148A3B855}"/>
          </ac:spMkLst>
        </pc:spChg>
        <pc:spChg chg="add mod">
          <ac:chgData name="Mohaan Biswas" userId="c77a8266-1d41-4303-9339-eb44c05dd8a5" providerId="ADAL" clId="{1EEFAF62-2201-4664-86A3-ECB2CF6C1B28}" dt="2026-01-03T11:37:27.564" v="167" actId="571"/>
          <ac:spMkLst>
            <pc:docMk/>
            <pc:sldMk cId="0" sldId="273"/>
            <ac:spMk id="18" creationId="{F30F5773-1848-40E4-022B-F2801FFE63C0}"/>
          </ac:spMkLst>
        </pc:spChg>
        <pc:spChg chg="add mod">
          <ac:chgData name="Mohaan Biswas" userId="c77a8266-1d41-4303-9339-eb44c05dd8a5" providerId="ADAL" clId="{1EEFAF62-2201-4664-86A3-ECB2CF6C1B28}" dt="2026-01-03T11:37:42.202" v="170" actId="14100"/>
          <ac:spMkLst>
            <pc:docMk/>
            <pc:sldMk cId="0" sldId="273"/>
            <ac:spMk id="19" creationId="{F9AF4848-F7E8-6C83-9D25-054763C61207}"/>
          </ac:spMkLst>
        </pc:spChg>
        <pc:spChg chg="add mod">
          <ac:chgData name="Mohaan Biswas" userId="c77a8266-1d41-4303-9339-eb44c05dd8a5" providerId="ADAL" clId="{1EEFAF62-2201-4664-86A3-ECB2CF6C1B28}" dt="2026-01-03T11:37:27.564" v="167" actId="571"/>
          <ac:spMkLst>
            <pc:docMk/>
            <pc:sldMk cId="0" sldId="273"/>
            <ac:spMk id="20" creationId="{2FA8DAE1-9D8B-55CD-4741-D25336EFB64F}"/>
          </ac:spMkLst>
        </pc:spChg>
        <pc:spChg chg="add mod">
          <ac:chgData name="Mohaan Biswas" userId="c77a8266-1d41-4303-9339-eb44c05dd8a5" providerId="ADAL" clId="{1EEFAF62-2201-4664-86A3-ECB2CF6C1B28}" dt="2026-01-03T11:37:31.007" v="168" actId="571"/>
          <ac:spMkLst>
            <pc:docMk/>
            <pc:sldMk cId="0" sldId="273"/>
            <ac:spMk id="21" creationId="{8A5A9082-768F-9197-75D7-857A11D92CDA}"/>
          </ac:spMkLst>
        </pc:spChg>
        <pc:spChg chg="add mod">
          <ac:chgData name="Mohaan Biswas" userId="c77a8266-1d41-4303-9339-eb44c05dd8a5" providerId="ADAL" clId="{1EEFAF62-2201-4664-86A3-ECB2CF6C1B28}" dt="2026-01-03T11:37:42.202" v="170" actId="14100"/>
          <ac:spMkLst>
            <pc:docMk/>
            <pc:sldMk cId="0" sldId="273"/>
            <ac:spMk id="22" creationId="{EB9B379F-7290-8EC0-8F6B-7B2E2C2EF268}"/>
          </ac:spMkLst>
        </pc:spChg>
        <pc:spChg chg="add mod">
          <ac:chgData name="Mohaan Biswas" userId="c77a8266-1d41-4303-9339-eb44c05dd8a5" providerId="ADAL" clId="{1EEFAF62-2201-4664-86A3-ECB2CF6C1B28}" dt="2026-01-03T11:37:31.007" v="168" actId="571"/>
          <ac:spMkLst>
            <pc:docMk/>
            <pc:sldMk cId="0" sldId="273"/>
            <ac:spMk id="23" creationId="{04A1A3D3-34D6-6A1E-2616-7E869FB4E7AD}"/>
          </ac:spMkLst>
        </pc:spChg>
      </pc:sldChg>
      <pc:sldChg chg="addSp modSp mod">
        <pc:chgData name="Mohaan Biswas" userId="c77a8266-1d41-4303-9339-eb44c05dd8a5" providerId="ADAL" clId="{1EEFAF62-2201-4664-86A3-ECB2CF6C1B28}" dt="2026-01-03T11:40:36.684" v="231" actId="1035"/>
        <pc:sldMkLst>
          <pc:docMk/>
          <pc:sldMk cId="0" sldId="275"/>
        </pc:sldMkLst>
        <pc:spChg chg="add mod">
          <ac:chgData name="Mohaan Biswas" userId="c77a8266-1d41-4303-9339-eb44c05dd8a5" providerId="ADAL" clId="{1EEFAF62-2201-4664-86A3-ECB2CF6C1B28}" dt="2026-01-03T11:38:15.806" v="174" actId="14100"/>
          <ac:spMkLst>
            <pc:docMk/>
            <pc:sldMk cId="0" sldId="275"/>
            <ac:spMk id="29" creationId="{F8932685-06F4-86AE-632D-DAC2DBC7D1DA}"/>
          </ac:spMkLst>
        </pc:spChg>
        <pc:spChg chg="add mod">
          <ac:chgData name="Mohaan Biswas" userId="c77a8266-1d41-4303-9339-eb44c05dd8a5" providerId="ADAL" clId="{1EEFAF62-2201-4664-86A3-ECB2CF6C1B28}" dt="2026-01-03T11:38:29.427" v="178" actId="14100"/>
          <ac:spMkLst>
            <pc:docMk/>
            <pc:sldMk cId="0" sldId="275"/>
            <ac:spMk id="30" creationId="{1B277F16-6405-2094-72B4-7CF71AE661BB}"/>
          </ac:spMkLst>
        </pc:spChg>
        <pc:spChg chg="add mod">
          <ac:chgData name="Mohaan Biswas" userId="c77a8266-1d41-4303-9339-eb44c05dd8a5" providerId="ADAL" clId="{1EEFAF62-2201-4664-86A3-ECB2CF6C1B28}" dt="2026-01-03T11:38:33.151" v="179" actId="14100"/>
          <ac:spMkLst>
            <pc:docMk/>
            <pc:sldMk cId="0" sldId="275"/>
            <ac:spMk id="31" creationId="{AC723A37-6092-41D6-DBB7-AF7D9DA9E30C}"/>
          </ac:spMkLst>
        </pc:spChg>
        <pc:spChg chg="add mod">
          <ac:chgData name="Mohaan Biswas" userId="c77a8266-1d41-4303-9339-eb44c05dd8a5" providerId="ADAL" clId="{1EEFAF62-2201-4664-86A3-ECB2CF6C1B28}" dt="2026-01-03T11:38:44.017" v="181" actId="14100"/>
          <ac:spMkLst>
            <pc:docMk/>
            <pc:sldMk cId="0" sldId="275"/>
            <ac:spMk id="32" creationId="{33FD15EF-F0E5-E928-AF1F-41D6660E5AA8}"/>
          </ac:spMkLst>
        </pc:spChg>
        <pc:spChg chg="add mod">
          <ac:chgData name="Mohaan Biswas" userId="c77a8266-1d41-4303-9339-eb44c05dd8a5" providerId="ADAL" clId="{1EEFAF62-2201-4664-86A3-ECB2CF6C1B28}" dt="2026-01-03T11:39:01.619" v="190" actId="208"/>
          <ac:spMkLst>
            <pc:docMk/>
            <pc:sldMk cId="0" sldId="275"/>
            <ac:spMk id="33" creationId="{2EEA18C6-D93F-A070-E6BF-161BA8BEAB90}"/>
          </ac:spMkLst>
        </pc:spChg>
        <pc:spChg chg="add mod">
          <ac:chgData name="Mohaan Biswas" userId="c77a8266-1d41-4303-9339-eb44c05dd8a5" providerId="ADAL" clId="{1EEFAF62-2201-4664-86A3-ECB2CF6C1B28}" dt="2026-01-03T11:39:22.943" v="198" actId="14100"/>
          <ac:spMkLst>
            <pc:docMk/>
            <pc:sldMk cId="0" sldId="275"/>
            <ac:spMk id="34" creationId="{61D42E05-E693-D25D-7360-3240C0474A26}"/>
          </ac:spMkLst>
        </pc:spChg>
        <pc:spChg chg="add mod">
          <ac:chgData name="Mohaan Biswas" userId="c77a8266-1d41-4303-9339-eb44c05dd8a5" providerId="ADAL" clId="{1EEFAF62-2201-4664-86A3-ECB2CF6C1B28}" dt="2026-01-03T11:39:15.752" v="193" actId="571"/>
          <ac:spMkLst>
            <pc:docMk/>
            <pc:sldMk cId="0" sldId="275"/>
            <ac:spMk id="35" creationId="{5F329E6C-7FD3-9C8A-133A-155C89D22E12}"/>
          </ac:spMkLst>
        </pc:spChg>
        <pc:spChg chg="add mod">
          <ac:chgData name="Mohaan Biswas" userId="c77a8266-1d41-4303-9339-eb44c05dd8a5" providerId="ADAL" clId="{1EEFAF62-2201-4664-86A3-ECB2CF6C1B28}" dt="2026-01-03T11:39:29.612" v="200" actId="14100"/>
          <ac:spMkLst>
            <pc:docMk/>
            <pc:sldMk cId="0" sldId="275"/>
            <ac:spMk id="36" creationId="{512EC077-1043-69C5-A1B9-5CB6ED72920F}"/>
          </ac:spMkLst>
        </pc:spChg>
        <pc:spChg chg="add mod">
          <ac:chgData name="Mohaan Biswas" userId="c77a8266-1d41-4303-9339-eb44c05dd8a5" providerId="ADAL" clId="{1EEFAF62-2201-4664-86A3-ECB2CF6C1B28}" dt="2026-01-03T11:39:35.971" v="202" actId="14100"/>
          <ac:spMkLst>
            <pc:docMk/>
            <pc:sldMk cId="0" sldId="275"/>
            <ac:spMk id="37" creationId="{DF9C7B7B-4960-90A3-4376-544579BAC42E}"/>
          </ac:spMkLst>
        </pc:spChg>
        <pc:spChg chg="add mod">
          <ac:chgData name="Mohaan Biswas" userId="c77a8266-1d41-4303-9339-eb44c05dd8a5" providerId="ADAL" clId="{1EEFAF62-2201-4664-86A3-ECB2CF6C1B28}" dt="2026-01-03T11:39:44.025" v="204" actId="14100"/>
          <ac:spMkLst>
            <pc:docMk/>
            <pc:sldMk cId="0" sldId="275"/>
            <ac:spMk id="38" creationId="{63ED8E6B-4BC3-9FA6-8A9C-6C414B45FDE8}"/>
          </ac:spMkLst>
        </pc:spChg>
        <pc:spChg chg="add mod">
          <ac:chgData name="Mohaan Biswas" userId="c77a8266-1d41-4303-9339-eb44c05dd8a5" providerId="ADAL" clId="{1EEFAF62-2201-4664-86A3-ECB2CF6C1B28}" dt="2026-01-03T11:39:46.550" v="205" actId="571"/>
          <ac:spMkLst>
            <pc:docMk/>
            <pc:sldMk cId="0" sldId="275"/>
            <ac:spMk id="39" creationId="{15BC58E8-2381-F1D4-02E4-60E31F1CEF91}"/>
          </ac:spMkLst>
        </pc:spChg>
        <pc:spChg chg="add mod">
          <ac:chgData name="Mohaan Biswas" userId="c77a8266-1d41-4303-9339-eb44c05dd8a5" providerId="ADAL" clId="{1EEFAF62-2201-4664-86A3-ECB2CF6C1B28}" dt="2026-01-03T11:39:59.168" v="207" actId="14100"/>
          <ac:spMkLst>
            <pc:docMk/>
            <pc:sldMk cId="0" sldId="275"/>
            <ac:spMk id="40" creationId="{E43064C5-3BBF-97EF-A775-24A9A78316C6}"/>
          </ac:spMkLst>
        </pc:spChg>
        <pc:spChg chg="add mod">
          <ac:chgData name="Mohaan Biswas" userId="c77a8266-1d41-4303-9339-eb44c05dd8a5" providerId="ADAL" clId="{1EEFAF62-2201-4664-86A3-ECB2CF6C1B28}" dt="2026-01-03T11:40:12.211" v="209" actId="14100"/>
          <ac:spMkLst>
            <pc:docMk/>
            <pc:sldMk cId="0" sldId="275"/>
            <ac:spMk id="41" creationId="{FDCE44DA-286E-6A67-389E-63F387FB642C}"/>
          </ac:spMkLst>
        </pc:spChg>
        <pc:spChg chg="add mod">
          <ac:chgData name="Mohaan Biswas" userId="c77a8266-1d41-4303-9339-eb44c05dd8a5" providerId="ADAL" clId="{1EEFAF62-2201-4664-86A3-ECB2CF6C1B28}" dt="2026-01-03T11:40:19.385" v="211" actId="14100"/>
          <ac:spMkLst>
            <pc:docMk/>
            <pc:sldMk cId="0" sldId="275"/>
            <ac:spMk id="42" creationId="{2861CE1C-3881-DBC7-FE8C-9A5EBA4BBCBF}"/>
          </ac:spMkLst>
        </pc:spChg>
        <pc:spChg chg="add mod">
          <ac:chgData name="Mohaan Biswas" userId="c77a8266-1d41-4303-9339-eb44c05dd8a5" providerId="ADAL" clId="{1EEFAF62-2201-4664-86A3-ECB2CF6C1B28}" dt="2026-01-03T11:40:29.272" v="213" actId="14100"/>
          <ac:spMkLst>
            <pc:docMk/>
            <pc:sldMk cId="0" sldId="275"/>
            <ac:spMk id="43" creationId="{FBED279A-7AA6-99E9-1F09-39AC232C5087}"/>
          </ac:spMkLst>
        </pc:spChg>
        <pc:spChg chg="add mod">
          <ac:chgData name="Mohaan Biswas" userId="c77a8266-1d41-4303-9339-eb44c05dd8a5" providerId="ADAL" clId="{1EEFAF62-2201-4664-86A3-ECB2CF6C1B28}" dt="2026-01-03T11:40:34.501" v="228" actId="1035"/>
          <ac:spMkLst>
            <pc:docMk/>
            <pc:sldMk cId="0" sldId="275"/>
            <ac:spMk id="44" creationId="{426F4036-097A-B4E8-2B20-20E89842B4AC}"/>
          </ac:spMkLst>
        </pc:spChg>
        <pc:spChg chg="add mod">
          <ac:chgData name="Mohaan Biswas" userId="c77a8266-1d41-4303-9339-eb44c05dd8a5" providerId="ADAL" clId="{1EEFAF62-2201-4664-86A3-ECB2CF6C1B28}" dt="2026-01-03T11:40:34.501" v="228" actId="1035"/>
          <ac:spMkLst>
            <pc:docMk/>
            <pc:sldMk cId="0" sldId="275"/>
            <ac:spMk id="45" creationId="{2F0EB862-37EA-674F-39FF-8E8459881FF1}"/>
          </ac:spMkLst>
        </pc:spChg>
        <pc:spChg chg="add mod">
          <ac:chgData name="Mohaan Biswas" userId="c77a8266-1d41-4303-9339-eb44c05dd8a5" providerId="ADAL" clId="{1EEFAF62-2201-4664-86A3-ECB2CF6C1B28}" dt="2026-01-03T11:40:34.501" v="228" actId="1035"/>
          <ac:spMkLst>
            <pc:docMk/>
            <pc:sldMk cId="0" sldId="275"/>
            <ac:spMk id="46" creationId="{C1D8AFC7-32F5-5922-B198-46B0E3CDFCB1}"/>
          </ac:spMkLst>
        </pc:spChg>
        <pc:spChg chg="add mod">
          <ac:chgData name="Mohaan Biswas" userId="c77a8266-1d41-4303-9339-eb44c05dd8a5" providerId="ADAL" clId="{1EEFAF62-2201-4664-86A3-ECB2CF6C1B28}" dt="2026-01-03T11:40:36.684" v="231" actId="1035"/>
          <ac:spMkLst>
            <pc:docMk/>
            <pc:sldMk cId="0" sldId="275"/>
            <ac:spMk id="47" creationId="{1E8F0393-44AB-D72F-49DE-AE069B036A29}"/>
          </ac:spMkLst>
        </pc:spChg>
        <pc:spChg chg="add mod">
          <ac:chgData name="Mohaan Biswas" userId="c77a8266-1d41-4303-9339-eb44c05dd8a5" providerId="ADAL" clId="{1EEFAF62-2201-4664-86A3-ECB2CF6C1B28}" dt="2026-01-03T11:40:36.684" v="231" actId="1035"/>
          <ac:spMkLst>
            <pc:docMk/>
            <pc:sldMk cId="0" sldId="275"/>
            <ac:spMk id="48" creationId="{B12CE185-CDCD-E769-BA5C-E06C490A7093}"/>
          </ac:spMkLst>
        </pc:spChg>
        <pc:spChg chg="add mod">
          <ac:chgData name="Mohaan Biswas" userId="c77a8266-1d41-4303-9339-eb44c05dd8a5" providerId="ADAL" clId="{1EEFAF62-2201-4664-86A3-ECB2CF6C1B28}" dt="2026-01-03T11:40:36.684" v="231" actId="1035"/>
          <ac:spMkLst>
            <pc:docMk/>
            <pc:sldMk cId="0" sldId="275"/>
            <ac:spMk id="49" creationId="{3978BAC3-5B24-5AF5-7843-CE52C02A8876}"/>
          </ac:spMkLst>
        </pc:spChg>
      </pc:sldChg>
      <pc:sldChg chg="addSp modSp mod">
        <pc:chgData name="Mohaan Biswas" userId="c77a8266-1d41-4303-9339-eb44c05dd8a5" providerId="ADAL" clId="{1EEFAF62-2201-4664-86A3-ECB2CF6C1B28}" dt="2026-01-03T11:43:17.644" v="260" actId="14100"/>
        <pc:sldMkLst>
          <pc:docMk/>
          <pc:sldMk cId="0" sldId="276"/>
        </pc:sldMkLst>
        <pc:spChg chg="add mod">
          <ac:chgData name="Mohaan Biswas" userId="c77a8266-1d41-4303-9339-eb44c05dd8a5" providerId="ADAL" clId="{1EEFAF62-2201-4664-86A3-ECB2CF6C1B28}" dt="2026-01-03T11:40:54.261" v="234" actId="14100"/>
          <ac:spMkLst>
            <pc:docMk/>
            <pc:sldMk cId="0" sldId="276"/>
            <ac:spMk id="26" creationId="{2B5DB3F3-DC20-BECF-AD89-F1AC88060F71}"/>
          </ac:spMkLst>
        </pc:spChg>
        <pc:spChg chg="add mod">
          <ac:chgData name="Mohaan Biswas" userId="c77a8266-1d41-4303-9339-eb44c05dd8a5" providerId="ADAL" clId="{1EEFAF62-2201-4664-86A3-ECB2CF6C1B28}" dt="2026-01-03T11:41:50.544" v="238" actId="14100"/>
          <ac:spMkLst>
            <pc:docMk/>
            <pc:sldMk cId="0" sldId="276"/>
            <ac:spMk id="27" creationId="{D353B74C-72F5-EDCF-A9AC-A240286D5FE2}"/>
          </ac:spMkLst>
        </pc:spChg>
        <pc:spChg chg="add mod">
          <ac:chgData name="Mohaan Biswas" userId="c77a8266-1d41-4303-9339-eb44c05dd8a5" providerId="ADAL" clId="{1EEFAF62-2201-4664-86A3-ECB2CF6C1B28}" dt="2026-01-03T11:42:34.774" v="247" actId="1076"/>
          <ac:spMkLst>
            <pc:docMk/>
            <pc:sldMk cId="0" sldId="276"/>
            <ac:spMk id="28" creationId="{78D25264-1D0B-D08A-96F4-90E9100B33FA}"/>
          </ac:spMkLst>
        </pc:spChg>
        <pc:spChg chg="add mod">
          <ac:chgData name="Mohaan Biswas" userId="c77a8266-1d41-4303-9339-eb44c05dd8a5" providerId="ADAL" clId="{1EEFAF62-2201-4664-86A3-ECB2CF6C1B28}" dt="2026-01-03T11:42:34.774" v="247" actId="1076"/>
          <ac:spMkLst>
            <pc:docMk/>
            <pc:sldMk cId="0" sldId="276"/>
            <ac:spMk id="29" creationId="{3CDA484F-632F-EA1E-77F1-CD5CC7570901}"/>
          </ac:spMkLst>
        </pc:spChg>
        <pc:spChg chg="add mod">
          <ac:chgData name="Mohaan Biswas" userId="c77a8266-1d41-4303-9339-eb44c05dd8a5" providerId="ADAL" clId="{1EEFAF62-2201-4664-86A3-ECB2CF6C1B28}" dt="2026-01-03T11:42:45.468" v="249" actId="14100"/>
          <ac:spMkLst>
            <pc:docMk/>
            <pc:sldMk cId="0" sldId="276"/>
            <ac:spMk id="30" creationId="{46E1ACC9-E0A7-5046-F4D1-36439A0852C6}"/>
          </ac:spMkLst>
        </pc:spChg>
        <pc:spChg chg="add mod">
          <ac:chgData name="Mohaan Biswas" userId="c77a8266-1d41-4303-9339-eb44c05dd8a5" providerId="ADAL" clId="{1EEFAF62-2201-4664-86A3-ECB2CF6C1B28}" dt="2026-01-03T11:42:50.166" v="250" actId="571"/>
          <ac:spMkLst>
            <pc:docMk/>
            <pc:sldMk cId="0" sldId="276"/>
            <ac:spMk id="31" creationId="{86189FA7-FA09-0D74-A735-658FD78AF59D}"/>
          </ac:spMkLst>
        </pc:spChg>
        <pc:spChg chg="add mod">
          <ac:chgData name="Mohaan Biswas" userId="c77a8266-1d41-4303-9339-eb44c05dd8a5" providerId="ADAL" clId="{1EEFAF62-2201-4664-86A3-ECB2CF6C1B28}" dt="2026-01-03T11:42:59.135" v="253" actId="14100"/>
          <ac:spMkLst>
            <pc:docMk/>
            <pc:sldMk cId="0" sldId="276"/>
            <ac:spMk id="32" creationId="{1AAB42EA-CD0D-8ADB-50DE-D9F2F4909EA9}"/>
          </ac:spMkLst>
        </pc:spChg>
        <pc:spChg chg="add mod">
          <ac:chgData name="Mohaan Biswas" userId="c77a8266-1d41-4303-9339-eb44c05dd8a5" providerId="ADAL" clId="{1EEFAF62-2201-4664-86A3-ECB2CF6C1B28}" dt="2026-01-03T11:43:08.105" v="256" actId="14100"/>
          <ac:spMkLst>
            <pc:docMk/>
            <pc:sldMk cId="0" sldId="276"/>
            <ac:spMk id="33" creationId="{4E4E58CE-3CB9-7EBC-FB49-F45E2F161875}"/>
          </ac:spMkLst>
        </pc:spChg>
        <pc:spChg chg="add mod">
          <ac:chgData name="Mohaan Biswas" userId="c77a8266-1d41-4303-9339-eb44c05dd8a5" providerId="ADAL" clId="{1EEFAF62-2201-4664-86A3-ECB2CF6C1B28}" dt="2026-01-03T11:43:17.644" v="260" actId="14100"/>
          <ac:spMkLst>
            <pc:docMk/>
            <pc:sldMk cId="0" sldId="276"/>
            <ac:spMk id="34" creationId="{8E3B7C71-291D-027A-03C3-DE82BA62416A}"/>
          </ac:spMkLst>
        </pc:spChg>
      </pc:sldChg>
      <pc:sldChg chg="addSp modSp mod">
        <pc:chgData name="Mohaan Biswas" userId="c77a8266-1d41-4303-9339-eb44c05dd8a5" providerId="ADAL" clId="{1EEFAF62-2201-4664-86A3-ECB2CF6C1B28}" dt="2026-01-03T11:44:33.353" v="279" actId="14100"/>
        <pc:sldMkLst>
          <pc:docMk/>
          <pc:sldMk cId="0" sldId="277"/>
        </pc:sldMkLst>
        <pc:spChg chg="add mod">
          <ac:chgData name="Mohaan Biswas" userId="c77a8266-1d41-4303-9339-eb44c05dd8a5" providerId="ADAL" clId="{1EEFAF62-2201-4664-86A3-ECB2CF6C1B28}" dt="2026-01-03T11:43:29.463" v="263" actId="14100"/>
          <ac:spMkLst>
            <pc:docMk/>
            <pc:sldMk cId="0" sldId="277"/>
            <ac:spMk id="7" creationId="{8921D23E-83EB-9C19-4284-31CA56AA4CDF}"/>
          </ac:spMkLst>
        </pc:spChg>
        <pc:spChg chg="add mod">
          <ac:chgData name="Mohaan Biswas" userId="c77a8266-1d41-4303-9339-eb44c05dd8a5" providerId="ADAL" clId="{1EEFAF62-2201-4664-86A3-ECB2CF6C1B28}" dt="2026-01-03T11:43:32.033" v="264" actId="571"/>
          <ac:spMkLst>
            <pc:docMk/>
            <pc:sldMk cId="0" sldId="277"/>
            <ac:spMk id="8" creationId="{C0489A03-F375-1FD2-5047-B320869114A4}"/>
          </ac:spMkLst>
        </pc:spChg>
        <pc:spChg chg="add mod">
          <ac:chgData name="Mohaan Biswas" userId="c77a8266-1d41-4303-9339-eb44c05dd8a5" providerId="ADAL" clId="{1EEFAF62-2201-4664-86A3-ECB2CF6C1B28}" dt="2026-01-03T11:43:36.111" v="266" actId="14100"/>
          <ac:spMkLst>
            <pc:docMk/>
            <pc:sldMk cId="0" sldId="277"/>
            <ac:spMk id="9" creationId="{22953951-9D7E-65ED-E421-261CFEDF8029}"/>
          </ac:spMkLst>
        </pc:spChg>
        <pc:spChg chg="add mod">
          <ac:chgData name="Mohaan Biswas" userId="c77a8266-1d41-4303-9339-eb44c05dd8a5" providerId="ADAL" clId="{1EEFAF62-2201-4664-86A3-ECB2CF6C1B28}" dt="2026-01-03T11:43:38.112" v="267" actId="571"/>
          <ac:spMkLst>
            <pc:docMk/>
            <pc:sldMk cId="0" sldId="277"/>
            <ac:spMk id="10" creationId="{1B8DED29-207B-8FB5-B4E0-C97A502F838E}"/>
          </ac:spMkLst>
        </pc:spChg>
        <pc:spChg chg="add mod">
          <ac:chgData name="Mohaan Biswas" userId="c77a8266-1d41-4303-9339-eb44c05dd8a5" providerId="ADAL" clId="{1EEFAF62-2201-4664-86A3-ECB2CF6C1B28}" dt="2026-01-03T11:43:41.055" v="268" actId="571"/>
          <ac:spMkLst>
            <pc:docMk/>
            <pc:sldMk cId="0" sldId="277"/>
            <ac:spMk id="11" creationId="{A0C2F86B-9B65-79B0-1F85-55AA956D4148}"/>
          </ac:spMkLst>
        </pc:spChg>
        <pc:spChg chg="add mod">
          <ac:chgData name="Mohaan Biswas" userId="c77a8266-1d41-4303-9339-eb44c05dd8a5" providerId="ADAL" clId="{1EEFAF62-2201-4664-86A3-ECB2CF6C1B28}" dt="2026-01-03T11:43:55.151" v="271" actId="14100"/>
          <ac:spMkLst>
            <pc:docMk/>
            <pc:sldMk cId="0" sldId="277"/>
            <ac:spMk id="12" creationId="{498E61C0-3BA0-5D07-49F2-EFE9689B6A1B}"/>
          </ac:spMkLst>
        </pc:spChg>
        <pc:spChg chg="add mod">
          <ac:chgData name="Mohaan Biswas" userId="c77a8266-1d41-4303-9339-eb44c05dd8a5" providerId="ADAL" clId="{1EEFAF62-2201-4664-86A3-ECB2CF6C1B28}" dt="2026-01-03T11:43:51.170" v="270" actId="571"/>
          <ac:spMkLst>
            <pc:docMk/>
            <pc:sldMk cId="0" sldId="277"/>
            <ac:spMk id="13" creationId="{821A3550-4033-C44A-57FA-4E072A90C994}"/>
          </ac:spMkLst>
        </pc:spChg>
        <pc:spChg chg="add mod">
          <ac:chgData name="Mohaan Biswas" userId="c77a8266-1d41-4303-9339-eb44c05dd8a5" providerId="ADAL" clId="{1EEFAF62-2201-4664-86A3-ECB2CF6C1B28}" dt="2026-01-03T11:43:57.743" v="272" actId="571"/>
          <ac:spMkLst>
            <pc:docMk/>
            <pc:sldMk cId="0" sldId="277"/>
            <ac:spMk id="14" creationId="{A092CB18-C80E-BC48-759A-C4927FA530E3}"/>
          </ac:spMkLst>
        </pc:spChg>
        <pc:spChg chg="add mod">
          <ac:chgData name="Mohaan Biswas" userId="c77a8266-1d41-4303-9339-eb44c05dd8a5" providerId="ADAL" clId="{1EEFAF62-2201-4664-86A3-ECB2CF6C1B28}" dt="2026-01-03T11:44:02.405" v="273" actId="571"/>
          <ac:spMkLst>
            <pc:docMk/>
            <pc:sldMk cId="0" sldId="277"/>
            <ac:spMk id="15" creationId="{9A6E2AB6-8A09-A8B6-EBB7-638A667C1A6E}"/>
          </ac:spMkLst>
        </pc:spChg>
        <pc:spChg chg="add mod">
          <ac:chgData name="Mohaan Biswas" userId="c77a8266-1d41-4303-9339-eb44c05dd8a5" providerId="ADAL" clId="{1EEFAF62-2201-4664-86A3-ECB2CF6C1B28}" dt="2026-01-03T11:44:08.947" v="274" actId="571"/>
          <ac:spMkLst>
            <pc:docMk/>
            <pc:sldMk cId="0" sldId="277"/>
            <ac:spMk id="16" creationId="{F7B08A0F-4985-AA80-9FC2-421A1F97F74D}"/>
          </ac:spMkLst>
        </pc:spChg>
        <pc:spChg chg="add mod">
          <ac:chgData name="Mohaan Biswas" userId="c77a8266-1d41-4303-9339-eb44c05dd8a5" providerId="ADAL" clId="{1EEFAF62-2201-4664-86A3-ECB2CF6C1B28}" dt="2026-01-03T11:44:14.727" v="275" actId="571"/>
          <ac:spMkLst>
            <pc:docMk/>
            <pc:sldMk cId="0" sldId="277"/>
            <ac:spMk id="17" creationId="{6A7752B4-9B8A-514D-53CC-A662DF03B82B}"/>
          </ac:spMkLst>
        </pc:spChg>
        <pc:spChg chg="add mod">
          <ac:chgData name="Mohaan Biswas" userId="c77a8266-1d41-4303-9339-eb44c05dd8a5" providerId="ADAL" clId="{1EEFAF62-2201-4664-86A3-ECB2CF6C1B28}" dt="2026-01-03T11:44:23.812" v="277" actId="14100"/>
          <ac:spMkLst>
            <pc:docMk/>
            <pc:sldMk cId="0" sldId="277"/>
            <ac:spMk id="18" creationId="{265B7781-ED06-5B71-75A2-2AD064A522D9}"/>
          </ac:spMkLst>
        </pc:spChg>
        <pc:spChg chg="add mod">
          <ac:chgData name="Mohaan Biswas" userId="c77a8266-1d41-4303-9339-eb44c05dd8a5" providerId="ADAL" clId="{1EEFAF62-2201-4664-86A3-ECB2CF6C1B28}" dt="2026-01-03T11:44:33.353" v="279" actId="14100"/>
          <ac:spMkLst>
            <pc:docMk/>
            <pc:sldMk cId="0" sldId="277"/>
            <ac:spMk id="19" creationId="{465BBFC2-A092-D31B-7BF8-53C276AA50AA}"/>
          </ac:spMkLst>
        </pc:spChg>
      </pc:sldChg>
      <pc:sldChg chg="addSp delSp modSp mod">
        <pc:chgData name="Mohaan Biswas" userId="c77a8266-1d41-4303-9339-eb44c05dd8a5" providerId="ADAL" clId="{1EEFAF62-2201-4664-86A3-ECB2CF6C1B28}" dt="2026-01-03T11:47:26.491" v="349" actId="1035"/>
        <pc:sldMkLst>
          <pc:docMk/>
          <pc:sldMk cId="0" sldId="278"/>
        </pc:sldMkLst>
        <pc:spChg chg="add mod">
          <ac:chgData name="Mohaan Biswas" userId="c77a8266-1d41-4303-9339-eb44c05dd8a5" providerId="ADAL" clId="{1EEFAF62-2201-4664-86A3-ECB2CF6C1B28}" dt="2026-01-03T11:45:19.397" v="283" actId="14100"/>
          <ac:spMkLst>
            <pc:docMk/>
            <pc:sldMk cId="0" sldId="278"/>
            <ac:spMk id="29" creationId="{45AFA60A-DB7C-C8B1-F5DD-2EBF4F004EC0}"/>
          </ac:spMkLst>
        </pc:spChg>
        <pc:spChg chg="add mod">
          <ac:chgData name="Mohaan Biswas" userId="c77a8266-1d41-4303-9339-eb44c05dd8a5" providerId="ADAL" clId="{1EEFAF62-2201-4664-86A3-ECB2CF6C1B28}" dt="2026-01-03T11:45:27.424" v="285" actId="14100"/>
          <ac:spMkLst>
            <pc:docMk/>
            <pc:sldMk cId="0" sldId="278"/>
            <ac:spMk id="30" creationId="{95160967-FC84-664F-C9A1-C197F0D794B8}"/>
          </ac:spMkLst>
        </pc:spChg>
        <pc:spChg chg="add mod">
          <ac:chgData name="Mohaan Biswas" userId="c77a8266-1d41-4303-9339-eb44c05dd8a5" providerId="ADAL" clId="{1EEFAF62-2201-4664-86A3-ECB2CF6C1B28}" dt="2026-01-03T11:45:30.992" v="286" actId="571"/>
          <ac:spMkLst>
            <pc:docMk/>
            <pc:sldMk cId="0" sldId="278"/>
            <ac:spMk id="31" creationId="{C01E745A-114F-FD1B-5940-CEB765EE8D58}"/>
          </ac:spMkLst>
        </pc:spChg>
        <pc:spChg chg="add mod">
          <ac:chgData name="Mohaan Biswas" userId="c77a8266-1d41-4303-9339-eb44c05dd8a5" providerId="ADAL" clId="{1EEFAF62-2201-4664-86A3-ECB2CF6C1B28}" dt="2026-01-03T11:45:37.095" v="288" actId="14100"/>
          <ac:spMkLst>
            <pc:docMk/>
            <pc:sldMk cId="0" sldId="278"/>
            <ac:spMk id="32" creationId="{C521847A-42C5-454E-6749-3D2E09E98075}"/>
          </ac:spMkLst>
        </pc:spChg>
        <pc:spChg chg="add mod">
          <ac:chgData name="Mohaan Biswas" userId="c77a8266-1d41-4303-9339-eb44c05dd8a5" providerId="ADAL" clId="{1EEFAF62-2201-4664-86A3-ECB2CF6C1B28}" dt="2026-01-03T11:45:46.433" v="290" actId="14100"/>
          <ac:spMkLst>
            <pc:docMk/>
            <pc:sldMk cId="0" sldId="278"/>
            <ac:spMk id="33" creationId="{B9FEE925-006E-DC08-1788-A89F1ECC27F1}"/>
          </ac:spMkLst>
        </pc:spChg>
        <pc:spChg chg="add mod">
          <ac:chgData name="Mohaan Biswas" userId="c77a8266-1d41-4303-9339-eb44c05dd8a5" providerId="ADAL" clId="{1EEFAF62-2201-4664-86A3-ECB2CF6C1B28}" dt="2026-01-03T11:45:56.123" v="292" actId="14100"/>
          <ac:spMkLst>
            <pc:docMk/>
            <pc:sldMk cId="0" sldId="278"/>
            <ac:spMk id="34" creationId="{782A3C3B-5DC2-71DD-A1CE-88A8DB25AC39}"/>
          </ac:spMkLst>
        </pc:spChg>
        <pc:spChg chg="add del mod">
          <ac:chgData name="Mohaan Biswas" userId="c77a8266-1d41-4303-9339-eb44c05dd8a5" providerId="ADAL" clId="{1EEFAF62-2201-4664-86A3-ECB2CF6C1B28}" dt="2026-01-03T11:46:00.133" v="294" actId="478"/>
          <ac:spMkLst>
            <pc:docMk/>
            <pc:sldMk cId="0" sldId="278"/>
            <ac:spMk id="35" creationId="{01249B82-2324-1675-32A9-09007F7C1404}"/>
          </ac:spMkLst>
        </pc:spChg>
        <pc:spChg chg="add mod">
          <ac:chgData name="Mohaan Biswas" userId="c77a8266-1d41-4303-9339-eb44c05dd8a5" providerId="ADAL" clId="{1EEFAF62-2201-4664-86A3-ECB2CF6C1B28}" dt="2026-01-03T11:46:05.594" v="296" actId="14100"/>
          <ac:spMkLst>
            <pc:docMk/>
            <pc:sldMk cId="0" sldId="278"/>
            <ac:spMk id="36" creationId="{8DF4FAC2-BBC5-23B0-FD15-8844208D0D57}"/>
          </ac:spMkLst>
        </pc:spChg>
        <pc:spChg chg="add mod">
          <ac:chgData name="Mohaan Biswas" userId="c77a8266-1d41-4303-9339-eb44c05dd8a5" providerId="ADAL" clId="{1EEFAF62-2201-4664-86A3-ECB2CF6C1B28}" dt="2026-01-03T11:46:09.244" v="297" actId="571"/>
          <ac:spMkLst>
            <pc:docMk/>
            <pc:sldMk cId="0" sldId="278"/>
            <ac:spMk id="37" creationId="{85EB92C8-544C-B97F-1144-3422C1702215}"/>
          </ac:spMkLst>
        </pc:spChg>
        <pc:spChg chg="add mod">
          <ac:chgData name="Mohaan Biswas" userId="c77a8266-1d41-4303-9339-eb44c05dd8a5" providerId="ADAL" clId="{1EEFAF62-2201-4664-86A3-ECB2CF6C1B28}" dt="2026-01-03T11:46:15.009" v="299" actId="14100"/>
          <ac:spMkLst>
            <pc:docMk/>
            <pc:sldMk cId="0" sldId="278"/>
            <ac:spMk id="38" creationId="{92CBEC86-9B7C-DA46-1EFB-20A8BC913B32}"/>
          </ac:spMkLst>
        </pc:spChg>
        <pc:spChg chg="add mod">
          <ac:chgData name="Mohaan Biswas" userId="c77a8266-1d41-4303-9339-eb44c05dd8a5" providerId="ADAL" clId="{1EEFAF62-2201-4664-86A3-ECB2CF6C1B28}" dt="2026-01-03T11:46:18.275" v="301" actId="571"/>
          <ac:spMkLst>
            <pc:docMk/>
            <pc:sldMk cId="0" sldId="278"/>
            <ac:spMk id="39" creationId="{B91A9E49-BB5C-9563-74CB-4D754BAEDD72}"/>
          </ac:spMkLst>
        </pc:spChg>
        <pc:spChg chg="add mod">
          <ac:chgData name="Mohaan Biswas" userId="c77a8266-1d41-4303-9339-eb44c05dd8a5" providerId="ADAL" clId="{1EEFAF62-2201-4664-86A3-ECB2CF6C1B28}" dt="2026-01-03T11:46:18.275" v="301" actId="571"/>
          <ac:spMkLst>
            <pc:docMk/>
            <pc:sldMk cId="0" sldId="278"/>
            <ac:spMk id="40" creationId="{97C9E0D8-1610-B5FD-4A71-0D7E516C9B9C}"/>
          </ac:spMkLst>
        </pc:spChg>
        <pc:spChg chg="add mod">
          <ac:chgData name="Mohaan Biswas" userId="c77a8266-1d41-4303-9339-eb44c05dd8a5" providerId="ADAL" clId="{1EEFAF62-2201-4664-86A3-ECB2CF6C1B28}" dt="2026-01-03T11:46:22.222" v="302" actId="571"/>
          <ac:spMkLst>
            <pc:docMk/>
            <pc:sldMk cId="0" sldId="278"/>
            <ac:spMk id="41" creationId="{1ADD6D39-3B14-7C81-1CCA-14B71846B455}"/>
          </ac:spMkLst>
        </pc:spChg>
        <pc:spChg chg="add mod">
          <ac:chgData name="Mohaan Biswas" userId="c77a8266-1d41-4303-9339-eb44c05dd8a5" providerId="ADAL" clId="{1EEFAF62-2201-4664-86A3-ECB2CF6C1B28}" dt="2026-01-03T11:46:26.522" v="303" actId="571"/>
          <ac:spMkLst>
            <pc:docMk/>
            <pc:sldMk cId="0" sldId="278"/>
            <ac:spMk id="42" creationId="{105B71E4-60F6-5215-4C05-E554C85E8591}"/>
          </ac:spMkLst>
        </pc:spChg>
        <pc:spChg chg="add mod">
          <ac:chgData name="Mohaan Biswas" userId="c77a8266-1d41-4303-9339-eb44c05dd8a5" providerId="ADAL" clId="{1EEFAF62-2201-4664-86A3-ECB2CF6C1B28}" dt="2026-01-03T11:46:29.705" v="304" actId="571"/>
          <ac:spMkLst>
            <pc:docMk/>
            <pc:sldMk cId="0" sldId="278"/>
            <ac:spMk id="43" creationId="{C053960E-FD80-2F6A-A06C-E0CF043969F4}"/>
          </ac:spMkLst>
        </pc:spChg>
        <pc:spChg chg="add mod">
          <ac:chgData name="Mohaan Biswas" userId="c77a8266-1d41-4303-9339-eb44c05dd8a5" providerId="ADAL" clId="{1EEFAF62-2201-4664-86A3-ECB2CF6C1B28}" dt="2026-01-03T11:46:36.117" v="306" actId="14100"/>
          <ac:spMkLst>
            <pc:docMk/>
            <pc:sldMk cId="0" sldId="278"/>
            <ac:spMk id="44" creationId="{D0761F61-67FF-C281-90E0-2642A204B357}"/>
          </ac:spMkLst>
        </pc:spChg>
        <pc:spChg chg="add mod">
          <ac:chgData name="Mohaan Biswas" userId="c77a8266-1d41-4303-9339-eb44c05dd8a5" providerId="ADAL" clId="{1EEFAF62-2201-4664-86A3-ECB2CF6C1B28}" dt="2026-01-03T11:46:50.551" v="309" actId="14100"/>
          <ac:spMkLst>
            <pc:docMk/>
            <pc:sldMk cId="0" sldId="278"/>
            <ac:spMk id="45" creationId="{F75231D0-3E83-1644-D751-BEA132C088ED}"/>
          </ac:spMkLst>
        </pc:spChg>
        <pc:spChg chg="add mod">
          <ac:chgData name="Mohaan Biswas" userId="c77a8266-1d41-4303-9339-eb44c05dd8a5" providerId="ADAL" clId="{1EEFAF62-2201-4664-86A3-ECB2CF6C1B28}" dt="2026-01-03T11:46:56.396" v="311" actId="14100"/>
          <ac:spMkLst>
            <pc:docMk/>
            <pc:sldMk cId="0" sldId="278"/>
            <ac:spMk id="46" creationId="{253A20F7-D95A-CA47-76E9-7CC5C17CA1CC}"/>
          </ac:spMkLst>
        </pc:spChg>
        <pc:spChg chg="add mod">
          <ac:chgData name="Mohaan Biswas" userId="c77a8266-1d41-4303-9339-eb44c05dd8a5" providerId="ADAL" clId="{1EEFAF62-2201-4664-86A3-ECB2CF6C1B28}" dt="2026-01-03T11:47:01.347" v="313" actId="14100"/>
          <ac:spMkLst>
            <pc:docMk/>
            <pc:sldMk cId="0" sldId="278"/>
            <ac:spMk id="47" creationId="{4E237D60-E8D2-74A7-BC33-48E114F1B3B2}"/>
          </ac:spMkLst>
        </pc:spChg>
        <pc:spChg chg="add mod">
          <ac:chgData name="Mohaan Biswas" userId="c77a8266-1d41-4303-9339-eb44c05dd8a5" providerId="ADAL" clId="{1EEFAF62-2201-4664-86A3-ECB2CF6C1B28}" dt="2026-01-03T11:47:09.067" v="331" actId="1037"/>
          <ac:spMkLst>
            <pc:docMk/>
            <pc:sldMk cId="0" sldId="278"/>
            <ac:spMk id="48" creationId="{CC597546-A8B1-924B-28C1-013BB7B23FC9}"/>
          </ac:spMkLst>
        </pc:spChg>
        <pc:spChg chg="add mod">
          <ac:chgData name="Mohaan Biswas" userId="c77a8266-1d41-4303-9339-eb44c05dd8a5" providerId="ADAL" clId="{1EEFAF62-2201-4664-86A3-ECB2CF6C1B28}" dt="2026-01-03T11:47:11.244" v="332" actId="1037"/>
          <ac:spMkLst>
            <pc:docMk/>
            <pc:sldMk cId="0" sldId="278"/>
            <ac:spMk id="49" creationId="{39E4CE5C-15CC-65BD-CEC0-00BAFC2A5A2B}"/>
          </ac:spMkLst>
        </pc:spChg>
        <pc:spChg chg="add mod">
          <ac:chgData name="Mohaan Biswas" userId="c77a8266-1d41-4303-9339-eb44c05dd8a5" providerId="ADAL" clId="{1EEFAF62-2201-4664-86A3-ECB2CF6C1B28}" dt="2026-01-03T11:47:17.103" v="336" actId="1038"/>
          <ac:spMkLst>
            <pc:docMk/>
            <pc:sldMk cId="0" sldId="278"/>
            <ac:spMk id="50" creationId="{60BE1D35-66A0-2827-DB21-8B0427055F80}"/>
          </ac:spMkLst>
        </pc:spChg>
        <pc:spChg chg="add mod">
          <ac:chgData name="Mohaan Biswas" userId="c77a8266-1d41-4303-9339-eb44c05dd8a5" providerId="ADAL" clId="{1EEFAF62-2201-4664-86A3-ECB2CF6C1B28}" dt="2026-01-03T11:47:06.955" v="329" actId="1037"/>
          <ac:spMkLst>
            <pc:docMk/>
            <pc:sldMk cId="0" sldId="278"/>
            <ac:spMk id="51" creationId="{8F8521AA-90E2-4F04-B6D9-D64589F3A5C4}"/>
          </ac:spMkLst>
        </pc:spChg>
        <pc:spChg chg="add mod">
          <ac:chgData name="Mohaan Biswas" userId="c77a8266-1d41-4303-9339-eb44c05dd8a5" providerId="ADAL" clId="{1EEFAF62-2201-4664-86A3-ECB2CF6C1B28}" dt="2026-01-03T11:47:06.955" v="329" actId="1037"/>
          <ac:spMkLst>
            <pc:docMk/>
            <pc:sldMk cId="0" sldId="278"/>
            <ac:spMk id="52" creationId="{C9B3A1BA-7449-FFE6-B285-6C27FFA6964E}"/>
          </ac:spMkLst>
        </pc:spChg>
        <pc:spChg chg="add mod">
          <ac:chgData name="Mohaan Biswas" userId="c77a8266-1d41-4303-9339-eb44c05dd8a5" providerId="ADAL" clId="{1EEFAF62-2201-4664-86A3-ECB2CF6C1B28}" dt="2026-01-03T11:47:06.955" v="329" actId="1037"/>
          <ac:spMkLst>
            <pc:docMk/>
            <pc:sldMk cId="0" sldId="278"/>
            <ac:spMk id="53" creationId="{012DF150-0EA4-8F86-775D-6D973AD700C5}"/>
          </ac:spMkLst>
        </pc:spChg>
        <pc:spChg chg="add mod">
          <ac:chgData name="Mohaan Biswas" userId="c77a8266-1d41-4303-9339-eb44c05dd8a5" providerId="ADAL" clId="{1EEFAF62-2201-4664-86A3-ECB2CF6C1B28}" dt="2026-01-03T11:47:26.491" v="349" actId="1035"/>
          <ac:spMkLst>
            <pc:docMk/>
            <pc:sldMk cId="0" sldId="278"/>
            <ac:spMk id="54" creationId="{3C67B88D-D42F-9974-467A-7AB719BC0D6D}"/>
          </ac:spMkLst>
        </pc:spChg>
        <pc:spChg chg="add mod">
          <ac:chgData name="Mohaan Biswas" userId="c77a8266-1d41-4303-9339-eb44c05dd8a5" providerId="ADAL" clId="{1EEFAF62-2201-4664-86A3-ECB2CF6C1B28}" dt="2026-01-03T11:47:26.491" v="349" actId="1035"/>
          <ac:spMkLst>
            <pc:docMk/>
            <pc:sldMk cId="0" sldId="278"/>
            <ac:spMk id="55" creationId="{338B872E-881E-935B-C1CC-88FFD624E75F}"/>
          </ac:spMkLst>
        </pc:spChg>
        <pc:spChg chg="add mod">
          <ac:chgData name="Mohaan Biswas" userId="c77a8266-1d41-4303-9339-eb44c05dd8a5" providerId="ADAL" clId="{1EEFAF62-2201-4664-86A3-ECB2CF6C1B28}" dt="2026-01-03T11:47:26.491" v="349" actId="1035"/>
          <ac:spMkLst>
            <pc:docMk/>
            <pc:sldMk cId="0" sldId="278"/>
            <ac:spMk id="56" creationId="{0FE6E24A-2C32-7D65-0824-8A39C2248BFD}"/>
          </ac:spMkLst>
        </pc:spChg>
      </pc:sldChg>
      <pc:sldChg chg="addSp modSp mod">
        <pc:chgData name="Mohaan Biswas" userId="c77a8266-1d41-4303-9339-eb44c05dd8a5" providerId="ADAL" clId="{1EEFAF62-2201-4664-86A3-ECB2CF6C1B28}" dt="2026-01-03T11:48:56.251" v="376" actId="571"/>
        <pc:sldMkLst>
          <pc:docMk/>
          <pc:sldMk cId="0" sldId="279"/>
        </pc:sldMkLst>
        <pc:spChg chg="add mod">
          <ac:chgData name="Mohaan Biswas" userId="c77a8266-1d41-4303-9339-eb44c05dd8a5" providerId="ADAL" clId="{1EEFAF62-2201-4664-86A3-ECB2CF6C1B28}" dt="2026-01-03T11:47:38.448" v="352" actId="14100"/>
          <ac:spMkLst>
            <pc:docMk/>
            <pc:sldMk cId="0" sldId="279"/>
            <ac:spMk id="27" creationId="{29AC9610-C4FD-A3F2-5772-B77C2E351D04}"/>
          </ac:spMkLst>
        </pc:spChg>
        <pc:spChg chg="add mod">
          <ac:chgData name="Mohaan Biswas" userId="c77a8266-1d41-4303-9339-eb44c05dd8a5" providerId="ADAL" clId="{1EEFAF62-2201-4664-86A3-ECB2CF6C1B28}" dt="2026-01-03T11:47:48.135" v="355" actId="14100"/>
          <ac:spMkLst>
            <pc:docMk/>
            <pc:sldMk cId="0" sldId="279"/>
            <ac:spMk id="28" creationId="{2B054297-5987-B47D-69FA-6563D1510AF6}"/>
          </ac:spMkLst>
        </pc:spChg>
        <pc:spChg chg="add mod">
          <ac:chgData name="Mohaan Biswas" userId="c77a8266-1d41-4303-9339-eb44c05dd8a5" providerId="ADAL" clId="{1EEFAF62-2201-4664-86A3-ECB2CF6C1B28}" dt="2026-01-03T11:47:53.675" v="357" actId="14100"/>
          <ac:spMkLst>
            <pc:docMk/>
            <pc:sldMk cId="0" sldId="279"/>
            <ac:spMk id="29" creationId="{0B527D68-5A4E-F9D3-4119-3C3602CF964A}"/>
          </ac:spMkLst>
        </pc:spChg>
        <pc:spChg chg="add mod">
          <ac:chgData name="Mohaan Biswas" userId="c77a8266-1d41-4303-9339-eb44c05dd8a5" providerId="ADAL" clId="{1EEFAF62-2201-4664-86A3-ECB2CF6C1B28}" dt="2026-01-03T11:48:03.315" v="360" actId="14100"/>
          <ac:spMkLst>
            <pc:docMk/>
            <pc:sldMk cId="0" sldId="279"/>
            <ac:spMk id="30" creationId="{372FC7BF-E223-470D-6A19-D5924F83912B}"/>
          </ac:spMkLst>
        </pc:spChg>
        <pc:spChg chg="add mod">
          <ac:chgData name="Mohaan Biswas" userId="c77a8266-1d41-4303-9339-eb44c05dd8a5" providerId="ADAL" clId="{1EEFAF62-2201-4664-86A3-ECB2CF6C1B28}" dt="2026-01-03T11:48:07.170" v="361" actId="571"/>
          <ac:spMkLst>
            <pc:docMk/>
            <pc:sldMk cId="0" sldId="279"/>
            <ac:spMk id="31" creationId="{769B1B30-9CCA-C557-6EFB-F5997DEA091B}"/>
          </ac:spMkLst>
        </pc:spChg>
        <pc:spChg chg="add mod">
          <ac:chgData name="Mohaan Biswas" userId="c77a8266-1d41-4303-9339-eb44c05dd8a5" providerId="ADAL" clId="{1EEFAF62-2201-4664-86A3-ECB2CF6C1B28}" dt="2026-01-03T11:48:14.758" v="364" actId="1076"/>
          <ac:spMkLst>
            <pc:docMk/>
            <pc:sldMk cId="0" sldId="279"/>
            <ac:spMk id="32" creationId="{BE5F0736-4DB2-D395-5FC9-A29F94FD2C45}"/>
          </ac:spMkLst>
        </pc:spChg>
        <pc:spChg chg="add mod">
          <ac:chgData name="Mohaan Biswas" userId="c77a8266-1d41-4303-9339-eb44c05dd8a5" providerId="ADAL" clId="{1EEFAF62-2201-4664-86A3-ECB2CF6C1B28}" dt="2026-01-03T11:48:20.052" v="366" actId="14100"/>
          <ac:spMkLst>
            <pc:docMk/>
            <pc:sldMk cId="0" sldId="279"/>
            <ac:spMk id="33" creationId="{024C541B-8832-62E5-2085-EB9BF8F66631}"/>
          </ac:spMkLst>
        </pc:spChg>
        <pc:spChg chg="add mod">
          <ac:chgData name="Mohaan Biswas" userId="c77a8266-1d41-4303-9339-eb44c05dd8a5" providerId="ADAL" clId="{1EEFAF62-2201-4664-86A3-ECB2CF6C1B28}" dt="2026-01-03T11:48:25.267" v="368" actId="1076"/>
          <ac:spMkLst>
            <pc:docMk/>
            <pc:sldMk cId="0" sldId="279"/>
            <ac:spMk id="34" creationId="{C549D7D8-1D1A-B748-9A80-01FE08285825}"/>
          </ac:spMkLst>
        </pc:spChg>
        <pc:spChg chg="add mod">
          <ac:chgData name="Mohaan Biswas" userId="c77a8266-1d41-4303-9339-eb44c05dd8a5" providerId="ADAL" clId="{1EEFAF62-2201-4664-86A3-ECB2CF6C1B28}" dt="2026-01-03T11:48:25.267" v="368" actId="1076"/>
          <ac:spMkLst>
            <pc:docMk/>
            <pc:sldMk cId="0" sldId="279"/>
            <ac:spMk id="35" creationId="{D94D9E43-B18E-C603-D5DA-6A7562BE0EF1}"/>
          </ac:spMkLst>
        </pc:spChg>
        <pc:spChg chg="add mod">
          <ac:chgData name="Mohaan Biswas" userId="c77a8266-1d41-4303-9339-eb44c05dd8a5" providerId="ADAL" clId="{1EEFAF62-2201-4664-86A3-ECB2CF6C1B28}" dt="2026-01-03T11:48:32.766" v="371" actId="14100"/>
          <ac:spMkLst>
            <pc:docMk/>
            <pc:sldMk cId="0" sldId="279"/>
            <ac:spMk id="36" creationId="{7E89A2B0-2F95-EBB6-96B2-F4D7E77AA5A1}"/>
          </ac:spMkLst>
        </pc:spChg>
        <pc:spChg chg="add mod">
          <ac:chgData name="Mohaan Biswas" userId="c77a8266-1d41-4303-9339-eb44c05dd8a5" providerId="ADAL" clId="{1EEFAF62-2201-4664-86A3-ECB2CF6C1B28}" dt="2026-01-03T11:48:49.147" v="375" actId="14100"/>
          <ac:spMkLst>
            <pc:docMk/>
            <pc:sldMk cId="0" sldId="279"/>
            <ac:spMk id="37" creationId="{687059DA-3198-68BA-67CD-0A6BBA80FE6B}"/>
          </ac:spMkLst>
        </pc:spChg>
        <pc:spChg chg="add mod">
          <ac:chgData name="Mohaan Biswas" userId="c77a8266-1d41-4303-9339-eb44c05dd8a5" providerId="ADAL" clId="{1EEFAF62-2201-4664-86A3-ECB2CF6C1B28}" dt="2026-01-03T11:48:56.251" v="376" actId="571"/>
          <ac:spMkLst>
            <pc:docMk/>
            <pc:sldMk cId="0" sldId="279"/>
            <ac:spMk id="38" creationId="{EB5527F0-72E4-CF24-B062-DAC962BBDADD}"/>
          </ac:spMkLst>
        </pc:spChg>
      </pc:sldChg>
      <pc:sldChg chg="addSp modSp mod">
        <pc:chgData name="Mohaan Biswas" userId="c77a8266-1d41-4303-9339-eb44c05dd8a5" providerId="ADAL" clId="{1EEFAF62-2201-4664-86A3-ECB2CF6C1B28}" dt="2026-01-03T11:50:05.482" v="397" actId="571"/>
        <pc:sldMkLst>
          <pc:docMk/>
          <pc:sldMk cId="0" sldId="280"/>
        </pc:sldMkLst>
        <pc:spChg chg="add mod">
          <ac:chgData name="Mohaan Biswas" userId="c77a8266-1d41-4303-9339-eb44c05dd8a5" providerId="ADAL" clId="{1EEFAF62-2201-4664-86A3-ECB2CF6C1B28}" dt="2026-01-03T11:49:07.970" v="379" actId="14100"/>
          <ac:spMkLst>
            <pc:docMk/>
            <pc:sldMk cId="0" sldId="280"/>
            <ac:spMk id="14" creationId="{AB300FAC-796C-412E-AFEB-833F6E4089EC}"/>
          </ac:spMkLst>
        </pc:spChg>
        <pc:spChg chg="add mod">
          <ac:chgData name="Mohaan Biswas" userId="c77a8266-1d41-4303-9339-eb44c05dd8a5" providerId="ADAL" clId="{1EEFAF62-2201-4664-86A3-ECB2CF6C1B28}" dt="2026-01-03T11:49:09.515" v="380" actId="571"/>
          <ac:spMkLst>
            <pc:docMk/>
            <pc:sldMk cId="0" sldId="280"/>
            <ac:spMk id="15" creationId="{894F21A3-1A3B-BF8A-2964-D34EC9876100}"/>
          </ac:spMkLst>
        </pc:spChg>
        <pc:spChg chg="add mod">
          <ac:chgData name="Mohaan Biswas" userId="c77a8266-1d41-4303-9339-eb44c05dd8a5" providerId="ADAL" clId="{1EEFAF62-2201-4664-86A3-ECB2CF6C1B28}" dt="2026-01-03T11:49:14.464" v="382" actId="14100"/>
          <ac:spMkLst>
            <pc:docMk/>
            <pc:sldMk cId="0" sldId="280"/>
            <ac:spMk id="16" creationId="{3FE80825-012C-DBCA-ACA5-149F56BA2EF0}"/>
          </ac:spMkLst>
        </pc:spChg>
        <pc:spChg chg="add mod">
          <ac:chgData name="Mohaan Biswas" userId="c77a8266-1d41-4303-9339-eb44c05dd8a5" providerId="ADAL" clId="{1EEFAF62-2201-4664-86A3-ECB2CF6C1B28}" dt="2026-01-03T11:49:16.658" v="383" actId="571"/>
          <ac:spMkLst>
            <pc:docMk/>
            <pc:sldMk cId="0" sldId="280"/>
            <ac:spMk id="17" creationId="{5AD69754-E533-4BBE-FAD2-CC414CBD7E48}"/>
          </ac:spMkLst>
        </pc:spChg>
        <pc:spChg chg="add mod">
          <ac:chgData name="Mohaan Biswas" userId="c77a8266-1d41-4303-9339-eb44c05dd8a5" providerId="ADAL" clId="{1EEFAF62-2201-4664-86A3-ECB2CF6C1B28}" dt="2026-01-03T11:49:24.825" v="386" actId="14100"/>
          <ac:spMkLst>
            <pc:docMk/>
            <pc:sldMk cId="0" sldId="280"/>
            <ac:spMk id="18" creationId="{7EAC4DF9-0E36-F29B-AC4A-501D47033425}"/>
          </ac:spMkLst>
        </pc:spChg>
        <pc:spChg chg="add mod">
          <ac:chgData name="Mohaan Biswas" userId="c77a8266-1d41-4303-9339-eb44c05dd8a5" providerId="ADAL" clId="{1EEFAF62-2201-4664-86A3-ECB2CF6C1B28}" dt="2026-01-03T11:49:51.331" v="393" actId="1076"/>
          <ac:spMkLst>
            <pc:docMk/>
            <pc:sldMk cId="0" sldId="280"/>
            <ac:spMk id="19" creationId="{14D8F8D3-206D-A205-A67D-8EDDD3733BFA}"/>
          </ac:spMkLst>
        </pc:spChg>
        <pc:spChg chg="add mod">
          <ac:chgData name="Mohaan Biswas" userId="c77a8266-1d41-4303-9339-eb44c05dd8a5" providerId="ADAL" clId="{1EEFAF62-2201-4664-86A3-ECB2CF6C1B28}" dt="2026-01-03T11:49:56.158" v="394" actId="14100"/>
          <ac:spMkLst>
            <pc:docMk/>
            <pc:sldMk cId="0" sldId="280"/>
            <ac:spMk id="20" creationId="{7A96B39E-A91F-57F7-6D2C-28EE291E7AF4}"/>
          </ac:spMkLst>
        </pc:spChg>
        <pc:spChg chg="add mod">
          <ac:chgData name="Mohaan Biswas" userId="c77a8266-1d41-4303-9339-eb44c05dd8a5" providerId="ADAL" clId="{1EEFAF62-2201-4664-86A3-ECB2CF6C1B28}" dt="2026-01-03T11:50:00.682" v="395" actId="571"/>
          <ac:spMkLst>
            <pc:docMk/>
            <pc:sldMk cId="0" sldId="280"/>
            <ac:spMk id="21" creationId="{F09BD6E5-193C-EC01-46C5-90F47C746ABE}"/>
          </ac:spMkLst>
        </pc:spChg>
        <pc:spChg chg="add mod">
          <ac:chgData name="Mohaan Biswas" userId="c77a8266-1d41-4303-9339-eb44c05dd8a5" providerId="ADAL" clId="{1EEFAF62-2201-4664-86A3-ECB2CF6C1B28}" dt="2026-01-03T11:50:02.375" v="396" actId="571"/>
          <ac:spMkLst>
            <pc:docMk/>
            <pc:sldMk cId="0" sldId="280"/>
            <ac:spMk id="22" creationId="{8588D4B3-12BF-F4A3-70DA-C30CA9A44CBA}"/>
          </ac:spMkLst>
        </pc:spChg>
        <pc:spChg chg="add mod">
          <ac:chgData name="Mohaan Biswas" userId="c77a8266-1d41-4303-9339-eb44c05dd8a5" providerId="ADAL" clId="{1EEFAF62-2201-4664-86A3-ECB2CF6C1B28}" dt="2026-01-03T11:50:05.482" v="397" actId="571"/>
          <ac:spMkLst>
            <pc:docMk/>
            <pc:sldMk cId="0" sldId="280"/>
            <ac:spMk id="23" creationId="{02B24C0A-DE99-FB48-5AC9-5B68840F9C72}"/>
          </ac:spMkLst>
        </pc:spChg>
      </pc:sldChg>
      <pc:sldChg chg="addSp modSp mod">
        <pc:chgData name="Mohaan Biswas" userId="c77a8266-1d41-4303-9339-eb44c05dd8a5" providerId="ADAL" clId="{1EEFAF62-2201-4664-86A3-ECB2CF6C1B28}" dt="2026-01-03T11:51:43.159" v="418" actId="571"/>
        <pc:sldMkLst>
          <pc:docMk/>
          <pc:sldMk cId="0" sldId="281"/>
        </pc:sldMkLst>
        <pc:spChg chg="add mod">
          <ac:chgData name="Mohaan Biswas" userId="c77a8266-1d41-4303-9339-eb44c05dd8a5" providerId="ADAL" clId="{1EEFAF62-2201-4664-86A3-ECB2CF6C1B28}" dt="2026-01-03T11:50:35.471" v="402" actId="14100"/>
          <ac:spMkLst>
            <pc:docMk/>
            <pc:sldMk cId="0" sldId="281"/>
            <ac:spMk id="7" creationId="{4AE35317-253E-1605-8A5E-92CC891C4229}"/>
          </ac:spMkLst>
        </pc:spChg>
        <pc:spChg chg="add mod">
          <ac:chgData name="Mohaan Biswas" userId="c77a8266-1d41-4303-9339-eb44c05dd8a5" providerId="ADAL" clId="{1EEFAF62-2201-4664-86A3-ECB2CF6C1B28}" dt="2026-01-03T11:50:35.471" v="402" actId="14100"/>
          <ac:spMkLst>
            <pc:docMk/>
            <pc:sldMk cId="0" sldId="281"/>
            <ac:spMk id="8" creationId="{058E159E-F3F3-9FAF-299D-FB6387CB6E80}"/>
          </ac:spMkLst>
        </pc:spChg>
        <pc:spChg chg="add mod">
          <ac:chgData name="Mohaan Biswas" userId="c77a8266-1d41-4303-9339-eb44c05dd8a5" providerId="ADAL" clId="{1EEFAF62-2201-4664-86A3-ECB2CF6C1B28}" dt="2026-01-03T11:50:40.662" v="403" actId="571"/>
          <ac:spMkLst>
            <pc:docMk/>
            <pc:sldMk cId="0" sldId="281"/>
            <ac:spMk id="9" creationId="{851400AE-B016-5ADF-2659-09E4EB024817}"/>
          </ac:spMkLst>
        </pc:spChg>
        <pc:spChg chg="add mod">
          <ac:chgData name="Mohaan Biswas" userId="c77a8266-1d41-4303-9339-eb44c05dd8a5" providerId="ADAL" clId="{1EEFAF62-2201-4664-86A3-ECB2CF6C1B28}" dt="2026-01-03T11:50:44.633" v="404" actId="571"/>
          <ac:spMkLst>
            <pc:docMk/>
            <pc:sldMk cId="0" sldId="281"/>
            <ac:spMk id="10" creationId="{81882111-F75B-BF4C-D8B7-411170AA8B45}"/>
          </ac:spMkLst>
        </pc:spChg>
        <pc:spChg chg="add mod">
          <ac:chgData name="Mohaan Biswas" userId="c77a8266-1d41-4303-9339-eb44c05dd8a5" providerId="ADAL" clId="{1EEFAF62-2201-4664-86A3-ECB2CF6C1B28}" dt="2026-01-03T11:50:51.122" v="406" actId="14100"/>
          <ac:spMkLst>
            <pc:docMk/>
            <pc:sldMk cId="0" sldId="281"/>
            <ac:spMk id="11" creationId="{EEE5DB3D-0720-4923-D621-F10AA4F9A06D}"/>
          </ac:spMkLst>
        </pc:spChg>
        <pc:spChg chg="add mod">
          <ac:chgData name="Mohaan Biswas" userId="c77a8266-1d41-4303-9339-eb44c05dd8a5" providerId="ADAL" clId="{1EEFAF62-2201-4664-86A3-ECB2CF6C1B28}" dt="2026-01-03T11:50:53.525" v="408" actId="571"/>
          <ac:spMkLst>
            <pc:docMk/>
            <pc:sldMk cId="0" sldId="281"/>
            <ac:spMk id="13" creationId="{6D7A4ACC-EDB0-E31C-86CB-457A6A9A184C}"/>
          </ac:spMkLst>
        </pc:spChg>
        <pc:spChg chg="add mod">
          <ac:chgData name="Mohaan Biswas" userId="c77a8266-1d41-4303-9339-eb44c05dd8a5" providerId="ADAL" clId="{1EEFAF62-2201-4664-86A3-ECB2CF6C1B28}" dt="2026-01-03T11:50:58.412" v="409" actId="571"/>
          <ac:spMkLst>
            <pc:docMk/>
            <pc:sldMk cId="0" sldId="281"/>
            <ac:spMk id="14" creationId="{456539F5-5C4F-21C5-C825-5D2DFB9A937E}"/>
          </ac:spMkLst>
        </pc:spChg>
        <pc:spChg chg="add mod">
          <ac:chgData name="Mohaan Biswas" userId="c77a8266-1d41-4303-9339-eb44c05dd8a5" providerId="ADAL" clId="{1EEFAF62-2201-4664-86A3-ECB2CF6C1B28}" dt="2026-01-03T11:51:10.494" v="412" actId="14100"/>
          <ac:spMkLst>
            <pc:docMk/>
            <pc:sldMk cId="0" sldId="281"/>
            <ac:spMk id="15" creationId="{BA2D6B34-8E3D-F8D2-5B30-765425C6DBAA}"/>
          </ac:spMkLst>
        </pc:spChg>
        <pc:spChg chg="add mod">
          <ac:chgData name="Mohaan Biswas" userId="c77a8266-1d41-4303-9339-eb44c05dd8a5" providerId="ADAL" clId="{1EEFAF62-2201-4664-86A3-ECB2CF6C1B28}" dt="2026-01-03T11:51:10.494" v="412" actId="14100"/>
          <ac:spMkLst>
            <pc:docMk/>
            <pc:sldMk cId="0" sldId="281"/>
            <ac:spMk id="16" creationId="{B2DF89EA-5918-A1D3-718B-E60E874CCA89}"/>
          </ac:spMkLst>
        </pc:spChg>
        <pc:spChg chg="add mod">
          <ac:chgData name="Mohaan Biswas" userId="c77a8266-1d41-4303-9339-eb44c05dd8a5" providerId="ADAL" clId="{1EEFAF62-2201-4664-86A3-ECB2CF6C1B28}" dt="2026-01-03T11:51:32.556" v="414" actId="14100"/>
          <ac:spMkLst>
            <pc:docMk/>
            <pc:sldMk cId="0" sldId="281"/>
            <ac:spMk id="17" creationId="{B161B77B-5BE2-7BB2-96C9-27F755E43D06}"/>
          </ac:spMkLst>
        </pc:spChg>
        <pc:spChg chg="add mod">
          <ac:chgData name="Mohaan Biswas" userId="c77a8266-1d41-4303-9339-eb44c05dd8a5" providerId="ADAL" clId="{1EEFAF62-2201-4664-86A3-ECB2CF6C1B28}" dt="2026-01-03T11:51:36.371" v="415" actId="571"/>
          <ac:spMkLst>
            <pc:docMk/>
            <pc:sldMk cId="0" sldId="281"/>
            <ac:spMk id="18" creationId="{0FF761D0-BF48-E03F-942B-67D50EFC36FE}"/>
          </ac:spMkLst>
        </pc:spChg>
        <pc:spChg chg="add mod">
          <ac:chgData name="Mohaan Biswas" userId="c77a8266-1d41-4303-9339-eb44c05dd8a5" providerId="ADAL" clId="{1EEFAF62-2201-4664-86A3-ECB2CF6C1B28}" dt="2026-01-03T11:51:37.988" v="416" actId="571"/>
          <ac:spMkLst>
            <pc:docMk/>
            <pc:sldMk cId="0" sldId="281"/>
            <ac:spMk id="19" creationId="{2AC32C53-C147-B091-80F3-939D673B23DC}"/>
          </ac:spMkLst>
        </pc:spChg>
        <pc:spChg chg="add mod">
          <ac:chgData name="Mohaan Biswas" userId="c77a8266-1d41-4303-9339-eb44c05dd8a5" providerId="ADAL" clId="{1EEFAF62-2201-4664-86A3-ECB2CF6C1B28}" dt="2026-01-03T11:51:40.777" v="417" actId="571"/>
          <ac:spMkLst>
            <pc:docMk/>
            <pc:sldMk cId="0" sldId="281"/>
            <ac:spMk id="20" creationId="{8C849F98-D057-0C80-CF20-2659D7C052DD}"/>
          </ac:spMkLst>
        </pc:spChg>
        <pc:spChg chg="add mod">
          <ac:chgData name="Mohaan Biswas" userId="c77a8266-1d41-4303-9339-eb44c05dd8a5" providerId="ADAL" clId="{1EEFAF62-2201-4664-86A3-ECB2CF6C1B28}" dt="2026-01-03T11:51:43.159" v="418" actId="571"/>
          <ac:spMkLst>
            <pc:docMk/>
            <pc:sldMk cId="0" sldId="281"/>
            <ac:spMk id="21" creationId="{2B4E0622-622C-6999-A87F-A8CDC62E2D1B}"/>
          </ac:spMkLst>
        </pc:spChg>
        <pc:graphicFrameChg chg="add mod">
          <ac:chgData name="Mohaan Biswas" userId="c77a8266-1d41-4303-9339-eb44c05dd8a5" providerId="ADAL" clId="{1EEFAF62-2201-4664-86A3-ECB2CF6C1B28}" dt="2026-01-03T11:50:53.525" v="408" actId="571"/>
          <ac:graphicFrameMkLst>
            <pc:docMk/>
            <pc:sldMk cId="0" sldId="281"/>
            <ac:graphicFrameMk id="12" creationId="{47401445-05AE-CFB8-3348-69918950883E}"/>
          </ac:graphicFrameMkLst>
        </pc:graphicFrameChg>
      </pc:sldChg>
      <pc:sldChg chg="addSp modSp mod">
        <pc:chgData name="Mohaan Biswas" userId="c77a8266-1d41-4303-9339-eb44c05dd8a5" providerId="ADAL" clId="{1EEFAF62-2201-4664-86A3-ECB2CF6C1B28}" dt="2026-01-03T11:52:07.909" v="426" actId="571"/>
        <pc:sldMkLst>
          <pc:docMk/>
          <pc:sldMk cId="0" sldId="284"/>
        </pc:sldMkLst>
        <pc:spChg chg="add mod">
          <ac:chgData name="Mohaan Biswas" userId="c77a8266-1d41-4303-9339-eb44c05dd8a5" providerId="ADAL" clId="{1EEFAF62-2201-4664-86A3-ECB2CF6C1B28}" dt="2026-01-03T11:51:53.777" v="421" actId="14100"/>
          <ac:spMkLst>
            <pc:docMk/>
            <pc:sldMk cId="0" sldId="284"/>
            <ac:spMk id="10" creationId="{7D16E859-4C31-ECE2-CC09-B2558F827319}"/>
          </ac:spMkLst>
        </pc:spChg>
        <pc:spChg chg="add mod">
          <ac:chgData name="Mohaan Biswas" userId="c77a8266-1d41-4303-9339-eb44c05dd8a5" providerId="ADAL" clId="{1EEFAF62-2201-4664-86A3-ECB2CF6C1B28}" dt="2026-01-03T11:51:56.372" v="422" actId="571"/>
          <ac:spMkLst>
            <pc:docMk/>
            <pc:sldMk cId="0" sldId="284"/>
            <ac:spMk id="11" creationId="{48F0A638-9019-A9BC-C1E0-7D56263B9310}"/>
          </ac:spMkLst>
        </pc:spChg>
        <pc:spChg chg="add mod">
          <ac:chgData name="Mohaan Biswas" userId="c77a8266-1d41-4303-9339-eb44c05dd8a5" providerId="ADAL" clId="{1EEFAF62-2201-4664-86A3-ECB2CF6C1B28}" dt="2026-01-03T11:51:58.799" v="423" actId="571"/>
          <ac:spMkLst>
            <pc:docMk/>
            <pc:sldMk cId="0" sldId="284"/>
            <ac:spMk id="12" creationId="{680C3820-2C65-F125-9B14-6A7C800FA85A}"/>
          </ac:spMkLst>
        </pc:spChg>
        <pc:spChg chg="add mod">
          <ac:chgData name="Mohaan Biswas" userId="c77a8266-1d41-4303-9339-eb44c05dd8a5" providerId="ADAL" clId="{1EEFAF62-2201-4664-86A3-ECB2CF6C1B28}" dt="2026-01-03T11:52:02.358" v="424" actId="571"/>
          <ac:spMkLst>
            <pc:docMk/>
            <pc:sldMk cId="0" sldId="284"/>
            <ac:spMk id="13" creationId="{E85BCF0E-0093-D958-C6C7-761F7C94F541}"/>
          </ac:spMkLst>
        </pc:spChg>
        <pc:spChg chg="add mod">
          <ac:chgData name="Mohaan Biswas" userId="c77a8266-1d41-4303-9339-eb44c05dd8a5" providerId="ADAL" clId="{1EEFAF62-2201-4664-86A3-ECB2CF6C1B28}" dt="2026-01-03T11:52:05.723" v="425" actId="571"/>
          <ac:spMkLst>
            <pc:docMk/>
            <pc:sldMk cId="0" sldId="284"/>
            <ac:spMk id="14" creationId="{73EF241A-4104-4516-3827-50C4CDD0AEF8}"/>
          </ac:spMkLst>
        </pc:spChg>
        <pc:spChg chg="add mod">
          <ac:chgData name="Mohaan Biswas" userId="c77a8266-1d41-4303-9339-eb44c05dd8a5" providerId="ADAL" clId="{1EEFAF62-2201-4664-86A3-ECB2CF6C1B28}" dt="2026-01-03T11:52:07.909" v="426" actId="571"/>
          <ac:spMkLst>
            <pc:docMk/>
            <pc:sldMk cId="0" sldId="284"/>
            <ac:spMk id="15" creationId="{AAC72FFD-96BD-4A9E-DD16-590BDD36915D}"/>
          </ac:spMkLst>
        </pc:spChg>
      </pc:sldChg>
      <pc:sldChg chg="addSp modSp mod">
        <pc:chgData name="Mohaan Biswas" userId="c77a8266-1d41-4303-9339-eb44c05dd8a5" providerId="ADAL" clId="{1EEFAF62-2201-4664-86A3-ECB2CF6C1B28}" dt="2026-01-03T11:52:56.704" v="442" actId="1076"/>
        <pc:sldMkLst>
          <pc:docMk/>
          <pc:sldMk cId="0" sldId="285"/>
        </pc:sldMkLst>
        <pc:spChg chg="add mod">
          <ac:chgData name="Mohaan Biswas" userId="c77a8266-1d41-4303-9339-eb44c05dd8a5" providerId="ADAL" clId="{1EEFAF62-2201-4664-86A3-ECB2CF6C1B28}" dt="2026-01-03T11:52:17.836" v="429" actId="14100"/>
          <ac:spMkLst>
            <pc:docMk/>
            <pc:sldMk cId="0" sldId="285"/>
            <ac:spMk id="14" creationId="{98BC93A7-4346-21B5-B3EA-05F77041119B}"/>
          </ac:spMkLst>
        </pc:spChg>
        <pc:spChg chg="add mod">
          <ac:chgData name="Mohaan Biswas" userId="c77a8266-1d41-4303-9339-eb44c05dd8a5" providerId="ADAL" clId="{1EEFAF62-2201-4664-86A3-ECB2CF6C1B28}" dt="2026-01-03T11:52:28.829" v="433" actId="14100"/>
          <ac:spMkLst>
            <pc:docMk/>
            <pc:sldMk cId="0" sldId="285"/>
            <ac:spMk id="15" creationId="{89DE30A1-3A2E-340A-659F-B42448A50FDE}"/>
          </ac:spMkLst>
        </pc:spChg>
        <pc:spChg chg="add mod">
          <ac:chgData name="Mohaan Biswas" userId="c77a8266-1d41-4303-9339-eb44c05dd8a5" providerId="ADAL" clId="{1EEFAF62-2201-4664-86A3-ECB2CF6C1B28}" dt="2026-01-03T11:52:33.363" v="434" actId="571"/>
          <ac:spMkLst>
            <pc:docMk/>
            <pc:sldMk cId="0" sldId="285"/>
            <ac:spMk id="16" creationId="{20D53367-DF3C-5B9F-D951-CE193B926DAC}"/>
          </ac:spMkLst>
        </pc:spChg>
        <pc:spChg chg="add mod">
          <ac:chgData name="Mohaan Biswas" userId="c77a8266-1d41-4303-9339-eb44c05dd8a5" providerId="ADAL" clId="{1EEFAF62-2201-4664-86A3-ECB2CF6C1B28}" dt="2026-01-03T11:52:36.350" v="435" actId="571"/>
          <ac:spMkLst>
            <pc:docMk/>
            <pc:sldMk cId="0" sldId="285"/>
            <ac:spMk id="17" creationId="{3386326A-8F40-DBCE-68C2-3ADD90FE46E6}"/>
          </ac:spMkLst>
        </pc:spChg>
        <pc:spChg chg="add mod">
          <ac:chgData name="Mohaan Biswas" userId="c77a8266-1d41-4303-9339-eb44c05dd8a5" providerId="ADAL" clId="{1EEFAF62-2201-4664-86A3-ECB2CF6C1B28}" dt="2026-01-03T11:52:39.280" v="436" actId="571"/>
          <ac:spMkLst>
            <pc:docMk/>
            <pc:sldMk cId="0" sldId="285"/>
            <ac:spMk id="18" creationId="{03C5EF7F-B467-4C8B-377C-527630CDCE85}"/>
          </ac:spMkLst>
        </pc:spChg>
        <pc:spChg chg="add mod">
          <ac:chgData name="Mohaan Biswas" userId="c77a8266-1d41-4303-9339-eb44c05dd8a5" providerId="ADAL" clId="{1EEFAF62-2201-4664-86A3-ECB2CF6C1B28}" dt="2026-01-03T11:52:41.349" v="437" actId="571"/>
          <ac:spMkLst>
            <pc:docMk/>
            <pc:sldMk cId="0" sldId="285"/>
            <ac:spMk id="19" creationId="{E50D233E-DC79-72D0-077F-627BAB2EEE78}"/>
          </ac:spMkLst>
        </pc:spChg>
        <pc:spChg chg="add mod">
          <ac:chgData name="Mohaan Biswas" userId="c77a8266-1d41-4303-9339-eb44c05dd8a5" providerId="ADAL" clId="{1EEFAF62-2201-4664-86A3-ECB2CF6C1B28}" dt="2026-01-03T11:52:45.531" v="438" actId="571"/>
          <ac:spMkLst>
            <pc:docMk/>
            <pc:sldMk cId="0" sldId="285"/>
            <ac:spMk id="20" creationId="{CF6F216E-8E83-BDAB-B6D1-7562021A016B}"/>
          </ac:spMkLst>
        </pc:spChg>
        <pc:spChg chg="add mod">
          <ac:chgData name="Mohaan Biswas" userId="c77a8266-1d41-4303-9339-eb44c05dd8a5" providerId="ADAL" clId="{1EEFAF62-2201-4664-86A3-ECB2CF6C1B28}" dt="2026-01-03T11:52:51.356" v="440" actId="14100"/>
          <ac:spMkLst>
            <pc:docMk/>
            <pc:sldMk cId="0" sldId="285"/>
            <ac:spMk id="21" creationId="{5545C0D4-5DB9-22BE-4326-66502C82615C}"/>
          </ac:spMkLst>
        </pc:spChg>
        <pc:spChg chg="add mod">
          <ac:chgData name="Mohaan Biswas" userId="c77a8266-1d41-4303-9339-eb44c05dd8a5" providerId="ADAL" clId="{1EEFAF62-2201-4664-86A3-ECB2CF6C1B28}" dt="2026-01-03T11:52:56.704" v="442" actId="1076"/>
          <ac:spMkLst>
            <pc:docMk/>
            <pc:sldMk cId="0" sldId="285"/>
            <ac:spMk id="22" creationId="{858EAE67-C446-8389-B7C1-4442500BF2EC}"/>
          </ac:spMkLst>
        </pc:spChg>
      </pc:sldChg>
      <pc:sldChg chg="addSp modSp mod">
        <pc:chgData name="Mohaan Biswas" userId="c77a8266-1d41-4303-9339-eb44c05dd8a5" providerId="ADAL" clId="{1EEFAF62-2201-4664-86A3-ECB2CF6C1B28}" dt="2026-01-03T11:53:42.889" v="451" actId="14100"/>
        <pc:sldMkLst>
          <pc:docMk/>
          <pc:sldMk cId="0" sldId="286"/>
        </pc:sldMkLst>
        <pc:spChg chg="add mod">
          <ac:chgData name="Mohaan Biswas" userId="c77a8266-1d41-4303-9339-eb44c05dd8a5" providerId="ADAL" clId="{1EEFAF62-2201-4664-86A3-ECB2CF6C1B28}" dt="2026-01-03T11:53:08.283" v="445" actId="14100"/>
          <ac:spMkLst>
            <pc:docMk/>
            <pc:sldMk cId="0" sldId="286"/>
            <ac:spMk id="8" creationId="{A2CE0936-14FC-6DFF-88EB-FBB5867FB55F}"/>
          </ac:spMkLst>
        </pc:spChg>
        <pc:spChg chg="add mod">
          <ac:chgData name="Mohaan Biswas" userId="c77a8266-1d41-4303-9339-eb44c05dd8a5" providerId="ADAL" clId="{1EEFAF62-2201-4664-86A3-ECB2CF6C1B28}" dt="2026-01-03T11:53:11.165" v="446" actId="571"/>
          <ac:spMkLst>
            <pc:docMk/>
            <pc:sldMk cId="0" sldId="286"/>
            <ac:spMk id="9" creationId="{D486229E-9C3E-5167-97B3-6BD1A928EB57}"/>
          </ac:spMkLst>
        </pc:spChg>
        <pc:spChg chg="add mod">
          <ac:chgData name="Mohaan Biswas" userId="c77a8266-1d41-4303-9339-eb44c05dd8a5" providerId="ADAL" clId="{1EEFAF62-2201-4664-86A3-ECB2CF6C1B28}" dt="2026-01-03T11:53:14.655" v="447" actId="571"/>
          <ac:spMkLst>
            <pc:docMk/>
            <pc:sldMk cId="0" sldId="286"/>
            <ac:spMk id="10" creationId="{189F34F9-0ABF-4856-EF97-B2A207038FB1}"/>
          </ac:spMkLst>
        </pc:spChg>
        <pc:spChg chg="add mod">
          <ac:chgData name="Mohaan Biswas" userId="c77a8266-1d41-4303-9339-eb44c05dd8a5" providerId="ADAL" clId="{1EEFAF62-2201-4664-86A3-ECB2CF6C1B28}" dt="2026-01-03T11:53:42.889" v="451" actId="14100"/>
          <ac:spMkLst>
            <pc:docMk/>
            <pc:sldMk cId="0" sldId="286"/>
            <ac:spMk id="11" creationId="{09AB908B-8654-0DDA-1677-14FC89FA51DC}"/>
          </ac:spMkLst>
        </pc:spChg>
      </pc:sldChg>
      <pc:sldChg chg="addSp modSp mod">
        <pc:chgData name="Mohaan Biswas" userId="c77a8266-1d41-4303-9339-eb44c05dd8a5" providerId="ADAL" clId="{1EEFAF62-2201-4664-86A3-ECB2CF6C1B28}" dt="2026-01-03T11:54:05.261" v="457" actId="14100"/>
        <pc:sldMkLst>
          <pc:docMk/>
          <pc:sldMk cId="0" sldId="287"/>
        </pc:sldMkLst>
        <pc:spChg chg="add mod">
          <ac:chgData name="Mohaan Biswas" userId="c77a8266-1d41-4303-9339-eb44c05dd8a5" providerId="ADAL" clId="{1EEFAF62-2201-4664-86A3-ECB2CF6C1B28}" dt="2026-01-03T11:53:55.085" v="454" actId="14100"/>
          <ac:spMkLst>
            <pc:docMk/>
            <pc:sldMk cId="0" sldId="287"/>
            <ac:spMk id="13" creationId="{D5F77FE0-42B5-E45E-D63E-C36E7114D96C}"/>
          </ac:spMkLst>
        </pc:spChg>
        <pc:spChg chg="add mod">
          <ac:chgData name="Mohaan Biswas" userId="c77a8266-1d41-4303-9339-eb44c05dd8a5" providerId="ADAL" clId="{1EEFAF62-2201-4664-86A3-ECB2CF6C1B28}" dt="2026-01-03T11:54:05.261" v="457" actId="14100"/>
          <ac:spMkLst>
            <pc:docMk/>
            <pc:sldMk cId="0" sldId="287"/>
            <ac:spMk id="14" creationId="{3DA602F5-0943-B68C-6C84-DEFE4EFCEDA3}"/>
          </ac:spMkLst>
        </pc:spChg>
      </pc:sldChg>
      <pc:sldChg chg="addSp modSp mod">
        <pc:chgData name="Mohaan Biswas" userId="c77a8266-1d41-4303-9339-eb44c05dd8a5" providerId="ADAL" clId="{1EEFAF62-2201-4664-86A3-ECB2CF6C1B28}" dt="2026-01-03T11:54:37.562" v="464" actId="571"/>
        <pc:sldMkLst>
          <pc:docMk/>
          <pc:sldMk cId="0" sldId="288"/>
        </pc:sldMkLst>
        <pc:spChg chg="add mod">
          <ac:chgData name="Mohaan Biswas" userId="c77a8266-1d41-4303-9339-eb44c05dd8a5" providerId="ADAL" clId="{1EEFAF62-2201-4664-86A3-ECB2CF6C1B28}" dt="2026-01-03T11:54:26.356" v="462" actId="1076"/>
          <ac:spMkLst>
            <pc:docMk/>
            <pc:sldMk cId="0" sldId="288"/>
            <ac:spMk id="8" creationId="{FCAE06CF-EFBD-98EF-B990-A84643DD76DD}"/>
          </ac:spMkLst>
        </pc:spChg>
        <pc:spChg chg="add mod">
          <ac:chgData name="Mohaan Biswas" userId="c77a8266-1d41-4303-9339-eb44c05dd8a5" providerId="ADAL" clId="{1EEFAF62-2201-4664-86A3-ECB2CF6C1B28}" dt="2026-01-03T11:54:26.356" v="462" actId="1076"/>
          <ac:spMkLst>
            <pc:docMk/>
            <pc:sldMk cId="0" sldId="288"/>
            <ac:spMk id="9" creationId="{17FA50C2-A021-EDE7-0E8C-F8E6AB3FB558}"/>
          </ac:spMkLst>
        </pc:spChg>
        <pc:spChg chg="add mod">
          <ac:chgData name="Mohaan Biswas" userId="c77a8266-1d41-4303-9339-eb44c05dd8a5" providerId="ADAL" clId="{1EEFAF62-2201-4664-86A3-ECB2CF6C1B28}" dt="2026-01-03T11:54:32.218" v="463" actId="571"/>
          <ac:spMkLst>
            <pc:docMk/>
            <pc:sldMk cId="0" sldId="288"/>
            <ac:spMk id="10" creationId="{B121AB1B-0ED3-6BED-8C4B-1A54D29D0148}"/>
          </ac:spMkLst>
        </pc:spChg>
        <pc:spChg chg="add mod">
          <ac:chgData name="Mohaan Biswas" userId="c77a8266-1d41-4303-9339-eb44c05dd8a5" providerId="ADAL" clId="{1EEFAF62-2201-4664-86A3-ECB2CF6C1B28}" dt="2026-01-03T11:54:32.218" v="463" actId="571"/>
          <ac:spMkLst>
            <pc:docMk/>
            <pc:sldMk cId="0" sldId="288"/>
            <ac:spMk id="11" creationId="{6B240139-37CB-7F70-D8FA-29A453BB47E3}"/>
          </ac:spMkLst>
        </pc:spChg>
        <pc:spChg chg="add mod">
          <ac:chgData name="Mohaan Biswas" userId="c77a8266-1d41-4303-9339-eb44c05dd8a5" providerId="ADAL" clId="{1EEFAF62-2201-4664-86A3-ECB2CF6C1B28}" dt="2026-01-03T11:54:37.562" v="464" actId="571"/>
          <ac:spMkLst>
            <pc:docMk/>
            <pc:sldMk cId="0" sldId="288"/>
            <ac:spMk id="12" creationId="{B7FF79D1-D924-2118-D262-2B0717A4128E}"/>
          </ac:spMkLst>
        </pc:spChg>
        <pc:spChg chg="add mod">
          <ac:chgData name="Mohaan Biswas" userId="c77a8266-1d41-4303-9339-eb44c05dd8a5" providerId="ADAL" clId="{1EEFAF62-2201-4664-86A3-ECB2CF6C1B28}" dt="2026-01-03T11:54:37.562" v="464" actId="571"/>
          <ac:spMkLst>
            <pc:docMk/>
            <pc:sldMk cId="0" sldId="288"/>
            <ac:spMk id="13" creationId="{801E50E9-84B8-18AD-9671-78577D1DB85D}"/>
          </ac:spMkLst>
        </pc:spChg>
      </pc:sldChg>
      <pc:sldChg chg="addSp modSp mod">
        <pc:chgData name="Mohaan Biswas" userId="c77a8266-1d41-4303-9339-eb44c05dd8a5" providerId="ADAL" clId="{1EEFAF62-2201-4664-86A3-ECB2CF6C1B28}" dt="2026-01-03T11:55:06.693" v="475" actId="1076"/>
        <pc:sldMkLst>
          <pc:docMk/>
          <pc:sldMk cId="0" sldId="289"/>
        </pc:sldMkLst>
        <pc:spChg chg="add mod">
          <ac:chgData name="Mohaan Biswas" userId="c77a8266-1d41-4303-9339-eb44c05dd8a5" providerId="ADAL" clId="{1EEFAF62-2201-4664-86A3-ECB2CF6C1B28}" dt="2026-01-03T11:54:45.354" v="467" actId="14100"/>
          <ac:spMkLst>
            <pc:docMk/>
            <pc:sldMk cId="0" sldId="289"/>
            <ac:spMk id="11" creationId="{3591067E-44B3-366E-4391-DD328DE10869}"/>
          </ac:spMkLst>
        </pc:spChg>
        <pc:spChg chg="add mod">
          <ac:chgData name="Mohaan Biswas" userId="c77a8266-1d41-4303-9339-eb44c05dd8a5" providerId="ADAL" clId="{1EEFAF62-2201-4664-86A3-ECB2CF6C1B28}" dt="2026-01-03T11:54:47.719" v="468" actId="571"/>
          <ac:spMkLst>
            <pc:docMk/>
            <pc:sldMk cId="0" sldId="289"/>
            <ac:spMk id="12" creationId="{D51F6216-E696-63D1-3175-890D28385F7A}"/>
          </ac:spMkLst>
        </pc:spChg>
        <pc:spChg chg="add mod">
          <ac:chgData name="Mohaan Biswas" userId="c77a8266-1d41-4303-9339-eb44c05dd8a5" providerId="ADAL" clId="{1EEFAF62-2201-4664-86A3-ECB2CF6C1B28}" dt="2026-01-03T11:54:50.960" v="469" actId="571"/>
          <ac:spMkLst>
            <pc:docMk/>
            <pc:sldMk cId="0" sldId="289"/>
            <ac:spMk id="13" creationId="{103B0D4A-A287-71F2-73A6-8A419819FF12}"/>
          </ac:spMkLst>
        </pc:spChg>
        <pc:spChg chg="add mod">
          <ac:chgData name="Mohaan Biswas" userId="c77a8266-1d41-4303-9339-eb44c05dd8a5" providerId="ADAL" clId="{1EEFAF62-2201-4664-86A3-ECB2CF6C1B28}" dt="2026-01-03T11:54:56.017" v="471" actId="1076"/>
          <ac:spMkLst>
            <pc:docMk/>
            <pc:sldMk cId="0" sldId="289"/>
            <ac:spMk id="14" creationId="{C314471F-FE85-5998-436F-B4840751B968}"/>
          </ac:spMkLst>
        </pc:spChg>
        <pc:spChg chg="add mod">
          <ac:chgData name="Mohaan Biswas" userId="c77a8266-1d41-4303-9339-eb44c05dd8a5" providerId="ADAL" clId="{1EEFAF62-2201-4664-86A3-ECB2CF6C1B28}" dt="2026-01-03T11:55:02.824" v="473" actId="1076"/>
          <ac:spMkLst>
            <pc:docMk/>
            <pc:sldMk cId="0" sldId="289"/>
            <ac:spMk id="15" creationId="{1B7F3090-DB46-547D-85DD-BEC81D238A3E}"/>
          </ac:spMkLst>
        </pc:spChg>
        <pc:spChg chg="add mod">
          <ac:chgData name="Mohaan Biswas" userId="c77a8266-1d41-4303-9339-eb44c05dd8a5" providerId="ADAL" clId="{1EEFAF62-2201-4664-86A3-ECB2CF6C1B28}" dt="2026-01-03T11:55:06.693" v="475" actId="1076"/>
          <ac:spMkLst>
            <pc:docMk/>
            <pc:sldMk cId="0" sldId="289"/>
            <ac:spMk id="16" creationId="{B5CF2309-2667-7BF4-9543-AA4688DC2D45}"/>
          </ac:spMkLst>
        </pc:spChg>
      </pc:sldChg>
      <pc:sldChg chg="addSp modSp mod">
        <pc:chgData name="Mohaan Biswas" userId="c77a8266-1d41-4303-9339-eb44c05dd8a5" providerId="ADAL" clId="{1EEFAF62-2201-4664-86A3-ECB2CF6C1B28}" dt="2026-01-03T11:56:43.134" v="500" actId="14100"/>
        <pc:sldMkLst>
          <pc:docMk/>
          <pc:sldMk cId="0" sldId="290"/>
        </pc:sldMkLst>
        <pc:spChg chg="add mod">
          <ac:chgData name="Mohaan Biswas" userId="c77a8266-1d41-4303-9339-eb44c05dd8a5" providerId="ADAL" clId="{1EEFAF62-2201-4664-86A3-ECB2CF6C1B28}" dt="2026-01-03T11:55:46.401" v="478" actId="14100"/>
          <ac:spMkLst>
            <pc:docMk/>
            <pc:sldMk cId="0" sldId="290"/>
            <ac:spMk id="8" creationId="{1F4F1159-DB6D-FCF9-5569-FA6F862806B5}"/>
          </ac:spMkLst>
        </pc:spChg>
        <pc:spChg chg="add mod">
          <ac:chgData name="Mohaan Biswas" userId="c77a8266-1d41-4303-9339-eb44c05dd8a5" providerId="ADAL" clId="{1EEFAF62-2201-4664-86A3-ECB2CF6C1B28}" dt="2026-01-03T11:55:48.320" v="479" actId="571"/>
          <ac:spMkLst>
            <pc:docMk/>
            <pc:sldMk cId="0" sldId="290"/>
            <ac:spMk id="9" creationId="{A49CA354-1C9F-63B8-D581-19D58700D487}"/>
          </ac:spMkLst>
        </pc:spChg>
        <pc:spChg chg="add mod">
          <ac:chgData name="Mohaan Biswas" userId="c77a8266-1d41-4303-9339-eb44c05dd8a5" providerId="ADAL" clId="{1EEFAF62-2201-4664-86A3-ECB2CF6C1B28}" dt="2026-01-03T11:55:50.303" v="480" actId="571"/>
          <ac:spMkLst>
            <pc:docMk/>
            <pc:sldMk cId="0" sldId="290"/>
            <ac:spMk id="10" creationId="{1D8579FC-C7A4-2C5B-94F1-717247AB57D1}"/>
          </ac:spMkLst>
        </pc:spChg>
        <pc:spChg chg="add mod">
          <ac:chgData name="Mohaan Biswas" userId="c77a8266-1d41-4303-9339-eb44c05dd8a5" providerId="ADAL" clId="{1EEFAF62-2201-4664-86A3-ECB2CF6C1B28}" dt="2026-01-03T11:55:52.219" v="481" actId="571"/>
          <ac:spMkLst>
            <pc:docMk/>
            <pc:sldMk cId="0" sldId="290"/>
            <ac:spMk id="11" creationId="{4E8FB59B-8B07-7E3A-E72E-DCD95EB1E5E4}"/>
          </ac:spMkLst>
        </pc:spChg>
        <pc:spChg chg="add mod">
          <ac:chgData name="Mohaan Biswas" userId="c77a8266-1d41-4303-9339-eb44c05dd8a5" providerId="ADAL" clId="{1EEFAF62-2201-4664-86A3-ECB2CF6C1B28}" dt="2026-01-03T11:56:00.161" v="484" actId="14100"/>
          <ac:spMkLst>
            <pc:docMk/>
            <pc:sldMk cId="0" sldId="290"/>
            <ac:spMk id="12" creationId="{938232C4-FB3B-CBEC-E341-EF732F3A4946}"/>
          </ac:spMkLst>
        </pc:spChg>
        <pc:spChg chg="add mod">
          <ac:chgData name="Mohaan Biswas" userId="c77a8266-1d41-4303-9339-eb44c05dd8a5" providerId="ADAL" clId="{1EEFAF62-2201-4664-86A3-ECB2CF6C1B28}" dt="2026-01-03T11:56:07.083" v="487" actId="14100"/>
          <ac:spMkLst>
            <pc:docMk/>
            <pc:sldMk cId="0" sldId="290"/>
            <ac:spMk id="13" creationId="{FF78BF12-EB4A-49C3-BFD6-341D9AAF2717}"/>
          </ac:spMkLst>
        </pc:spChg>
        <pc:spChg chg="add mod">
          <ac:chgData name="Mohaan Biswas" userId="c77a8266-1d41-4303-9339-eb44c05dd8a5" providerId="ADAL" clId="{1EEFAF62-2201-4664-86A3-ECB2CF6C1B28}" dt="2026-01-03T11:56:14.807" v="490" actId="14100"/>
          <ac:spMkLst>
            <pc:docMk/>
            <pc:sldMk cId="0" sldId="290"/>
            <ac:spMk id="14" creationId="{38626F5E-9E3F-CF62-52B3-28B7A1BE496A}"/>
          </ac:spMkLst>
        </pc:spChg>
        <pc:spChg chg="add mod">
          <ac:chgData name="Mohaan Biswas" userId="c77a8266-1d41-4303-9339-eb44c05dd8a5" providerId="ADAL" clId="{1EEFAF62-2201-4664-86A3-ECB2CF6C1B28}" dt="2026-01-03T11:56:21.398" v="493" actId="14100"/>
          <ac:spMkLst>
            <pc:docMk/>
            <pc:sldMk cId="0" sldId="290"/>
            <ac:spMk id="15" creationId="{5C26FF2C-6FEE-60B7-56D9-B07A42044DFD}"/>
          </ac:spMkLst>
        </pc:spChg>
        <pc:spChg chg="add mod">
          <ac:chgData name="Mohaan Biswas" userId="c77a8266-1d41-4303-9339-eb44c05dd8a5" providerId="ADAL" clId="{1EEFAF62-2201-4664-86A3-ECB2CF6C1B28}" dt="2026-01-03T11:56:30.169" v="496" actId="14100"/>
          <ac:spMkLst>
            <pc:docMk/>
            <pc:sldMk cId="0" sldId="290"/>
            <ac:spMk id="16" creationId="{626AAC8B-81F7-0489-9260-F67B9CB509CE}"/>
          </ac:spMkLst>
        </pc:spChg>
        <pc:spChg chg="add mod">
          <ac:chgData name="Mohaan Biswas" userId="c77a8266-1d41-4303-9339-eb44c05dd8a5" providerId="ADAL" clId="{1EEFAF62-2201-4664-86A3-ECB2CF6C1B28}" dt="2026-01-03T11:56:33.083" v="497" actId="571"/>
          <ac:spMkLst>
            <pc:docMk/>
            <pc:sldMk cId="0" sldId="290"/>
            <ac:spMk id="17" creationId="{99B4F6D9-3D8E-3FBA-F0F5-E6A834A42AB3}"/>
          </ac:spMkLst>
        </pc:spChg>
        <pc:spChg chg="add mod">
          <ac:chgData name="Mohaan Biswas" userId="c77a8266-1d41-4303-9339-eb44c05dd8a5" providerId="ADAL" clId="{1EEFAF62-2201-4664-86A3-ECB2CF6C1B28}" dt="2026-01-03T11:56:34.355" v="498" actId="571"/>
          <ac:spMkLst>
            <pc:docMk/>
            <pc:sldMk cId="0" sldId="290"/>
            <ac:spMk id="18" creationId="{FE9901EE-9EC8-FC62-49A2-26174A46AE75}"/>
          </ac:spMkLst>
        </pc:spChg>
        <pc:spChg chg="add mod">
          <ac:chgData name="Mohaan Biswas" userId="c77a8266-1d41-4303-9339-eb44c05dd8a5" providerId="ADAL" clId="{1EEFAF62-2201-4664-86A3-ECB2CF6C1B28}" dt="2026-01-03T11:56:43.134" v="500" actId="14100"/>
          <ac:spMkLst>
            <pc:docMk/>
            <pc:sldMk cId="0" sldId="290"/>
            <ac:spMk id="19" creationId="{6B0D2695-FDDA-A2CB-CDB2-0141715453C7}"/>
          </ac:spMkLst>
        </pc:spChg>
        <pc:spChg chg="add mod">
          <ac:chgData name="Mohaan Biswas" userId="c77a8266-1d41-4303-9339-eb44c05dd8a5" providerId="ADAL" clId="{1EEFAF62-2201-4664-86A3-ECB2CF6C1B28}" dt="2026-01-03T11:56:43.134" v="500" actId="14100"/>
          <ac:spMkLst>
            <pc:docMk/>
            <pc:sldMk cId="0" sldId="290"/>
            <ac:spMk id="20" creationId="{32BD3C6D-329F-95A3-ABC7-5D1FCCFCD608}"/>
          </ac:spMkLst>
        </pc:spChg>
        <pc:spChg chg="add mod">
          <ac:chgData name="Mohaan Biswas" userId="c77a8266-1d41-4303-9339-eb44c05dd8a5" providerId="ADAL" clId="{1EEFAF62-2201-4664-86A3-ECB2CF6C1B28}" dt="2026-01-03T11:56:43.134" v="500" actId="14100"/>
          <ac:spMkLst>
            <pc:docMk/>
            <pc:sldMk cId="0" sldId="290"/>
            <ac:spMk id="21" creationId="{E2D8ACA2-4A1B-C204-49E6-C625BD60FCA8}"/>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5T09:53:07.573"/>
    </inkml:context>
    <inkml:brush xml:id="br0">
      <inkml:brushProperty name="width" value="0.1" units="cm"/>
      <inkml:brushProperty name="height" value="0.1" units="cm"/>
      <inkml:brushProperty name="color" value="#008C3A"/>
    </inkml:brush>
  </inkml:definitions>
  <inkml:trace contextRef="#ctx0" brushRef="#br0">0 230 9830,'3'1'72,"0"0"0,0 0 0,0 1 0,-1-1-1,1 1 1,0-1 0,-1 1 0,1 0 0,-1 0 0,1 0 0,-1 0 0,0 1-1,0-1 1,0 0 0,0 1 0,0 0 0,-1-1 0,3 6 0,7 7 219,-3-4-125,-2-3 2,1 1 0,0-1 0,0 0 0,1-1 1,14 12-1,-20-18-149,-1 0-1,1 0 1,0-1 0,0 1 0,-1 0 0,1-1-1,0 1 1,0-1 0,-1 1 0,1-1-1,0 0 1,0 0 0,0 0 0,0 0 0,0 0-1,-1 0 1,1 0 0,0-1 0,0 1-1,0-1 1,-1 1 0,1-1 0,0 0 0,0 1-1,-1-1 1,1 0 0,-1 0 0,1 0 0,-1-1-1,1 1 1,-1 0 0,0-1 0,1 1-1,-1 0 1,0-1 0,0 1 0,0-1 0,0 0-1,0 1 1,0-4 0,3-2-46,-1-1 1,1 0-1,-2 1 0,1-2 1,-1 1-1,1-12 0,-2 12 28,1-1-1,0 1 0,1-1 0,5-12 0,-7 18 35,1 0-1,0 0 0,0 0 1,0 0-1,1 1 0,-1-1 1,1 1-1,-1-1 0,1 1 1,0 0-1,0 0 1,0 0-1,0 0 0,0 1 1,5-3-1,13-4 204,-15 7-216,0-1 1,0 0-1,0-1 0,0 1 1,0-1-1,-1 0 0,1-1 1,-1 1-1,0-1 0,0 0 1,0 0-1,-1-1 0,0 1 1,7-10-1,-3 3 83,1 1 0,0 0 0,1 0-1,-1 1 1,2 1 0,10-8 0,-4 3 76,0 2-15,-1 2-133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5T09:53:13.229"/>
    </inkml:context>
    <inkml:brush xml:id="br0">
      <inkml:brushProperty name="width" value="0.1" units="cm"/>
      <inkml:brushProperty name="height" value="0.1" units="cm"/>
      <inkml:brushProperty name="color" value="#008C3A"/>
    </inkml:brush>
  </inkml:definitions>
  <inkml:trace contextRef="#ctx0" brushRef="#br0">1 66 9830,'0'35'614,"1"0"1,2 0-1,11 49 1,-11-64-411,-2-13-111,0-1 0,0 1 0,0-1 0,1 0 0,0 1 1,4 6-1,-6-12-72,1 0 0,0 0 1,0 0-1,-1 0 1,1 0-1,0 0 0,0-1 1,0 1-1,0 0 0,0-1 1,0 1-1,0 0 0,0-1 1,0 1-1,1-1 1,-1 0-1,0 1 0,0-1 1,0 0-1,0 1 0,1-1 1,-1 0-1,0 0 1,0 0-1,1 0 0,-1-1 1,0 1-1,0 0 0,0 0 1,1-1-1,-1 1 0,0 0 1,0-1-1,0 0 1,0 1-1,0-1 0,0 1 1,2-3-1,11-7 27,0 0 0,-1-1 0,0-1 0,-1 0 1,19-26-1,2 0 150,-22 26-117,1-1 0,0 1 1,0 1-1,2 0 0,-1 1 0,1 1 1,0 0-1,1 0 0,17-6 0,117-43 1180,-99 37-887,-32 9-342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5T09:53:18.827"/>
    </inkml:context>
    <inkml:brush xml:id="br0">
      <inkml:brushProperty name="width" value="0.1" units="cm"/>
      <inkml:brushProperty name="height" value="0.1" units="cm"/>
      <inkml:brushProperty name="color" value="#008C3A"/>
    </inkml:brush>
  </inkml:definitions>
  <inkml:trace contextRef="#ctx0" brushRef="#br0">1 116 9830,'-1'30'455,"2"1"0,1-1 0,2 1 0,1-1 1,8 30-1,-12-57-420,0-1 0,0 1 0,-1 0-1,2-1 1,-1 1 0,0-1 0,0 1 0,1-1 0,-1 1 0,1-1 0,0 0 0,0 0 0,0 0 0,0 0 0,0 0 0,0 0 0,0-1 0,4 2 0,-4-2 7,1 0 1,-1 0-1,1-1 1,-1 0-1,1 1 0,-1-1 1,1 0-1,-1 0 1,1 0-1,-1-1 1,1 1-1,-1 0 1,1-1-1,-1 0 1,1 0-1,2-1 1,5-3 99,-1 0 0,-1-1 0,1 1-1,-1-2 1,0 1 0,0-1 0,0-1 0,8-11 0,-10 12-94,-1 1 0,1 0 0,0 0-1,1 1 1,-1 0 0,1 0-1,0 0 1,0 1 0,1 0 0,-1 1-1,1-1 1,0 2 0,0-1 0,0 1-1,0 0 1,0 0 0,9 0-1,-11 1 3,0 0-1,0-1 1,-1 0-1,1 0 1,-1-1-1,1 0 0,-1 0 1,0 0-1,0 0 1,9-9-1,2-3 178,23-31 1,-29 33-31,1 0 0,0 1 0,25-21 0,-19 22-38,0 1-1,0 1 1,1 1-1,28-10 0,-25 12-131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5T09:56:41.662"/>
    </inkml:context>
    <inkml:brush xml:id="br0">
      <inkml:brushProperty name="width" value="0.1" units="cm"/>
      <inkml:brushProperty name="height" value="0.1" units="cm"/>
      <inkml:brushProperty name="color" value="#008C3A"/>
    </inkml:brush>
  </inkml:definitions>
  <inkml:trace contextRef="#ctx0" brushRef="#br0">1 5 9830,'0'11'269,"0"16"235,1-1 0,4 30 1,-4-49-418,1 0 0,-1-1 0,1 1 1,1 0-1,-1-1 0,1 0 1,0 1-1,0-1 0,1 0 1,-1 0-1,2-1 0,-1 1 0,7 6 1,-6-9-20,-1 0-1,1 0 1,0 0 0,0 0 0,0-1-1,1 0 1,-1 0 0,1-1 0,-1 1-1,1-1 1,-1 0 0,1-1 0,0 1-1,0-1 1,-1 0 0,1 0 0,0-1-1,-1 0 1,1 0 0,-1 0 0,8-3-1,10-4 340,0-1-1,0-1 1,32-19-1,-52 28-370,11-8 170,1 1 0,0 0 1,1 1-1,0 1 0,0 0 0,29-6 0,-37 11-138,0 0 0,-1-1 0,1 0 0,-1-1 0,0 1 0,0-1-1,0-1 1,0 1 0,0-1 0,-1-1 0,1 1 0,-1-1 0,0 0 0,-1 0 0,10-11 0,-8 10-7,0 0 0,0 0 0,0 1 0,1 1 0,0-1 0,0 1 0,0 0 0,1 1 0,-1 0 0,1 0 0,0 1-1,17-2 1,8 1 108,0 1 0,39 4 0,-38-1-8,-9 0-139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5T09:57:01.818"/>
    </inkml:context>
    <inkml:brush xml:id="br0">
      <inkml:brushProperty name="width" value="0.1" units="cm"/>
      <inkml:brushProperty name="height" value="0.1" units="cm"/>
      <inkml:brushProperty name="color" value="#008C3A"/>
    </inkml:brush>
  </inkml:definitions>
  <inkml:trace contextRef="#ctx0" brushRef="#br0">0 126 9830,'1'7'184,"0"0"0,0-1-1,1 1 1,-1-1 0,5 10-1,5 21 193,-6-8 118,10 34-1,-12-52-345,1 0 0,0-1 1,1 1-1,0-1 0,1 0 1,8 12-1,-13-20-111,1 0 0,-1-1 0,1 1-1,0 0 1,-1 0 0,1-1 0,0 1 0,0-1 0,0 1-1,1-1 1,-1 0 0,0 0 0,0 0 0,4 1 0,-4-2-17,-1 0-1,1 0 1,0 0 0,-1 0 0,1 0 0,0 0 0,-1 0 0,1-1-1,0 1 1,-1-1 0,1 1 0,-1-1 0,1 0 0,-1 1 0,1-1-1,1-2 1,5-3 17,-1-1 0,0-1-1,-1 1 1,0-1 0,0 0 0,5-9-1,14-19 5,-18 29-34,1 0 0,1 1 1,-1 0-1,1 0 0,10-5 0,-8 5 36,0 0 0,-1-1 0,10-8 0,-6 4 147,1 1 0,0 0 1,0 1-1,30-12 0,-25 11 122,-1 0 1,32-21-1,92-61 1099,-127 79-1251,-3 0-128</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5T09:57:05.886"/>
    </inkml:context>
    <inkml:brush xml:id="br0">
      <inkml:brushProperty name="width" value="0.1" units="cm"/>
      <inkml:brushProperty name="height" value="0.1" units="cm"/>
      <inkml:brushProperty name="color" value="#008C3A"/>
    </inkml:brush>
  </inkml:definitions>
  <inkml:trace contextRef="#ctx0" brushRef="#br0">1 238 9830,'0'16'255,"1"0"1,0 0-1,1 0 0,1 0 1,0 0-1,1-1 0,1 0 0,10 23 1,-9-22-7,0 1 0,3 19 0,-7-24-83,1 0 0,0 0 1,1-1-1,1 0 0,-1 0 1,9 13-1,-13-23-143,1 0 0,0 0 0,0 0 0,0 0 0,1 0 0,-1-1 0,0 1-1,0 0 1,0 0 0,1-1 0,-1 1 0,0-1 0,1 1 0,-1-1 0,0 0 0,1 1 0,-1-1 0,1 0 0,-1 0-1,0 0 1,1 0 0,-1 0 0,1 0 0,-1-1 0,0 1 0,1 0 0,-1-1 0,1 1 0,-1-1 0,0 1 0,0-1-1,1 0 1,-1 1 0,0-1 0,0 0 0,0 0 0,0 0 0,2-1 0,3-4-14,1 1 0,-1-1 0,0 0 0,0-1 0,5-7 0,-7 7-46,0-1 0,0 0 1,0-1-1,-1 1 0,-1-1 0,4-12 0,-4 10-16,1 0-1,0 0 0,8-14 0,6-14-84,-14 30 137,1 0-1,0 0 0,1 0 1,0 0-1,0 1 1,7-10-1,6-2 255,-15 15-200,0 1 1,0 0 0,1 0-1,-1 0 1,1 1 0,0-1-1,0 1 1,0 0 0,1 0-1,-1 0 1,1 1 0,0-1-1,5-1 1,23-5 239,-16 5-105,-1 0 0,0-1-1,1-1 1,-2 0-1,1-1 1,25-17 0,-37 21-194,-1-1 1,0 0 0,1 0-1,-1 0 1,-1 0-1,1-1 1,-1 1 0,1-1-1,-1 0 1,0 0-1,-1 1 1,1-1 0,0-6-1,0 3-15,0 1 1,0 0-1,1 0 0,4-9 0,-5 13 44,0 1 0,0-1 0,0 1-1,0 0 1,0 0 0,0-1-1,0 1 1,1 1 0,-1-1-1,1 0 1,-1 1 0,1-1-1,0 1 1,5-2 0,12-3 3</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5T09:57:13.596"/>
    </inkml:context>
    <inkml:brush xml:id="br0">
      <inkml:brushProperty name="width" value="0.1" units="cm"/>
      <inkml:brushProperty name="height" value="0.1" units="cm"/>
      <inkml:brushProperty name="color" value="#008C3A"/>
    </inkml:brush>
  </inkml:definitions>
  <inkml:trace contextRef="#ctx0" brushRef="#br0">2 19 9830,'-2'85'1375,"4"97"254,-2-180-1597,1 1 0,-1-1 0,0 1 0,1-1 0,-1 0 0,1 1 0,0-1 0,0 0 0,0 1 0,0-1 0,0 0 0,0 0 0,1 0 0,-1 0 0,1 0 0,-1 0 0,1 0 0,0 0 0,0-1 0,0 1 0,0-1 0,0 1 0,2 0 0,-1-1 10,-1 0-1,1-1 1,0 1-1,-1-1 1,1 1-1,0-1 0,-1 0 1,1 0-1,0 0 1,-1-1-1,1 1 0,0-1 1,-1 1-1,1-1 1,0 0-1,-1 0 0,1 0 1,-1 0-1,0-1 1,5-2-1,120-68 1711,-107 62-1392,1 0 0,27-7 1,-26 9-39,40-19 0,-56 24-300,130-65 760,-118 61-661,0 0 1,1 2 0,-1 0 0,1 1 0,37-3 0,-48 6-61,1 0 0,-1-1 0,1 0 0,-1 0 0,0-1 0,0 0 0,0 0 0,0-1 0,0 0-1,-1-1 1,0 1 0,14-12 0,1 0 93,-7 6-131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5T09:57:16.905"/>
    </inkml:context>
    <inkml:brush xml:id="br0">
      <inkml:brushProperty name="width" value="0.1" units="cm"/>
      <inkml:brushProperty name="height" value="0.1" units="cm"/>
      <inkml:brushProperty name="color" value="#008C3A"/>
    </inkml:brush>
  </inkml:definitions>
  <inkml:trace contextRef="#ctx0" brushRef="#br0">2 1 9830,'-2'95'1470,"5"106"337,-3-198-1775,0-1 0,0 0 0,0 1 0,1-1 0,-1 0 0,1 0 0,0 1 1,-1-1-1,1 0 0,0 0 0,0 0 0,0 0 0,1 0 0,-1 0 0,0 0 0,1-1 0,-1 1 0,1 0 1,0-1-1,-1 1 0,1-1 0,0 0 0,0 1 0,0-1 0,0 0 0,0 0 0,4 1 0,-4-2-9,1 1 0,0-1 0,0 0-1,0 0 1,-1 0 0,1-1 0,0 1-1,0-1 1,-1 1 0,1-1 0,0 0-1,-1 0 1,1 0 0,-1-1 0,1 1-1,-1 0 1,1-1 0,-1 0 0,0 1-1,0-1 1,4-4 0,9-11-15,43-40 542,-52 52-472,0 0 0,1 0 0,0 1 0,0 0-1,0 0 1,0 1 0,14-5 0,8 0 282,-1-1 1,0-1 0,46-24 0,-60 28-236,0 0 0,1 1 0,0 0 0,0 1 0,0 1 0,0 1 0,0 0 0,0 0 0,24 2 0,12-2 210,-45 0-320,0 1 1,0-1-1,0 0 1,0-1-1,0 1 1,-1-1-1,1 0 1,-1 0-1,0-1 1,0 0-1,0 0 1,0 0 0,6-8-1,12-10-89</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5T09:57:19.627"/>
    </inkml:context>
    <inkml:brush xml:id="br0">
      <inkml:brushProperty name="width" value="0.1" units="cm"/>
      <inkml:brushProperty name="height" value="0.1" units="cm"/>
      <inkml:brushProperty name="color" value="#008C3A"/>
    </inkml:brush>
  </inkml:definitions>
  <inkml:trace contextRef="#ctx0" brushRef="#br0">3 25 9830,'-1'34'720,"0"-17"-429,0 0 0,2 1-1,4 33 1,-4-48-246,-1 1 0,1-1 0,0 1-1,1-1 1,-1 0 0,0 1 0,1-1 0,0 0 0,0 0-1,0 0 1,0 0 0,0 0 0,1-1 0,-1 1-1,1 0 1,-1-1 0,1 0 0,0 0 0,0 0 0,0 0-1,0 0 1,1-1 0,-1 1 0,5 1 0,6 0 140,0-1 0,0 0 0,1 0 0,-1-1 0,29-3 0,72-16 929,-50 7-495,-42 8-348,1-1-1,-2-1 1,1-1-1,0-1 1,-1-1 0,-1-1-1,1-1 1,-1-1-1,-1-1 1,21-15-1,-27 17 1,0 1 1,1 0-1,0 1 1,30-12-1,70-16 1031,-83 27-909,-13 3-347</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5T10:22:56.473"/>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0 345,'6'0,"8"0,1-6,4-2,4-5,5-1,-2-4,-7-4,1 1,1 5,4 4,-2 0,0 0,-4-2,1 0,-3-3,-4-4,1 1,-1-2,3 3,-2-1,-3-3,-3 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1-15T10:23:16.549"/>
    </inkml:context>
    <inkml:brush xml:id="br0">
      <inkml:brushProperty name="width" value="0.05" units="cm"/>
      <inkml:brushProperty name="height" value="0.3" units="cm"/>
      <inkml:brushProperty name="ignorePressure" value="1"/>
      <inkml:brushProperty name="inkEffects" value="pencil"/>
    </inkml:brush>
  </inkml:definitions>
  <inkml:trace contextRef="#ctx0" brushRef="#br0">2 461,'6'-5,"13"-9,16-7,7-6,3-5,-7-1,-3 3,-9 2,-7 0,-3 4,3 6,4 7,-3-1,2 1,-3-3,-5-4,-5-6,3 2,-2-2,-1-2,-10 3,-3 11,-8 8,-1 11,1 9,3 8,3 6,-4-2,1-1,-5-4,1 0,-4-4,-5-6,-4-4,-4-4,-2-3,-2-2,5 5,7 8,2 1,5 4,4 5,4 4,-2-2,0 0,1 3,3 1,2 2,1 1,-5-4,-1-13,1-15,1-13,2-11,2-6,0-5,2-1,0-2,6 7,3 3,5 5,0 2,-2-3,-3-2,2-2,0-3,4 4,-2 1,4 4,-1 1,-4-2,-3 9,-4 12,-2 12,-2 11,-1 7,-1 5,0 3,1 1,-1 0,1-1,0 0,-1-12,1-17,0-14,0-12,0-10,6 2,8 4,1 12,-1 15,-3 11,-4 10,-3 6,-2 3,-8-4,-2 0,-6-6,-1-2,3-9,3-14,3-12,2-10,3-6,1-5,0-2,1-1,-1 1,1-1,5 7,8 8,2 14,-3 14,-2 12,-4 9,-3 5,-2 4,-8-5,-2-2,0 0,1 1,-4-4,-6-7,0-1,-2-3,1-10,-2-6,3-9,4-9,4-6,4-5,2-4,2-1,8 5,1 2,6 5,6 7,6 6,4 5,-3 9,-6 10,-6 8,-7 6,-3 5,-4 2,-1 1,-1 0,-1 0,-5-6,-2-14,-5-10,0-12,2-10,3-9,3-6,3-3,2-2,-5 6,-1 1,0 0,2-1,1 11,7 8,4 12,0 12,-1 10,4 6,1 4,-2 2,4-4,-1-2,4-6,-1-13,3-13,-2-13,-4-9,-3-6,-4-4,-2-1,-2 10,4 11,3 13,-2 13,-1 10,5 2,5 2,2 4,-4 2,-3 1,-3 2,-9-5,-10-8,-8-7,-8-6,-3-4,-4-4,-1-1,0 0,0 0,0-1,7-4,2-3,6-4,6-7,6-5,4-5,4-3,1-1,1-1,-6-1,-2 1,6 5,10 9,8 7,7 6,6 5,-2-3,-7-7,0 0,2 1,-9 3,-13 3,-12 3,-10 1,-7 2,-5 0,3 7,7 7,13 1,14-1,7 2,6 5,7 4,-1 4,-4 3,-6-4</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5T11:19:31.898"/>
    </inkml:context>
    <inkml:brush xml:id="br0">
      <inkml:brushProperty name="width" value="0.025" units="cm"/>
      <inkml:brushProperty name="height" value="0.025" units="cm"/>
    </inkml:brush>
  </inkml:definitions>
  <inkml:trace contextRef="#ctx0" brushRef="#br0">0 380 24575,'8'0'0,"-1"-1"0,1 0 0,-1 0 0,0-1 0,1 0 0,-1-1 0,0 1 0,0-1 0,-1-1 0,1 1 0,-1-1 0,1 0 0,-1-1 0,-1 1 0,11-11 0,87-126 0,-61 81 0,-39 56-55,7-11-132,0 0 0,1 1-1,1 1 1,0 0 0,0 0 0,22-15 0,-18 19-6639</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5T11:20:34.942"/>
    </inkml:context>
    <inkml:brush xml:id="br0">
      <inkml:brushProperty name="width" value="0.025" units="cm"/>
      <inkml:brushProperty name="height" value="0.025" units="cm"/>
    </inkml:brush>
  </inkml:definitions>
  <inkml:trace contextRef="#ctx0" brushRef="#br0">403 1 24575,'0'1'0,"-1"1"0,0 0 0,0 0 0,0-1 0,-1 1 0,1-1 0,0 1 0,0-1 0,-1 1 0,1-1 0,-1 0 0,0 1 0,-1 0 0,-12 12 0,-20 38 0,13-20 0,-33 41 0,46-61 0,-1 1 0,1 1 0,-14 28 0,-6 11 0,24-46 0,0-1 0,-1 0 0,0 0 0,-1-1 0,1 0 0,-1 0 0,-8 5 0,-20 15 0,31-21-114,0-1 1,-1 0-1,1 0 0,-1-1 0,0 1 1,0-1-1,0 0 0,0-1 0,0 1 1,0-1-1,-10 1 0,-3 1-6712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5T11:21:19.841"/>
    </inkml:context>
    <inkml:brush xml:id="br0">
      <inkml:brushProperty name="width" value="0.025" units="cm"/>
      <inkml:brushProperty name="height" value="0.025" units="cm"/>
    </inkml:brush>
  </inkml:definitions>
  <inkml:trace contextRef="#ctx0" brushRef="#br0">1 1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5T11:25:44.300"/>
    </inkml:context>
    <inkml:brush xml:id="br0">
      <inkml:brushProperty name="width" value="0.025" units="cm"/>
      <inkml:brushProperty name="height" value="0.025" units="cm"/>
    </inkml:brush>
  </inkml:definitions>
  <inkml:trace contextRef="#ctx0" brushRef="#br0">541 0 24575,'-32'12'0,"14"-4"0,4-1 0,0 0 0,0 1 0,0 0 0,1 1 0,0 1 0,1 0 0,-17 17 0,-30 23 0,-178 113 0,177-121-1365,49-33-5461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3070860"/>
            <a:ext cx="5829300" cy="208025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028700" y="5547360"/>
            <a:ext cx="4800600" cy="2476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050" b="0" i="0">
                <a:solidFill>
                  <a:schemeClr val="tx1"/>
                </a:solidFill>
                <a:latin typeface="Century Gothic"/>
                <a:cs typeface="Century Gothic"/>
              </a:defRPr>
            </a:lvl1p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1/15/2026</a:t>
            </a:fld>
            <a:endParaRPr lang="en-US"/>
          </a:p>
        </p:txBody>
      </p:sp>
      <p:sp>
        <p:nvSpPr>
          <p:cNvPr id="6" name="Holder 6"/>
          <p:cNvSpPr>
            <a:spLocks noGrp="1"/>
          </p:cNvSpPr>
          <p:nvPr>
            <p:ph type="sldNum" sz="quarter" idx="7"/>
          </p:nvPr>
        </p:nvSpPr>
        <p:spPr/>
        <p:txBody>
          <a:bodyPr lIns="0" tIns="0" rIns="0" bIns="0"/>
          <a:lstStyle>
            <a:lvl1pPr>
              <a:defRPr sz="800" b="0" i="0">
                <a:solidFill>
                  <a:schemeClr val="tx1"/>
                </a:solidFill>
                <a:latin typeface="Arial"/>
                <a:cs typeface="Arial"/>
              </a:defRPr>
            </a:lvl1pPr>
          </a:lstStyle>
          <a:p>
            <a:pPr marL="12700">
              <a:lnSpc>
                <a:spcPct val="100000"/>
              </a:lnSpc>
              <a:spcBef>
                <a:spcPts val="25"/>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1050" b="0" i="0">
                <a:solidFill>
                  <a:schemeClr val="tx1"/>
                </a:solidFill>
                <a:latin typeface="Century Gothic"/>
                <a:cs typeface="Century Gothic"/>
              </a:defRPr>
            </a:lvl1p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1/15/2026</a:t>
            </a:fld>
            <a:endParaRPr lang="en-US"/>
          </a:p>
        </p:txBody>
      </p:sp>
      <p:sp>
        <p:nvSpPr>
          <p:cNvPr id="6" name="Holder 6"/>
          <p:cNvSpPr>
            <a:spLocks noGrp="1"/>
          </p:cNvSpPr>
          <p:nvPr>
            <p:ph type="sldNum" sz="quarter" idx="7"/>
          </p:nvPr>
        </p:nvSpPr>
        <p:spPr/>
        <p:txBody>
          <a:bodyPr lIns="0" tIns="0" rIns="0" bIns="0"/>
          <a:lstStyle>
            <a:lvl1pPr>
              <a:defRPr sz="800" b="0" i="0">
                <a:solidFill>
                  <a:schemeClr val="tx1"/>
                </a:solidFill>
                <a:latin typeface="Arial"/>
                <a:cs typeface="Arial"/>
              </a:defRPr>
            </a:lvl1pPr>
          </a:lstStyle>
          <a:p>
            <a:pPr marL="12700">
              <a:lnSpc>
                <a:spcPct val="100000"/>
              </a:lnSpc>
              <a:spcBef>
                <a:spcPts val="25"/>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42900" y="2278380"/>
            <a:ext cx="2983230" cy="653796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278380"/>
            <a:ext cx="2983230" cy="653796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050" b="0" i="0">
                <a:solidFill>
                  <a:schemeClr val="tx1"/>
                </a:solidFill>
                <a:latin typeface="Century Gothic"/>
                <a:cs typeface="Century Gothic"/>
              </a:defRPr>
            </a:lvl1p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1/15/2026</a:t>
            </a:fld>
            <a:endParaRPr lang="en-US"/>
          </a:p>
        </p:txBody>
      </p:sp>
      <p:sp>
        <p:nvSpPr>
          <p:cNvPr id="7" name="Holder 7"/>
          <p:cNvSpPr>
            <a:spLocks noGrp="1"/>
          </p:cNvSpPr>
          <p:nvPr>
            <p:ph type="sldNum" sz="quarter" idx="7"/>
          </p:nvPr>
        </p:nvSpPr>
        <p:spPr/>
        <p:txBody>
          <a:bodyPr lIns="0" tIns="0" rIns="0" bIns="0"/>
          <a:lstStyle>
            <a:lvl1pPr>
              <a:defRPr sz="800" b="0" i="0">
                <a:solidFill>
                  <a:schemeClr val="tx1"/>
                </a:solidFill>
                <a:latin typeface="Arial"/>
                <a:cs typeface="Arial"/>
              </a:defRPr>
            </a:lvl1pPr>
          </a:lstStyle>
          <a:p>
            <a:pPr marL="12700">
              <a:lnSpc>
                <a:spcPct val="100000"/>
              </a:lnSpc>
              <a:spcBef>
                <a:spcPts val="25"/>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defRPr sz="1050" b="0" i="0">
                <a:solidFill>
                  <a:schemeClr val="tx1"/>
                </a:solidFill>
                <a:latin typeface="Century Gothic"/>
                <a:cs typeface="Century Gothic"/>
              </a:defRPr>
            </a:lvl1p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1/15/2026</a:t>
            </a:fld>
            <a:endParaRPr lang="en-US"/>
          </a:p>
        </p:txBody>
      </p:sp>
      <p:sp>
        <p:nvSpPr>
          <p:cNvPr id="5" name="Holder 5"/>
          <p:cNvSpPr>
            <a:spLocks noGrp="1"/>
          </p:cNvSpPr>
          <p:nvPr>
            <p:ph type="sldNum" sz="quarter" idx="7"/>
          </p:nvPr>
        </p:nvSpPr>
        <p:spPr/>
        <p:txBody>
          <a:bodyPr lIns="0" tIns="0" rIns="0" bIns="0"/>
          <a:lstStyle>
            <a:lvl1pPr>
              <a:defRPr sz="800" b="0" i="0">
                <a:solidFill>
                  <a:schemeClr val="tx1"/>
                </a:solidFill>
                <a:latin typeface="Arial"/>
                <a:cs typeface="Arial"/>
              </a:defRPr>
            </a:lvl1pPr>
          </a:lstStyle>
          <a:p>
            <a:pPr marL="12700">
              <a:lnSpc>
                <a:spcPct val="100000"/>
              </a:lnSpc>
              <a:spcBef>
                <a:spcPts val="25"/>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050" b="0" i="0">
                <a:solidFill>
                  <a:schemeClr val="tx1"/>
                </a:solidFill>
                <a:latin typeface="Century Gothic"/>
                <a:cs typeface="Century Gothic"/>
              </a:defRPr>
            </a:lvl1p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1/15/2026</a:t>
            </a:fld>
            <a:endParaRPr lang="en-US"/>
          </a:p>
        </p:txBody>
      </p:sp>
      <p:sp>
        <p:nvSpPr>
          <p:cNvPr id="4" name="Holder 4"/>
          <p:cNvSpPr>
            <a:spLocks noGrp="1"/>
          </p:cNvSpPr>
          <p:nvPr>
            <p:ph type="sldNum" sz="quarter" idx="7"/>
          </p:nvPr>
        </p:nvSpPr>
        <p:spPr/>
        <p:txBody>
          <a:bodyPr lIns="0" tIns="0" rIns="0" bIns="0"/>
          <a:lstStyle>
            <a:lvl1pPr>
              <a:defRPr sz="800" b="0" i="0">
                <a:solidFill>
                  <a:schemeClr val="tx1"/>
                </a:solidFill>
                <a:latin typeface="Arial"/>
                <a:cs typeface="Arial"/>
              </a:defRPr>
            </a:lvl1pPr>
          </a:lstStyle>
          <a:p>
            <a:pPr marL="12700">
              <a:lnSpc>
                <a:spcPct val="100000"/>
              </a:lnSpc>
              <a:spcBef>
                <a:spcPts val="25"/>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6858000" cy="9906000"/>
          </a:xfrm>
          <a:prstGeom prst="rect">
            <a:avLst/>
          </a:prstGeom>
        </p:spPr>
      </p:pic>
      <p:sp>
        <p:nvSpPr>
          <p:cNvPr id="2" name="Holder 2"/>
          <p:cNvSpPr>
            <a:spLocks noGrp="1"/>
          </p:cNvSpPr>
          <p:nvPr>
            <p:ph type="title"/>
          </p:nvPr>
        </p:nvSpPr>
        <p:spPr>
          <a:xfrm>
            <a:off x="342900" y="396240"/>
            <a:ext cx="6172200" cy="158496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42900" y="2278380"/>
            <a:ext cx="6172200" cy="653796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6052" y="9597254"/>
            <a:ext cx="1753870" cy="189229"/>
          </a:xfrm>
          <a:prstGeom prst="rect">
            <a:avLst/>
          </a:prstGeom>
        </p:spPr>
        <p:txBody>
          <a:bodyPr wrap="square" lIns="0" tIns="0" rIns="0" bIns="0">
            <a:spAutoFit/>
          </a:bodyPr>
          <a:lstStyle>
            <a:lvl1pPr>
              <a:defRPr sz="1050" b="0" i="0">
                <a:solidFill>
                  <a:schemeClr val="tx1"/>
                </a:solidFill>
                <a:latin typeface="Century Gothic"/>
                <a:cs typeface="Century Gothic"/>
              </a:defRPr>
            </a:lvl1p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5" name="Holder 5"/>
          <p:cNvSpPr>
            <a:spLocks noGrp="1"/>
          </p:cNvSpPr>
          <p:nvPr>
            <p:ph type="dt" sz="half" idx="6"/>
          </p:nvPr>
        </p:nvSpPr>
        <p:spPr>
          <a:xfrm>
            <a:off x="342900" y="9212580"/>
            <a:ext cx="1577340" cy="4953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1/15/2026</a:t>
            </a:fld>
            <a:endParaRPr lang="en-US"/>
          </a:p>
        </p:txBody>
      </p:sp>
      <p:sp>
        <p:nvSpPr>
          <p:cNvPr id="6" name="Holder 6"/>
          <p:cNvSpPr>
            <a:spLocks noGrp="1"/>
          </p:cNvSpPr>
          <p:nvPr>
            <p:ph type="sldNum" sz="quarter" idx="7"/>
          </p:nvPr>
        </p:nvSpPr>
        <p:spPr>
          <a:xfrm>
            <a:off x="5817908" y="9702723"/>
            <a:ext cx="176529" cy="139065"/>
          </a:xfrm>
          <a:prstGeom prst="rect">
            <a:avLst/>
          </a:prstGeom>
        </p:spPr>
        <p:txBody>
          <a:bodyPr wrap="square" lIns="0" tIns="0" rIns="0" bIns="0">
            <a:spAutoFit/>
          </a:bodyPr>
          <a:lstStyle>
            <a:lvl1pPr>
              <a:defRPr sz="800" b="0" i="0">
                <a:solidFill>
                  <a:schemeClr val="tx1"/>
                </a:solidFill>
                <a:latin typeface="Arial"/>
                <a:cs typeface="Arial"/>
              </a:defRPr>
            </a:lvl1pPr>
          </a:lstStyle>
          <a:p>
            <a:pPr marL="12700">
              <a:lnSpc>
                <a:spcPct val="100000"/>
              </a:lnSpc>
              <a:spcBef>
                <a:spcPts val="25"/>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customXml" Target="../ink/ink6.xml"/><Relationship Id="rId18" Type="http://schemas.openxmlformats.org/officeDocument/2006/relationships/image" Target="../media/image11.png"/><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8.png"/><Relationship Id="rId17" Type="http://schemas.openxmlformats.org/officeDocument/2006/relationships/customXml" Target="../ink/ink8.xml"/><Relationship Id="rId2" Type="http://schemas.openxmlformats.org/officeDocument/2006/relationships/image" Target="../media/image3.png"/><Relationship Id="rId16" Type="http://schemas.openxmlformats.org/officeDocument/2006/relationships/image" Target="../media/image10.png"/><Relationship Id="rId20" Type="http://schemas.openxmlformats.org/officeDocument/2006/relationships/image" Target="../media/image12.png"/><Relationship Id="rId1" Type="http://schemas.openxmlformats.org/officeDocument/2006/relationships/slideLayout" Target="../slideLayouts/slideLayout5.xml"/><Relationship Id="rId6" Type="http://schemas.openxmlformats.org/officeDocument/2006/relationships/image" Target="../media/image5.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customXml" Target="../ink/ink7.xml"/><Relationship Id="rId10" Type="http://schemas.openxmlformats.org/officeDocument/2006/relationships/image" Target="../media/image7.png"/><Relationship Id="rId19" Type="http://schemas.openxmlformats.org/officeDocument/2006/relationships/customXml" Target="../ink/ink9.xml"/><Relationship Id="rId4" Type="http://schemas.openxmlformats.org/officeDocument/2006/relationships/image" Target="../media/image4.png"/><Relationship Id="rId9" Type="http://schemas.openxmlformats.org/officeDocument/2006/relationships/customXml" Target="../ink/ink4.xml"/><Relationship Id="rId1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3.png"/><Relationship Id="rId1" Type="http://schemas.openxmlformats.org/officeDocument/2006/relationships/slideLayout" Target="../slideLayouts/slideLayout5.xml"/><Relationship Id="rId6" Type="http://schemas.openxmlformats.org/officeDocument/2006/relationships/image" Target="../media/image14.png"/><Relationship Id="rId5" Type="http://schemas.openxmlformats.org/officeDocument/2006/relationships/customXml" Target="../ink/ink11.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customXml" Target="../ink/ink12.xml"/><Relationship Id="rId7" Type="http://schemas.openxmlformats.org/officeDocument/2006/relationships/customXml" Target="../ink/ink14.xml"/><Relationship Id="rId2" Type="http://schemas.openxmlformats.org/officeDocument/2006/relationships/image" Target="../media/image3.png"/><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customXml" Target="../ink/ink13.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3.png"/><Relationship Id="rId1" Type="http://schemas.openxmlformats.org/officeDocument/2006/relationships/slideLayout" Target="../slideLayouts/slideLayout5.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hyperlink" Target="http://www.indeed.com/" TargetMode="External"/><Relationship Id="rId2" Type="http://schemas.openxmlformats.org/officeDocument/2006/relationships/hyperlink" Target="http://www.totaljobs.com/" TargetMode="External"/><Relationship Id="rId1" Type="http://schemas.openxmlformats.org/officeDocument/2006/relationships/slideLayout" Target="../slideLayouts/slideLayout5.xml"/><Relationship Id="rId6" Type="http://schemas.openxmlformats.org/officeDocument/2006/relationships/image" Target="../media/image3.png"/><Relationship Id="rId5" Type="http://schemas.openxmlformats.org/officeDocument/2006/relationships/hyperlink" Target="http://www.cv-library.co.uk/" TargetMode="External"/><Relationship Id="rId4" Type="http://schemas.openxmlformats.org/officeDocument/2006/relationships/hyperlink" Target="http://www.mybuilders.com/"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55953" y="3364852"/>
            <a:ext cx="4127500" cy="1122680"/>
          </a:xfrm>
          <a:prstGeom prst="rect">
            <a:avLst/>
          </a:prstGeom>
        </p:spPr>
        <p:txBody>
          <a:bodyPr vert="horz" wrap="square" lIns="0" tIns="12700" rIns="0" bIns="0" rtlCol="0">
            <a:spAutoFit/>
          </a:bodyPr>
          <a:lstStyle/>
          <a:p>
            <a:pPr algn="ctr">
              <a:lnSpc>
                <a:spcPct val="100000"/>
              </a:lnSpc>
              <a:spcBef>
                <a:spcPts val="100"/>
              </a:spcBef>
            </a:pPr>
            <a:r>
              <a:rPr sz="2400" spc="195" dirty="0">
                <a:latin typeface="Century Gothic"/>
                <a:cs typeface="Century Gothic"/>
              </a:rPr>
              <a:t>Unit</a:t>
            </a:r>
            <a:r>
              <a:rPr sz="2400" spc="-30" dirty="0">
                <a:latin typeface="Century Gothic"/>
                <a:cs typeface="Century Gothic"/>
              </a:rPr>
              <a:t> </a:t>
            </a:r>
            <a:r>
              <a:rPr sz="2400" spc="455" dirty="0">
                <a:latin typeface="Calibri"/>
                <a:cs typeface="Calibri"/>
              </a:rPr>
              <a:t>B</a:t>
            </a:r>
            <a:endParaRPr sz="2400">
              <a:latin typeface="Calibri"/>
              <a:cs typeface="Calibri"/>
            </a:endParaRPr>
          </a:p>
          <a:p>
            <a:pPr algn="ctr">
              <a:lnSpc>
                <a:spcPct val="100000"/>
              </a:lnSpc>
              <a:spcBef>
                <a:spcPts val="2880"/>
              </a:spcBef>
            </a:pPr>
            <a:r>
              <a:rPr sz="2400" spc="290" dirty="0">
                <a:latin typeface="Calibri"/>
                <a:cs typeface="Calibri"/>
              </a:rPr>
              <a:t>Applying</a:t>
            </a:r>
            <a:r>
              <a:rPr sz="2400" spc="90" dirty="0">
                <a:latin typeface="Calibri"/>
                <a:cs typeface="Calibri"/>
              </a:rPr>
              <a:t> </a:t>
            </a:r>
            <a:r>
              <a:rPr sz="2400" spc="140" dirty="0">
                <a:latin typeface="Calibri"/>
                <a:cs typeface="Calibri"/>
              </a:rPr>
              <a:t>for</a:t>
            </a:r>
            <a:r>
              <a:rPr sz="2400" spc="95" dirty="0">
                <a:latin typeface="Calibri"/>
                <a:cs typeface="Calibri"/>
              </a:rPr>
              <a:t> </a:t>
            </a:r>
            <a:r>
              <a:rPr sz="2400" spc="240" dirty="0">
                <a:latin typeface="Calibri"/>
                <a:cs typeface="Calibri"/>
              </a:rPr>
              <a:t>Opportunities</a:t>
            </a:r>
            <a:endParaRPr sz="2400">
              <a:latin typeface="Calibri"/>
              <a:cs typeface="Calibri"/>
            </a:endParaRPr>
          </a:p>
        </p:txBody>
      </p:sp>
      <p:sp>
        <p:nvSpPr>
          <p:cNvPr id="3" name="object 3"/>
          <p:cNvSpPr txBox="1"/>
          <p:nvPr/>
        </p:nvSpPr>
        <p:spPr>
          <a:xfrm>
            <a:off x="223404" y="7350290"/>
            <a:ext cx="6326505" cy="1816735"/>
          </a:xfrm>
          <a:prstGeom prst="rect">
            <a:avLst/>
          </a:prstGeom>
        </p:spPr>
        <p:txBody>
          <a:bodyPr vert="horz" wrap="square" lIns="0" tIns="12700" rIns="0" bIns="0" rtlCol="0">
            <a:spAutoFit/>
          </a:bodyPr>
          <a:lstStyle/>
          <a:p>
            <a:pPr marL="12700">
              <a:lnSpc>
                <a:spcPts val="940"/>
              </a:lnSpc>
              <a:spcBef>
                <a:spcPts val="100"/>
              </a:spcBef>
            </a:pPr>
            <a:r>
              <a:rPr sz="800" b="1" spc="80" dirty="0">
                <a:latin typeface="Calibri"/>
                <a:cs typeface="Calibri"/>
              </a:rPr>
              <a:t>Unit</a:t>
            </a:r>
            <a:r>
              <a:rPr sz="800" b="1" spc="-45" dirty="0">
                <a:latin typeface="Calibri"/>
                <a:cs typeface="Calibri"/>
              </a:rPr>
              <a:t> </a:t>
            </a:r>
            <a:r>
              <a:rPr sz="800" b="1" spc="70" dirty="0">
                <a:latin typeface="Calibri"/>
                <a:cs typeface="Calibri"/>
              </a:rPr>
              <a:t>aim</a:t>
            </a:r>
            <a:endParaRPr sz="800" dirty="0">
              <a:latin typeface="Calibri"/>
              <a:cs typeface="Calibri"/>
            </a:endParaRPr>
          </a:p>
          <a:p>
            <a:pPr marL="12700" marR="159385" algn="just">
              <a:lnSpc>
                <a:spcPts val="919"/>
              </a:lnSpc>
              <a:spcBef>
                <a:spcPts val="45"/>
              </a:spcBef>
            </a:pPr>
            <a:r>
              <a:rPr sz="800" spc="60" dirty="0">
                <a:latin typeface="Century Gothic"/>
                <a:cs typeface="Century Gothic"/>
              </a:rPr>
              <a:t>This</a:t>
            </a:r>
            <a:r>
              <a:rPr sz="800" spc="229" dirty="0">
                <a:latin typeface="Century Gothic"/>
                <a:cs typeface="Century Gothic"/>
              </a:rPr>
              <a:t>  </a:t>
            </a:r>
            <a:r>
              <a:rPr sz="800" dirty="0">
                <a:latin typeface="Century Gothic"/>
                <a:cs typeface="Century Gothic"/>
              </a:rPr>
              <a:t>unit</a:t>
            </a:r>
            <a:r>
              <a:rPr sz="800" spc="225" dirty="0">
                <a:latin typeface="Century Gothic"/>
                <a:cs typeface="Century Gothic"/>
              </a:rPr>
              <a:t>  </a:t>
            </a:r>
            <a:r>
              <a:rPr sz="800" dirty="0">
                <a:latin typeface="Century Gothic"/>
                <a:cs typeface="Century Gothic"/>
              </a:rPr>
              <a:t>introduces</a:t>
            </a:r>
            <a:r>
              <a:rPr sz="800" spc="229" dirty="0">
                <a:latin typeface="Century Gothic"/>
                <a:cs typeface="Century Gothic"/>
              </a:rPr>
              <a:t>  </a:t>
            </a:r>
            <a:r>
              <a:rPr sz="800" dirty="0">
                <a:latin typeface="Century Gothic"/>
                <a:cs typeface="Century Gothic"/>
              </a:rPr>
              <a:t>and</a:t>
            </a:r>
            <a:r>
              <a:rPr sz="800" spc="229" dirty="0">
                <a:latin typeface="Century Gothic"/>
                <a:cs typeface="Century Gothic"/>
              </a:rPr>
              <a:t>  </a:t>
            </a:r>
            <a:r>
              <a:rPr sz="800" dirty="0">
                <a:latin typeface="Century Gothic"/>
                <a:cs typeface="Century Gothic"/>
              </a:rPr>
              <a:t>guides</a:t>
            </a:r>
            <a:r>
              <a:rPr sz="800" spc="229" dirty="0">
                <a:latin typeface="Century Gothic"/>
                <a:cs typeface="Century Gothic"/>
              </a:rPr>
              <a:t>  </a:t>
            </a:r>
            <a:r>
              <a:rPr sz="800" dirty="0">
                <a:latin typeface="Century Gothic"/>
                <a:cs typeface="Century Gothic"/>
              </a:rPr>
              <a:t>learners</a:t>
            </a:r>
            <a:r>
              <a:rPr sz="800" spc="225" dirty="0">
                <a:latin typeface="Century Gothic"/>
                <a:cs typeface="Century Gothic"/>
              </a:rPr>
              <a:t>  </a:t>
            </a:r>
            <a:r>
              <a:rPr sz="800" dirty="0">
                <a:latin typeface="Century Gothic"/>
                <a:cs typeface="Century Gothic"/>
              </a:rPr>
              <a:t>to</a:t>
            </a:r>
            <a:r>
              <a:rPr sz="800" spc="235" dirty="0">
                <a:latin typeface="Century Gothic"/>
                <a:cs typeface="Century Gothic"/>
              </a:rPr>
              <a:t>  </a:t>
            </a:r>
            <a:r>
              <a:rPr sz="800" dirty="0">
                <a:latin typeface="Century Gothic"/>
                <a:cs typeface="Century Gothic"/>
              </a:rPr>
              <a:t>identify,</a:t>
            </a:r>
            <a:r>
              <a:rPr sz="800" spc="229" dirty="0">
                <a:latin typeface="Century Gothic"/>
                <a:cs typeface="Century Gothic"/>
              </a:rPr>
              <a:t>  </a:t>
            </a:r>
            <a:r>
              <a:rPr sz="800" dirty="0">
                <a:latin typeface="Century Gothic"/>
                <a:cs typeface="Century Gothic"/>
              </a:rPr>
              <a:t>evaluate</a:t>
            </a:r>
            <a:r>
              <a:rPr sz="800" spc="229" dirty="0">
                <a:latin typeface="Century Gothic"/>
                <a:cs typeface="Century Gothic"/>
              </a:rPr>
              <a:t>  </a:t>
            </a:r>
            <a:r>
              <a:rPr sz="800" dirty="0">
                <a:latin typeface="Century Gothic"/>
                <a:cs typeface="Century Gothic"/>
              </a:rPr>
              <a:t>and</a:t>
            </a:r>
            <a:r>
              <a:rPr sz="800" spc="229" dirty="0">
                <a:latin typeface="Century Gothic"/>
                <a:cs typeface="Century Gothic"/>
              </a:rPr>
              <a:t>  </a:t>
            </a:r>
            <a:r>
              <a:rPr sz="800" dirty="0">
                <a:latin typeface="Century Gothic"/>
                <a:cs typeface="Century Gothic"/>
              </a:rPr>
              <a:t>progress</a:t>
            </a:r>
            <a:r>
              <a:rPr sz="800" spc="-50" dirty="0">
                <a:latin typeface="Century Gothic"/>
                <a:cs typeface="Century Gothic"/>
              </a:rPr>
              <a:t> </a:t>
            </a:r>
            <a:r>
              <a:rPr sz="800" dirty="0">
                <a:latin typeface="Century Gothic"/>
                <a:cs typeface="Century Gothic"/>
              </a:rPr>
              <a:t>applications.</a:t>
            </a:r>
            <a:r>
              <a:rPr sz="800" spc="315" dirty="0">
                <a:latin typeface="Century Gothic"/>
                <a:cs typeface="Century Gothic"/>
              </a:rPr>
              <a:t>  </a:t>
            </a:r>
            <a:r>
              <a:rPr sz="800" spc="50" dirty="0">
                <a:latin typeface="Century Gothic"/>
                <a:cs typeface="Century Gothic"/>
              </a:rPr>
              <a:t>It</a:t>
            </a:r>
            <a:r>
              <a:rPr sz="800" spc="320" dirty="0">
                <a:latin typeface="Century Gothic"/>
                <a:cs typeface="Century Gothic"/>
              </a:rPr>
              <a:t>  </a:t>
            </a:r>
            <a:r>
              <a:rPr sz="800" spc="-10" dirty="0">
                <a:latin typeface="Century Gothic"/>
                <a:cs typeface="Century Gothic"/>
              </a:rPr>
              <a:t>encourages </a:t>
            </a:r>
            <a:r>
              <a:rPr sz="800" dirty="0">
                <a:latin typeface="Century Gothic"/>
                <a:cs typeface="Century Gothic"/>
              </a:rPr>
              <a:t>learners</a:t>
            </a:r>
            <a:r>
              <a:rPr sz="800" spc="355" dirty="0">
                <a:latin typeface="Century Gothic"/>
                <a:cs typeface="Century Gothic"/>
              </a:rPr>
              <a:t>  </a:t>
            </a:r>
            <a:r>
              <a:rPr sz="800" dirty="0">
                <a:latin typeface="Century Gothic"/>
                <a:cs typeface="Century Gothic"/>
              </a:rPr>
              <a:t>to</a:t>
            </a:r>
            <a:r>
              <a:rPr sz="800" spc="370" dirty="0">
                <a:latin typeface="Century Gothic"/>
                <a:cs typeface="Century Gothic"/>
              </a:rPr>
              <a:t>  </a:t>
            </a:r>
            <a:r>
              <a:rPr sz="800" dirty="0">
                <a:latin typeface="Century Gothic"/>
                <a:cs typeface="Century Gothic"/>
              </a:rPr>
              <a:t>make</a:t>
            </a:r>
            <a:r>
              <a:rPr sz="800" spc="365" dirty="0">
                <a:latin typeface="Century Gothic"/>
                <a:cs typeface="Century Gothic"/>
              </a:rPr>
              <a:t>  </a:t>
            </a:r>
            <a:r>
              <a:rPr sz="800" dirty="0">
                <a:latin typeface="Century Gothic"/>
                <a:cs typeface="Century Gothic"/>
              </a:rPr>
              <a:t>informed</a:t>
            </a:r>
            <a:r>
              <a:rPr sz="800" spc="370" dirty="0">
                <a:latin typeface="Century Gothic"/>
                <a:cs typeface="Century Gothic"/>
              </a:rPr>
              <a:t>  </a:t>
            </a:r>
            <a:r>
              <a:rPr sz="800" dirty="0">
                <a:latin typeface="Century Gothic"/>
                <a:cs typeface="Century Gothic"/>
              </a:rPr>
              <a:t>choices</a:t>
            </a:r>
            <a:r>
              <a:rPr sz="800" spc="360" dirty="0">
                <a:latin typeface="Century Gothic"/>
                <a:cs typeface="Century Gothic"/>
              </a:rPr>
              <a:t>  </a:t>
            </a:r>
            <a:r>
              <a:rPr sz="800" dirty="0">
                <a:latin typeface="Century Gothic"/>
                <a:cs typeface="Century Gothic"/>
              </a:rPr>
              <a:t>about</a:t>
            </a:r>
            <a:r>
              <a:rPr sz="800" spc="360" dirty="0">
                <a:latin typeface="Century Gothic"/>
                <a:cs typeface="Century Gothic"/>
              </a:rPr>
              <a:t>  </a:t>
            </a:r>
            <a:r>
              <a:rPr sz="800" dirty="0">
                <a:latin typeface="Century Gothic"/>
                <a:cs typeface="Century Gothic"/>
              </a:rPr>
              <a:t>the</a:t>
            </a:r>
            <a:r>
              <a:rPr sz="800" spc="20" dirty="0">
                <a:latin typeface="Century Gothic"/>
                <a:cs typeface="Century Gothic"/>
              </a:rPr>
              <a:t> </a:t>
            </a:r>
            <a:r>
              <a:rPr sz="800" dirty="0">
                <a:latin typeface="Century Gothic"/>
                <a:cs typeface="Century Gothic"/>
              </a:rPr>
              <a:t>opportunities</a:t>
            </a:r>
            <a:r>
              <a:rPr sz="800" spc="200" dirty="0">
                <a:latin typeface="Century Gothic"/>
                <a:cs typeface="Century Gothic"/>
              </a:rPr>
              <a:t> </a:t>
            </a:r>
            <a:r>
              <a:rPr sz="800" dirty="0">
                <a:latin typeface="Century Gothic"/>
                <a:cs typeface="Century Gothic"/>
              </a:rPr>
              <a:t>they</a:t>
            </a:r>
            <a:r>
              <a:rPr sz="800" spc="210" dirty="0">
                <a:latin typeface="Century Gothic"/>
                <a:cs typeface="Century Gothic"/>
              </a:rPr>
              <a:t> </a:t>
            </a:r>
            <a:r>
              <a:rPr sz="800" dirty="0">
                <a:latin typeface="Century Gothic"/>
                <a:cs typeface="Century Gothic"/>
              </a:rPr>
              <a:t>might</a:t>
            </a:r>
            <a:r>
              <a:rPr sz="800" spc="215" dirty="0">
                <a:latin typeface="Century Gothic"/>
                <a:cs typeface="Century Gothic"/>
              </a:rPr>
              <a:t> </a:t>
            </a:r>
            <a:r>
              <a:rPr sz="800" dirty="0">
                <a:latin typeface="Century Gothic"/>
                <a:cs typeface="Century Gothic"/>
              </a:rPr>
              <a:t>apply</a:t>
            </a:r>
            <a:r>
              <a:rPr sz="800" spc="215" dirty="0">
                <a:latin typeface="Century Gothic"/>
                <a:cs typeface="Century Gothic"/>
              </a:rPr>
              <a:t> </a:t>
            </a:r>
            <a:r>
              <a:rPr sz="800" dirty="0">
                <a:latin typeface="Century Gothic"/>
                <a:cs typeface="Century Gothic"/>
              </a:rPr>
              <a:t>for,</a:t>
            </a:r>
            <a:r>
              <a:rPr sz="800" spc="204" dirty="0">
                <a:latin typeface="Century Gothic"/>
                <a:cs typeface="Century Gothic"/>
              </a:rPr>
              <a:t> </a:t>
            </a:r>
            <a:r>
              <a:rPr sz="800" dirty="0">
                <a:latin typeface="Century Gothic"/>
                <a:cs typeface="Century Gothic"/>
              </a:rPr>
              <a:t>contributing</a:t>
            </a:r>
            <a:r>
              <a:rPr sz="800" spc="215" dirty="0">
                <a:latin typeface="Century Gothic"/>
                <a:cs typeface="Century Gothic"/>
              </a:rPr>
              <a:t> </a:t>
            </a:r>
            <a:r>
              <a:rPr sz="800" dirty="0">
                <a:latin typeface="Century Gothic"/>
                <a:cs typeface="Century Gothic"/>
              </a:rPr>
              <a:t>positively</a:t>
            </a:r>
            <a:r>
              <a:rPr sz="800" spc="200" dirty="0">
                <a:latin typeface="Century Gothic"/>
                <a:cs typeface="Century Gothic"/>
              </a:rPr>
              <a:t> </a:t>
            </a:r>
            <a:r>
              <a:rPr sz="800" spc="-25" dirty="0">
                <a:latin typeface="Century Gothic"/>
                <a:cs typeface="Century Gothic"/>
              </a:rPr>
              <a:t>to</a:t>
            </a:r>
            <a:r>
              <a:rPr sz="800" dirty="0">
                <a:latin typeface="Century Gothic"/>
                <a:cs typeface="Century Gothic"/>
              </a:rPr>
              <a:t> their</a:t>
            </a:r>
            <a:r>
              <a:rPr sz="800" spc="190" dirty="0">
                <a:latin typeface="Century Gothic"/>
                <a:cs typeface="Century Gothic"/>
              </a:rPr>
              <a:t> </a:t>
            </a:r>
            <a:r>
              <a:rPr sz="800" dirty="0">
                <a:latin typeface="Century Gothic"/>
                <a:cs typeface="Century Gothic"/>
              </a:rPr>
              <a:t>potential</a:t>
            </a:r>
            <a:r>
              <a:rPr sz="800" spc="200" dirty="0">
                <a:latin typeface="Century Gothic"/>
                <a:cs typeface="Century Gothic"/>
              </a:rPr>
              <a:t> </a:t>
            </a:r>
            <a:r>
              <a:rPr sz="800" spc="-20" dirty="0">
                <a:latin typeface="Century Gothic"/>
                <a:cs typeface="Century Gothic"/>
              </a:rPr>
              <a:t>career</a:t>
            </a:r>
            <a:r>
              <a:rPr sz="800" spc="-10" dirty="0">
                <a:latin typeface="Century Gothic"/>
                <a:cs typeface="Century Gothic"/>
              </a:rPr>
              <a:t> opportunities.</a:t>
            </a:r>
            <a:endParaRPr sz="800" dirty="0">
              <a:latin typeface="Century Gothic"/>
              <a:cs typeface="Century Gothic"/>
            </a:endParaRPr>
          </a:p>
          <a:p>
            <a:pPr>
              <a:lnSpc>
                <a:spcPct val="100000"/>
              </a:lnSpc>
              <a:spcBef>
                <a:spcPts val="335"/>
              </a:spcBef>
            </a:pPr>
            <a:endParaRPr sz="800" dirty="0">
              <a:latin typeface="Century Gothic"/>
              <a:cs typeface="Century Gothic"/>
            </a:endParaRPr>
          </a:p>
          <a:p>
            <a:pPr marL="12700">
              <a:lnSpc>
                <a:spcPts val="940"/>
              </a:lnSpc>
            </a:pPr>
            <a:r>
              <a:rPr sz="800" b="1" spc="80" dirty="0">
                <a:latin typeface="Calibri"/>
                <a:cs typeface="Calibri"/>
              </a:rPr>
              <a:t>Unit</a:t>
            </a:r>
            <a:r>
              <a:rPr sz="800" b="1" spc="-10" dirty="0">
                <a:latin typeface="Calibri"/>
                <a:cs typeface="Calibri"/>
              </a:rPr>
              <a:t> </a:t>
            </a:r>
            <a:r>
              <a:rPr sz="800" b="1" spc="75" dirty="0">
                <a:latin typeface="Calibri"/>
                <a:cs typeface="Calibri"/>
              </a:rPr>
              <a:t>introduction</a:t>
            </a:r>
            <a:endParaRPr sz="800" dirty="0">
              <a:latin typeface="Calibri"/>
              <a:cs typeface="Calibri"/>
            </a:endParaRPr>
          </a:p>
          <a:p>
            <a:pPr marL="12700" marR="107314">
              <a:lnSpc>
                <a:spcPts val="919"/>
              </a:lnSpc>
              <a:spcBef>
                <a:spcPts val="45"/>
              </a:spcBef>
            </a:pPr>
            <a:r>
              <a:rPr sz="800" spc="60" dirty="0">
                <a:latin typeface="Century Gothic"/>
                <a:cs typeface="Century Gothic"/>
              </a:rPr>
              <a:t>This</a:t>
            </a:r>
            <a:r>
              <a:rPr sz="800" spc="355" dirty="0">
                <a:latin typeface="Century Gothic"/>
                <a:cs typeface="Century Gothic"/>
              </a:rPr>
              <a:t> </a:t>
            </a:r>
            <a:r>
              <a:rPr sz="800" dirty="0">
                <a:latin typeface="Century Gothic"/>
                <a:cs typeface="Century Gothic"/>
              </a:rPr>
              <a:t>unit</a:t>
            </a:r>
            <a:r>
              <a:rPr sz="800" spc="345" dirty="0">
                <a:latin typeface="Century Gothic"/>
                <a:cs typeface="Century Gothic"/>
              </a:rPr>
              <a:t> </a:t>
            </a:r>
            <a:r>
              <a:rPr sz="800" dirty="0">
                <a:latin typeface="Century Gothic"/>
                <a:cs typeface="Century Gothic"/>
              </a:rPr>
              <a:t>will</a:t>
            </a:r>
            <a:r>
              <a:rPr sz="800" spc="355" dirty="0">
                <a:latin typeface="Century Gothic"/>
                <a:cs typeface="Century Gothic"/>
              </a:rPr>
              <a:t> </a:t>
            </a:r>
            <a:r>
              <a:rPr sz="800" dirty="0">
                <a:latin typeface="Century Gothic"/>
                <a:cs typeface="Century Gothic"/>
              </a:rPr>
              <a:t>help</a:t>
            </a:r>
            <a:r>
              <a:rPr sz="800" spc="350" dirty="0">
                <a:latin typeface="Century Gothic"/>
                <a:cs typeface="Century Gothic"/>
              </a:rPr>
              <a:t> </a:t>
            </a:r>
            <a:r>
              <a:rPr sz="800" dirty="0">
                <a:latin typeface="Century Gothic"/>
                <a:cs typeface="Century Gothic"/>
              </a:rPr>
              <a:t>learners</a:t>
            </a:r>
            <a:r>
              <a:rPr sz="800" spc="335" dirty="0">
                <a:latin typeface="Century Gothic"/>
                <a:cs typeface="Century Gothic"/>
              </a:rPr>
              <a:t> </a:t>
            </a:r>
            <a:r>
              <a:rPr sz="800" dirty="0">
                <a:latin typeface="Century Gothic"/>
                <a:cs typeface="Century Gothic"/>
              </a:rPr>
              <a:t>to</a:t>
            </a:r>
            <a:r>
              <a:rPr sz="800" spc="350" dirty="0">
                <a:latin typeface="Century Gothic"/>
                <a:cs typeface="Century Gothic"/>
              </a:rPr>
              <a:t> </a:t>
            </a:r>
            <a:r>
              <a:rPr sz="800" spc="-10" dirty="0">
                <a:latin typeface="Century Gothic"/>
                <a:cs typeface="Century Gothic"/>
              </a:rPr>
              <a:t>develop</a:t>
            </a:r>
            <a:r>
              <a:rPr sz="800" spc="340" dirty="0">
                <a:latin typeface="Century Gothic"/>
                <a:cs typeface="Century Gothic"/>
              </a:rPr>
              <a:t> </a:t>
            </a:r>
            <a:r>
              <a:rPr sz="800" dirty="0">
                <a:latin typeface="Century Gothic"/>
                <a:cs typeface="Century Gothic"/>
              </a:rPr>
              <a:t>an</a:t>
            </a:r>
            <a:r>
              <a:rPr sz="800" spc="330" dirty="0">
                <a:latin typeface="Century Gothic"/>
                <a:cs typeface="Century Gothic"/>
              </a:rPr>
              <a:t> </a:t>
            </a:r>
            <a:r>
              <a:rPr sz="800" dirty="0">
                <a:latin typeface="Century Gothic"/>
                <a:cs typeface="Century Gothic"/>
              </a:rPr>
              <a:t>understanding</a:t>
            </a:r>
            <a:r>
              <a:rPr sz="800" spc="345" dirty="0">
                <a:latin typeface="Century Gothic"/>
                <a:cs typeface="Century Gothic"/>
              </a:rPr>
              <a:t> </a:t>
            </a:r>
            <a:r>
              <a:rPr sz="800" dirty="0">
                <a:latin typeface="Century Gothic"/>
                <a:cs typeface="Century Gothic"/>
              </a:rPr>
              <a:t>of</a:t>
            </a:r>
            <a:r>
              <a:rPr sz="800" spc="375" dirty="0">
                <a:latin typeface="Century Gothic"/>
                <a:cs typeface="Century Gothic"/>
              </a:rPr>
              <a:t> </a:t>
            </a:r>
            <a:r>
              <a:rPr sz="800" dirty="0">
                <a:latin typeface="Century Gothic"/>
                <a:cs typeface="Century Gothic"/>
              </a:rPr>
              <a:t>the</a:t>
            </a:r>
            <a:r>
              <a:rPr sz="800" spc="360" dirty="0">
                <a:latin typeface="Century Gothic"/>
                <a:cs typeface="Century Gothic"/>
              </a:rPr>
              <a:t> </a:t>
            </a:r>
            <a:r>
              <a:rPr sz="800" dirty="0">
                <a:latin typeface="Century Gothic"/>
                <a:cs typeface="Century Gothic"/>
              </a:rPr>
              <a:t>process</a:t>
            </a:r>
            <a:r>
              <a:rPr sz="800" spc="330" dirty="0">
                <a:latin typeface="Century Gothic"/>
                <a:cs typeface="Century Gothic"/>
              </a:rPr>
              <a:t> </a:t>
            </a:r>
            <a:r>
              <a:rPr sz="800" spc="-20" dirty="0">
                <a:latin typeface="Century Gothic"/>
                <a:cs typeface="Century Gothic"/>
              </a:rPr>
              <a:t>and</a:t>
            </a:r>
            <a:r>
              <a:rPr sz="800" spc="-15" dirty="0">
                <a:latin typeface="Century Gothic"/>
                <a:cs typeface="Century Gothic"/>
              </a:rPr>
              <a:t> </a:t>
            </a:r>
            <a:r>
              <a:rPr sz="800" dirty="0">
                <a:latin typeface="Century Gothic"/>
                <a:cs typeface="Century Gothic"/>
              </a:rPr>
              <a:t>delivery</a:t>
            </a:r>
            <a:r>
              <a:rPr sz="800" spc="195" dirty="0">
                <a:latin typeface="Century Gothic"/>
                <a:cs typeface="Century Gothic"/>
              </a:rPr>
              <a:t>  </a:t>
            </a:r>
            <a:r>
              <a:rPr sz="800" dirty="0">
                <a:latin typeface="Century Gothic"/>
                <a:cs typeface="Century Gothic"/>
              </a:rPr>
              <a:t>of</a:t>
            </a:r>
            <a:r>
              <a:rPr sz="800" spc="204" dirty="0">
                <a:latin typeface="Century Gothic"/>
                <a:cs typeface="Century Gothic"/>
              </a:rPr>
              <a:t>  </a:t>
            </a:r>
            <a:r>
              <a:rPr sz="800" dirty="0">
                <a:latin typeface="Century Gothic"/>
                <a:cs typeface="Century Gothic"/>
              </a:rPr>
              <a:t>applications</a:t>
            </a:r>
            <a:r>
              <a:rPr sz="800" spc="200" dirty="0">
                <a:latin typeface="Century Gothic"/>
                <a:cs typeface="Century Gothic"/>
              </a:rPr>
              <a:t>  </a:t>
            </a:r>
            <a:r>
              <a:rPr sz="800" dirty="0">
                <a:latin typeface="Century Gothic"/>
                <a:cs typeface="Century Gothic"/>
              </a:rPr>
              <a:t>to</a:t>
            </a:r>
            <a:r>
              <a:rPr sz="800" spc="200" dirty="0">
                <a:latin typeface="Century Gothic"/>
                <a:cs typeface="Century Gothic"/>
              </a:rPr>
              <a:t>  </a:t>
            </a:r>
            <a:r>
              <a:rPr sz="800" spc="-10" dirty="0">
                <a:latin typeface="Century Gothic"/>
                <a:cs typeface="Century Gothic"/>
              </a:rPr>
              <a:t>secure </a:t>
            </a:r>
            <a:r>
              <a:rPr sz="800" dirty="0">
                <a:latin typeface="Century Gothic"/>
                <a:cs typeface="Century Gothic"/>
              </a:rPr>
              <a:t>opportunities.</a:t>
            </a:r>
            <a:r>
              <a:rPr sz="800" spc="250" dirty="0">
                <a:latin typeface="Century Gothic"/>
                <a:cs typeface="Century Gothic"/>
              </a:rPr>
              <a:t>  </a:t>
            </a:r>
            <a:r>
              <a:rPr sz="800" dirty="0">
                <a:latin typeface="Century Gothic"/>
                <a:cs typeface="Century Gothic"/>
              </a:rPr>
              <a:t>They</a:t>
            </a:r>
            <a:r>
              <a:rPr sz="800" spc="245" dirty="0">
                <a:latin typeface="Century Gothic"/>
                <a:cs typeface="Century Gothic"/>
              </a:rPr>
              <a:t>  </a:t>
            </a:r>
            <a:r>
              <a:rPr sz="800" dirty="0">
                <a:latin typeface="Century Gothic"/>
                <a:cs typeface="Century Gothic"/>
              </a:rPr>
              <a:t>will</a:t>
            </a:r>
            <a:r>
              <a:rPr sz="800" spc="254" dirty="0">
                <a:latin typeface="Century Gothic"/>
                <a:cs typeface="Century Gothic"/>
              </a:rPr>
              <a:t>  </a:t>
            </a:r>
            <a:r>
              <a:rPr sz="800" dirty="0">
                <a:latin typeface="Century Gothic"/>
                <a:cs typeface="Century Gothic"/>
              </a:rPr>
              <a:t>understand</a:t>
            </a:r>
            <a:r>
              <a:rPr sz="800" spc="250" dirty="0">
                <a:latin typeface="Century Gothic"/>
                <a:cs typeface="Century Gothic"/>
              </a:rPr>
              <a:t>  </a:t>
            </a:r>
            <a:r>
              <a:rPr sz="800" dirty="0">
                <a:latin typeface="Century Gothic"/>
                <a:cs typeface="Century Gothic"/>
              </a:rPr>
              <a:t>the</a:t>
            </a:r>
            <a:r>
              <a:rPr sz="800" spc="10" dirty="0">
                <a:latin typeface="Century Gothic"/>
                <a:cs typeface="Century Gothic"/>
              </a:rPr>
              <a:t> </a:t>
            </a:r>
            <a:r>
              <a:rPr sz="800" dirty="0">
                <a:latin typeface="Century Gothic"/>
                <a:cs typeface="Century Gothic"/>
              </a:rPr>
              <a:t>personal</a:t>
            </a:r>
            <a:r>
              <a:rPr sz="800" spc="85" dirty="0">
                <a:latin typeface="Century Gothic"/>
                <a:cs typeface="Century Gothic"/>
              </a:rPr>
              <a:t> </a:t>
            </a:r>
            <a:r>
              <a:rPr sz="800" dirty="0">
                <a:latin typeface="Century Gothic"/>
                <a:cs typeface="Century Gothic"/>
              </a:rPr>
              <a:t>qualities</a:t>
            </a:r>
            <a:r>
              <a:rPr sz="800" spc="65" dirty="0">
                <a:latin typeface="Century Gothic"/>
                <a:cs typeface="Century Gothic"/>
              </a:rPr>
              <a:t> </a:t>
            </a:r>
            <a:r>
              <a:rPr sz="800" dirty="0">
                <a:latin typeface="Century Gothic"/>
                <a:cs typeface="Century Gothic"/>
              </a:rPr>
              <a:t>that</a:t>
            </a:r>
            <a:r>
              <a:rPr sz="800" spc="80" dirty="0">
                <a:latin typeface="Century Gothic"/>
                <a:cs typeface="Century Gothic"/>
              </a:rPr>
              <a:t> </a:t>
            </a:r>
            <a:r>
              <a:rPr sz="800" dirty="0">
                <a:latin typeface="Century Gothic"/>
                <a:cs typeface="Century Gothic"/>
              </a:rPr>
              <a:t>are</a:t>
            </a:r>
            <a:r>
              <a:rPr sz="800" spc="60" dirty="0">
                <a:latin typeface="Century Gothic"/>
                <a:cs typeface="Century Gothic"/>
              </a:rPr>
              <a:t> </a:t>
            </a:r>
            <a:r>
              <a:rPr sz="800" spc="-20" dirty="0">
                <a:latin typeface="Century Gothic"/>
                <a:cs typeface="Century Gothic"/>
              </a:rPr>
              <a:t>valued</a:t>
            </a:r>
            <a:r>
              <a:rPr sz="800" spc="65" dirty="0">
                <a:latin typeface="Century Gothic"/>
                <a:cs typeface="Century Gothic"/>
              </a:rPr>
              <a:t> </a:t>
            </a:r>
            <a:r>
              <a:rPr sz="800" dirty="0">
                <a:latin typeface="Century Gothic"/>
                <a:cs typeface="Century Gothic"/>
              </a:rPr>
              <a:t>by</a:t>
            </a:r>
            <a:r>
              <a:rPr sz="800" spc="80" dirty="0">
                <a:latin typeface="Century Gothic"/>
                <a:cs typeface="Century Gothic"/>
              </a:rPr>
              <a:t> </a:t>
            </a:r>
            <a:r>
              <a:rPr sz="800" dirty="0">
                <a:latin typeface="Century Gothic"/>
                <a:cs typeface="Century Gothic"/>
              </a:rPr>
              <a:t>employers</a:t>
            </a:r>
            <a:r>
              <a:rPr sz="800" spc="65" dirty="0">
                <a:latin typeface="Century Gothic"/>
                <a:cs typeface="Century Gothic"/>
              </a:rPr>
              <a:t> </a:t>
            </a:r>
            <a:r>
              <a:rPr sz="800" dirty="0">
                <a:latin typeface="Century Gothic"/>
                <a:cs typeface="Century Gothic"/>
              </a:rPr>
              <a:t>and</a:t>
            </a:r>
            <a:r>
              <a:rPr sz="800" spc="75" dirty="0">
                <a:latin typeface="Century Gothic"/>
                <a:cs typeface="Century Gothic"/>
              </a:rPr>
              <a:t> </a:t>
            </a:r>
            <a:r>
              <a:rPr sz="800" dirty="0">
                <a:latin typeface="Century Gothic"/>
                <a:cs typeface="Century Gothic"/>
              </a:rPr>
              <a:t>contribute</a:t>
            </a:r>
            <a:r>
              <a:rPr sz="800" spc="65" dirty="0">
                <a:latin typeface="Century Gothic"/>
                <a:cs typeface="Century Gothic"/>
              </a:rPr>
              <a:t> </a:t>
            </a:r>
            <a:r>
              <a:rPr sz="800" spc="-10" dirty="0">
                <a:latin typeface="Century Gothic"/>
                <a:cs typeface="Century Gothic"/>
              </a:rPr>
              <a:t>towards </a:t>
            </a:r>
            <a:r>
              <a:rPr sz="800" dirty="0">
                <a:latin typeface="Century Gothic"/>
                <a:cs typeface="Century Gothic"/>
              </a:rPr>
              <a:t>securing</a:t>
            </a:r>
            <a:r>
              <a:rPr sz="800" spc="165" dirty="0">
                <a:latin typeface="Century Gothic"/>
                <a:cs typeface="Century Gothic"/>
              </a:rPr>
              <a:t> </a:t>
            </a:r>
            <a:r>
              <a:rPr sz="800" dirty="0">
                <a:latin typeface="Century Gothic"/>
                <a:cs typeface="Century Gothic"/>
              </a:rPr>
              <a:t>and</a:t>
            </a:r>
            <a:r>
              <a:rPr sz="800" spc="180" dirty="0">
                <a:latin typeface="Century Gothic"/>
                <a:cs typeface="Century Gothic"/>
              </a:rPr>
              <a:t> </a:t>
            </a:r>
            <a:r>
              <a:rPr sz="800" dirty="0">
                <a:latin typeface="Century Gothic"/>
                <a:cs typeface="Century Gothic"/>
              </a:rPr>
              <a:t>progressing</a:t>
            </a:r>
            <a:r>
              <a:rPr sz="800" spc="90" dirty="0">
                <a:latin typeface="Century Gothic"/>
                <a:cs typeface="Century Gothic"/>
              </a:rPr>
              <a:t> </a:t>
            </a:r>
            <a:r>
              <a:rPr sz="800" dirty="0">
                <a:latin typeface="Century Gothic"/>
                <a:cs typeface="Century Gothic"/>
              </a:rPr>
              <a:t>their</a:t>
            </a:r>
            <a:r>
              <a:rPr sz="800" spc="45" dirty="0">
                <a:latin typeface="Century Gothic"/>
                <a:cs typeface="Century Gothic"/>
              </a:rPr>
              <a:t> </a:t>
            </a:r>
            <a:r>
              <a:rPr sz="800" spc="-10" dirty="0">
                <a:latin typeface="Century Gothic"/>
                <a:cs typeface="Century Gothic"/>
              </a:rPr>
              <a:t>career.</a:t>
            </a:r>
            <a:endParaRPr sz="800" dirty="0">
              <a:latin typeface="Century Gothic"/>
              <a:cs typeface="Century Gothic"/>
            </a:endParaRPr>
          </a:p>
          <a:p>
            <a:pPr>
              <a:lnSpc>
                <a:spcPct val="100000"/>
              </a:lnSpc>
              <a:spcBef>
                <a:spcPts val="204"/>
              </a:spcBef>
            </a:pPr>
            <a:endParaRPr sz="800" dirty="0">
              <a:latin typeface="Century Gothic"/>
              <a:cs typeface="Century Gothic"/>
            </a:endParaRPr>
          </a:p>
          <a:p>
            <a:pPr marL="12700">
              <a:lnSpc>
                <a:spcPct val="100000"/>
              </a:lnSpc>
            </a:pPr>
            <a:r>
              <a:rPr sz="800" b="1" spc="95" dirty="0">
                <a:latin typeface="Calibri"/>
                <a:cs typeface="Calibri"/>
              </a:rPr>
              <a:t>Assessment</a:t>
            </a:r>
            <a:endParaRPr sz="800" dirty="0">
              <a:latin typeface="Calibri"/>
              <a:cs typeface="Calibri"/>
            </a:endParaRPr>
          </a:p>
          <a:p>
            <a:pPr marL="12700" marR="5080" algn="just">
              <a:lnSpc>
                <a:spcPct val="109400"/>
              </a:lnSpc>
            </a:pPr>
            <a:r>
              <a:rPr sz="800" dirty="0">
                <a:latin typeface="Century Gothic"/>
                <a:cs typeface="Century Gothic"/>
              </a:rPr>
              <a:t>To</a:t>
            </a:r>
            <a:r>
              <a:rPr sz="800" spc="280" dirty="0">
                <a:latin typeface="Century Gothic"/>
                <a:cs typeface="Century Gothic"/>
              </a:rPr>
              <a:t> </a:t>
            </a:r>
            <a:r>
              <a:rPr sz="800" dirty="0">
                <a:latin typeface="Century Gothic"/>
                <a:cs typeface="Century Gothic"/>
              </a:rPr>
              <a:t>achieve</a:t>
            </a:r>
            <a:r>
              <a:rPr sz="800" spc="265" dirty="0">
                <a:latin typeface="Century Gothic"/>
                <a:cs typeface="Century Gothic"/>
              </a:rPr>
              <a:t> </a:t>
            </a:r>
            <a:r>
              <a:rPr sz="800" dirty="0">
                <a:latin typeface="Century Gothic"/>
                <a:cs typeface="Century Gothic"/>
              </a:rPr>
              <a:t>this</a:t>
            </a:r>
            <a:r>
              <a:rPr sz="800" spc="290" dirty="0">
                <a:latin typeface="Century Gothic"/>
                <a:cs typeface="Century Gothic"/>
              </a:rPr>
              <a:t> </a:t>
            </a:r>
            <a:r>
              <a:rPr sz="800" dirty="0">
                <a:latin typeface="Century Gothic"/>
                <a:cs typeface="Century Gothic"/>
              </a:rPr>
              <a:t>unit,</a:t>
            </a:r>
            <a:r>
              <a:rPr sz="800" spc="270" dirty="0">
                <a:latin typeface="Century Gothic"/>
                <a:cs typeface="Century Gothic"/>
              </a:rPr>
              <a:t> </a:t>
            </a:r>
            <a:r>
              <a:rPr sz="800" dirty="0">
                <a:latin typeface="Century Gothic"/>
                <a:cs typeface="Century Gothic"/>
              </a:rPr>
              <a:t>the</a:t>
            </a:r>
            <a:r>
              <a:rPr sz="800" spc="270" dirty="0">
                <a:latin typeface="Century Gothic"/>
                <a:cs typeface="Century Gothic"/>
              </a:rPr>
              <a:t> </a:t>
            </a:r>
            <a:r>
              <a:rPr sz="800" dirty="0">
                <a:latin typeface="Century Gothic"/>
                <a:cs typeface="Century Gothic"/>
              </a:rPr>
              <a:t>learner</a:t>
            </a:r>
            <a:r>
              <a:rPr sz="800" spc="280" dirty="0">
                <a:latin typeface="Century Gothic"/>
                <a:cs typeface="Century Gothic"/>
              </a:rPr>
              <a:t> </a:t>
            </a:r>
            <a:r>
              <a:rPr sz="800" dirty="0">
                <a:latin typeface="Century Gothic"/>
                <a:cs typeface="Century Gothic"/>
              </a:rPr>
              <a:t>needs</a:t>
            </a:r>
            <a:r>
              <a:rPr sz="800" spc="295" dirty="0">
                <a:latin typeface="Century Gothic"/>
                <a:cs typeface="Century Gothic"/>
              </a:rPr>
              <a:t> </a:t>
            </a:r>
            <a:r>
              <a:rPr sz="800" dirty="0">
                <a:latin typeface="Century Gothic"/>
                <a:cs typeface="Century Gothic"/>
              </a:rPr>
              <a:t>to</a:t>
            </a:r>
            <a:r>
              <a:rPr sz="800" spc="285" dirty="0">
                <a:latin typeface="Century Gothic"/>
                <a:cs typeface="Century Gothic"/>
              </a:rPr>
              <a:t> </a:t>
            </a:r>
            <a:r>
              <a:rPr sz="800" dirty="0">
                <a:latin typeface="Century Gothic"/>
                <a:cs typeface="Century Gothic"/>
              </a:rPr>
              <a:t>demonstrate</a:t>
            </a:r>
            <a:r>
              <a:rPr sz="800" spc="270" dirty="0">
                <a:latin typeface="Century Gothic"/>
                <a:cs typeface="Century Gothic"/>
              </a:rPr>
              <a:t> </a:t>
            </a:r>
            <a:r>
              <a:rPr sz="800" dirty="0">
                <a:latin typeface="Century Gothic"/>
                <a:cs typeface="Century Gothic"/>
              </a:rPr>
              <a:t>that</a:t>
            </a:r>
            <a:r>
              <a:rPr sz="800" spc="295" dirty="0">
                <a:latin typeface="Century Gothic"/>
                <a:cs typeface="Century Gothic"/>
              </a:rPr>
              <a:t> </a:t>
            </a:r>
            <a:r>
              <a:rPr sz="800" dirty="0">
                <a:latin typeface="Century Gothic"/>
                <a:cs typeface="Century Gothic"/>
              </a:rPr>
              <a:t>they</a:t>
            </a:r>
            <a:r>
              <a:rPr sz="800" spc="280" dirty="0">
                <a:latin typeface="Century Gothic"/>
                <a:cs typeface="Century Gothic"/>
              </a:rPr>
              <a:t> </a:t>
            </a:r>
            <a:r>
              <a:rPr sz="800" dirty="0">
                <a:latin typeface="Century Gothic"/>
                <a:cs typeface="Century Gothic"/>
              </a:rPr>
              <a:t>can</a:t>
            </a:r>
            <a:r>
              <a:rPr sz="800" spc="300" dirty="0">
                <a:latin typeface="Century Gothic"/>
                <a:cs typeface="Century Gothic"/>
              </a:rPr>
              <a:t> </a:t>
            </a:r>
            <a:r>
              <a:rPr sz="800" dirty="0">
                <a:latin typeface="Century Gothic"/>
                <a:cs typeface="Century Gothic"/>
              </a:rPr>
              <a:t>meet</a:t>
            </a:r>
            <a:r>
              <a:rPr sz="800" spc="275" dirty="0">
                <a:latin typeface="Century Gothic"/>
                <a:cs typeface="Century Gothic"/>
              </a:rPr>
              <a:t> </a:t>
            </a:r>
            <a:r>
              <a:rPr sz="800" dirty="0">
                <a:latin typeface="Century Gothic"/>
                <a:cs typeface="Century Gothic"/>
              </a:rPr>
              <a:t>all</a:t>
            </a:r>
            <a:r>
              <a:rPr sz="800" spc="270" dirty="0">
                <a:latin typeface="Century Gothic"/>
                <a:cs typeface="Century Gothic"/>
              </a:rPr>
              <a:t> </a:t>
            </a:r>
            <a:r>
              <a:rPr sz="800" dirty="0">
                <a:latin typeface="Century Gothic"/>
                <a:cs typeface="Century Gothic"/>
              </a:rPr>
              <a:t>the</a:t>
            </a:r>
            <a:r>
              <a:rPr sz="800" spc="5" dirty="0">
                <a:latin typeface="Century Gothic"/>
                <a:cs typeface="Century Gothic"/>
              </a:rPr>
              <a:t> </a:t>
            </a:r>
            <a:r>
              <a:rPr sz="800" dirty="0">
                <a:latin typeface="Century Gothic"/>
                <a:cs typeface="Century Gothic"/>
              </a:rPr>
              <a:t>learning</a:t>
            </a:r>
            <a:r>
              <a:rPr sz="800" spc="459" dirty="0">
                <a:latin typeface="Century Gothic"/>
                <a:cs typeface="Century Gothic"/>
              </a:rPr>
              <a:t> </a:t>
            </a:r>
            <a:r>
              <a:rPr sz="800" dirty="0">
                <a:latin typeface="Century Gothic"/>
                <a:cs typeface="Century Gothic"/>
              </a:rPr>
              <a:t>outcomes</a:t>
            </a:r>
            <a:r>
              <a:rPr sz="800" spc="455" dirty="0">
                <a:latin typeface="Century Gothic"/>
                <a:cs typeface="Century Gothic"/>
              </a:rPr>
              <a:t> </a:t>
            </a:r>
            <a:r>
              <a:rPr sz="800" dirty="0">
                <a:latin typeface="Century Gothic"/>
                <a:cs typeface="Century Gothic"/>
              </a:rPr>
              <a:t>for</a:t>
            </a:r>
            <a:r>
              <a:rPr sz="800" spc="450" dirty="0">
                <a:latin typeface="Century Gothic"/>
                <a:cs typeface="Century Gothic"/>
              </a:rPr>
              <a:t> </a:t>
            </a:r>
            <a:r>
              <a:rPr sz="800" dirty="0">
                <a:latin typeface="Century Gothic"/>
                <a:cs typeface="Century Gothic"/>
              </a:rPr>
              <a:t>the</a:t>
            </a:r>
            <a:r>
              <a:rPr sz="800" spc="470" dirty="0">
                <a:latin typeface="Century Gothic"/>
                <a:cs typeface="Century Gothic"/>
              </a:rPr>
              <a:t> </a:t>
            </a:r>
            <a:r>
              <a:rPr sz="800" spc="-10" dirty="0">
                <a:latin typeface="Century Gothic"/>
                <a:cs typeface="Century Gothic"/>
              </a:rPr>
              <a:t>unit. </a:t>
            </a:r>
            <a:r>
              <a:rPr sz="800" dirty="0">
                <a:latin typeface="Century Gothic"/>
                <a:cs typeface="Century Gothic"/>
              </a:rPr>
              <a:t>The</a:t>
            </a:r>
            <a:r>
              <a:rPr sz="800" spc="145" dirty="0">
                <a:latin typeface="Century Gothic"/>
                <a:cs typeface="Century Gothic"/>
              </a:rPr>
              <a:t>  </a:t>
            </a:r>
            <a:r>
              <a:rPr sz="800" dirty="0">
                <a:latin typeface="Century Gothic"/>
                <a:cs typeface="Century Gothic"/>
              </a:rPr>
              <a:t>assessment</a:t>
            </a:r>
            <a:r>
              <a:rPr sz="800" spc="160" dirty="0">
                <a:latin typeface="Century Gothic"/>
                <a:cs typeface="Century Gothic"/>
              </a:rPr>
              <a:t>  </a:t>
            </a:r>
            <a:r>
              <a:rPr sz="800" dirty="0">
                <a:latin typeface="Century Gothic"/>
                <a:cs typeface="Century Gothic"/>
              </a:rPr>
              <a:t>criteria</a:t>
            </a:r>
            <a:r>
              <a:rPr sz="800" spc="160" dirty="0">
                <a:latin typeface="Century Gothic"/>
                <a:cs typeface="Century Gothic"/>
              </a:rPr>
              <a:t>  </a:t>
            </a:r>
            <a:r>
              <a:rPr sz="800" dirty="0">
                <a:latin typeface="Century Gothic"/>
                <a:cs typeface="Century Gothic"/>
              </a:rPr>
              <a:t>determine</a:t>
            </a:r>
            <a:r>
              <a:rPr sz="800" spc="150" dirty="0">
                <a:latin typeface="Century Gothic"/>
                <a:cs typeface="Century Gothic"/>
              </a:rPr>
              <a:t>  </a:t>
            </a:r>
            <a:r>
              <a:rPr sz="800" dirty="0">
                <a:latin typeface="Century Gothic"/>
                <a:cs typeface="Century Gothic"/>
              </a:rPr>
              <a:t>the</a:t>
            </a:r>
            <a:r>
              <a:rPr sz="800" spc="155" dirty="0">
                <a:latin typeface="Century Gothic"/>
                <a:cs typeface="Century Gothic"/>
              </a:rPr>
              <a:t>  </a:t>
            </a:r>
            <a:r>
              <a:rPr sz="800" spc="-10" dirty="0">
                <a:latin typeface="Century Gothic"/>
                <a:cs typeface="Century Gothic"/>
              </a:rPr>
              <a:t>standard </a:t>
            </a:r>
            <a:r>
              <a:rPr sz="800" dirty="0">
                <a:latin typeface="Century Gothic"/>
                <a:cs typeface="Century Gothic"/>
              </a:rPr>
              <a:t>required</a:t>
            </a:r>
            <a:r>
              <a:rPr sz="800" spc="85" dirty="0">
                <a:latin typeface="Century Gothic"/>
                <a:cs typeface="Century Gothic"/>
              </a:rPr>
              <a:t> </a:t>
            </a:r>
            <a:r>
              <a:rPr sz="800" dirty="0">
                <a:latin typeface="Century Gothic"/>
                <a:cs typeface="Century Gothic"/>
              </a:rPr>
              <a:t>to</a:t>
            </a:r>
            <a:r>
              <a:rPr sz="800" spc="100" dirty="0">
                <a:latin typeface="Century Gothic"/>
                <a:cs typeface="Century Gothic"/>
              </a:rPr>
              <a:t> </a:t>
            </a:r>
            <a:r>
              <a:rPr sz="800" spc="-20" dirty="0">
                <a:latin typeface="Century Gothic"/>
                <a:cs typeface="Century Gothic"/>
              </a:rPr>
              <a:t>achieve</a:t>
            </a:r>
            <a:r>
              <a:rPr sz="800" spc="75" dirty="0">
                <a:latin typeface="Century Gothic"/>
                <a:cs typeface="Century Gothic"/>
              </a:rPr>
              <a:t> </a:t>
            </a:r>
            <a:r>
              <a:rPr sz="800" dirty="0">
                <a:latin typeface="Century Gothic"/>
                <a:cs typeface="Century Gothic"/>
              </a:rPr>
              <a:t>the</a:t>
            </a:r>
            <a:r>
              <a:rPr sz="800" spc="100" dirty="0">
                <a:latin typeface="Century Gothic"/>
                <a:cs typeface="Century Gothic"/>
              </a:rPr>
              <a:t> </a:t>
            </a:r>
            <a:r>
              <a:rPr sz="800" dirty="0">
                <a:latin typeface="Century Gothic"/>
                <a:cs typeface="Century Gothic"/>
              </a:rPr>
              <a:t>unit</a:t>
            </a:r>
            <a:r>
              <a:rPr sz="800" spc="95" dirty="0">
                <a:latin typeface="Century Gothic"/>
                <a:cs typeface="Century Gothic"/>
              </a:rPr>
              <a:t> </a:t>
            </a:r>
            <a:r>
              <a:rPr sz="800" dirty="0">
                <a:latin typeface="Century Gothic"/>
                <a:cs typeface="Century Gothic"/>
              </a:rPr>
              <a:t>through</a:t>
            </a:r>
            <a:r>
              <a:rPr sz="800" spc="114" dirty="0">
                <a:latin typeface="Century Gothic"/>
                <a:cs typeface="Century Gothic"/>
              </a:rPr>
              <a:t> </a:t>
            </a:r>
            <a:r>
              <a:rPr sz="800" dirty="0">
                <a:latin typeface="Century Gothic"/>
                <a:cs typeface="Century Gothic"/>
              </a:rPr>
              <a:t>a</a:t>
            </a:r>
            <a:r>
              <a:rPr sz="800" spc="95" dirty="0">
                <a:latin typeface="Century Gothic"/>
                <a:cs typeface="Century Gothic"/>
              </a:rPr>
              <a:t> </a:t>
            </a:r>
            <a:r>
              <a:rPr sz="800" dirty="0">
                <a:latin typeface="Century Gothic"/>
                <a:cs typeface="Century Gothic"/>
              </a:rPr>
              <a:t>variety</a:t>
            </a:r>
            <a:r>
              <a:rPr sz="800" spc="75" dirty="0">
                <a:latin typeface="Century Gothic"/>
                <a:cs typeface="Century Gothic"/>
              </a:rPr>
              <a:t> </a:t>
            </a:r>
            <a:r>
              <a:rPr sz="800" dirty="0">
                <a:latin typeface="Century Gothic"/>
                <a:cs typeface="Century Gothic"/>
              </a:rPr>
              <a:t>of</a:t>
            </a:r>
            <a:r>
              <a:rPr sz="800" spc="110" dirty="0">
                <a:latin typeface="Century Gothic"/>
                <a:cs typeface="Century Gothic"/>
              </a:rPr>
              <a:t> </a:t>
            </a:r>
            <a:r>
              <a:rPr sz="800" dirty="0">
                <a:latin typeface="Century Gothic"/>
                <a:cs typeface="Century Gothic"/>
              </a:rPr>
              <a:t>assessment</a:t>
            </a:r>
            <a:r>
              <a:rPr sz="800" spc="125" dirty="0">
                <a:latin typeface="Century Gothic"/>
                <a:cs typeface="Century Gothic"/>
              </a:rPr>
              <a:t> </a:t>
            </a:r>
            <a:r>
              <a:rPr sz="800" spc="-10" dirty="0">
                <a:latin typeface="Century Gothic"/>
                <a:cs typeface="Century Gothic"/>
              </a:rPr>
              <a:t>methods appropriate</a:t>
            </a:r>
            <a:r>
              <a:rPr sz="800" spc="90" dirty="0">
                <a:latin typeface="Century Gothic"/>
                <a:cs typeface="Century Gothic"/>
              </a:rPr>
              <a:t> </a:t>
            </a:r>
            <a:r>
              <a:rPr sz="800" dirty="0">
                <a:latin typeface="Century Gothic"/>
                <a:cs typeface="Century Gothic"/>
              </a:rPr>
              <a:t>to</a:t>
            </a:r>
            <a:r>
              <a:rPr sz="800" spc="35" dirty="0">
                <a:latin typeface="Century Gothic"/>
                <a:cs typeface="Century Gothic"/>
              </a:rPr>
              <a:t> </a:t>
            </a:r>
            <a:r>
              <a:rPr sz="800" dirty="0">
                <a:latin typeface="Century Gothic"/>
                <a:cs typeface="Century Gothic"/>
              </a:rPr>
              <a:t>the</a:t>
            </a:r>
            <a:r>
              <a:rPr sz="800" spc="20" dirty="0">
                <a:latin typeface="Century Gothic"/>
                <a:cs typeface="Century Gothic"/>
              </a:rPr>
              <a:t> </a:t>
            </a:r>
            <a:r>
              <a:rPr sz="800" dirty="0">
                <a:latin typeface="Century Gothic"/>
                <a:cs typeface="Century Gothic"/>
              </a:rPr>
              <a:t>delivery</a:t>
            </a:r>
            <a:r>
              <a:rPr sz="800" spc="-100" dirty="0">
                <a:latin typeface="Century Gothic"/>
                <a:cs typeface="Century Gothic"/>
              </a:rPr>
              <a:t> </a:t>
            </a:r>
            <a:r>
              <a:rPr sz="800" spc="-10" dirty="0">
                <a:latin typeface="Century Gothic"/>
                <a:cs typeface="Century Gothic"/>
              </a:rPr>
              <a:t>environment</a:t>
            </a:r>
            <a:endParaRPr sz="800" dirty="0">
              <a:latin typeface="Century Gothic"/>
              <a:cs typeface="Century Gothic"/>
            </a:endParaRPr>
          </a:p>
        </p:txBody>
      </p:sp>
      <p:pic>
        <p:nvPicPr>
          <p:cNvPr id="4" name="object 4"/>
          <p:cNvPicPr/>
          <p:nvPr/>
        </p:nvPicPr>
        <p:blipFill>
          <a:blip r:embed="rId2" cstate="print"/>
          <a:stretch>
            <a:fillRect/>
          </a:stretch>
        </p:blipFill>
        <p:spPr>
          <a:xfrm>
            <a:off x="2081783" y="1641348"/>
            <a:ext cx="2694431" cy="1220698"/>
          </a:xfrm>
          <a:prstGeom prst="rect">
            <a:avLst/>
          </a:prstGeom>
        </p:spPr>
      </p:pic>
      <p:sp>
        <p:nvSpPr>
          <p:cNvPr id="5" name="object 5"/>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6" name="object 6"/>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1</a:t>
            </a:fld>
            <a:endParaRPr spc="-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27558" y="865340"/>
            <a:ext cx="6076315" cy="4097654"/>
          </a:xfrm>
          <a:prstGeom prst="rect">
            <a:avLst/>
          </a:prstGeom>
        </p:spPr>
        <p:txBody>
          <a:bodyPr vert="horz" wrap="square" lIns="0" tIns="36830" rIns="0" bIns="0" rtlCol="0">
            <a:spAutoFit/>
          </a:bodyPr>
          <a:lstStyle/>
          <a:p>
            <a:pPr algn="ctr">
              <a:lnSpc>
                <a:spcPct val="100000"/>
              </a:lnSpc>
              <a:spcBef>
                <a:spcPts val="290"/>
              </a:spcBef>
            </a:pPr>
            <a:r>
              <a:rPr sz="1800" spc="180" dirty="0">
                <a:latin typeface="Century Gothic"/>
                <a:cs typeface="Century Gothic"/>
              </a:rPr>
              <a:t>A</a:t>
            </a:r>
            <a:r>
              <a:rPr sz="1800" spc="180" dirty="0">
                <a:latin typeface="Calibri"/>
                <a:cs typeface="Calibri"/>
              </a:rPr>
              <a:t>pplying</a:t>
            </a:r>
            <a:r>
              <a:rPr sz="1800" spc="65" dirty="0">
                <a:latin typeface="Calibri"/>
                <a:cs typeface="Calibri"/>
              </a:rPr>
              <a:t> </a:t>
            </a:r>
            <a:r>
              <a:rPr sz="1800" spc="105" dirty="0">
                <a:latin typeface="Calibri"/>
                <a:cs typeface="Calibri"/>
              </a:rPr>
              <a:t>for</a:t>
            </a:r>
            <a:r>
              <a:rPr sz="1800" spc="65" dirty="0">
                <a:latin typeface="Calibri"/>
                <a:cs typeface="Calibri"/>
              </a:rPr>
              <a:t> </a:t>
            </a:r>
            <a:r>
              <a:rPr sz="1800" spc="170" dirty="0">
                <a:latin typeface="Calibri"/>
                <a:cs typeface="Calibri"/>
              </a:rPr>
              <a:t>Opportunities</a:t>
            </a:r>
            <a:endParaRPr sz="1800">
              <a:latin typeface="Calibri"/>
              <a:cs typeface="Calibri"/>
            </a:endParaRPr>
          </a:p>
          <a:p>
            <a:pPr algn="ctr">
              <a:lnSpc>
                <a:spcPct val="100000"/>
              </a:lnSpc>
              <a:spcBef>
                <a:spcPts val="195"/>
              </a:spcBef>
            </a:pPr>
            <a:r>
              <a:rPr sz="1800" spc="-10" dirty="0">
                <a:latin typeface="Century Gothic"/>
                <a:cs typeface="Century Gothic"/>
              </a:rPr>
              <a:t>D/617/1559</a:t>
            </a:r>
            <a:endParaRPr sz="1800">
              <a:latin typeface="Century Gothic"/>
              <a:cs typeface="Century Gothic"/>
            </a:endParaRPr>
          </a:p>
          <a:p>
            <a:pPr>
              <a:lnSpc>
                <a:spcPct val="100000"/>
              </a:lnSpc>
              <a:spcBef>
                <a:spcPts val="1405"/>
              </a:spcBef>
            </a:pPr>
            <a:endParaRPr sz="1800">
              <a:latin typeface="Century Gothic"/>
              <a:cs typeface="Century Gothic"/>
            </a:endParaRPr>
          </a:p>
          <a:p>
            <a:pPr algn="ctr">
              <a:lnSpc>
                <a:spcPct val="100000"/>
              </a:lnSpc>
            </a:pPr>
            <a:r>
              <a:rPr sz="1400" b="1" spc="185" dirty="0">
                <a:latin typeface="Calibri"/>
                <a:cs typeface="Calibri"/>
              </a:rPr>
              <a:t>Assessment</a:t>
            </a:r>
            <a:r>
              <a:rPr sz="1400" b="1" spc="85" dirty="0">
                <a:latin typeface="Calibri"/>
                <a:cs typeface="Calibri"/>
              </a:rPr>
              <a:t> </a:t>
            </a:r>
            <a:r>
              <a:rPr sz="1400" b="1" spc="105" dirty="0">
                <a:latin typeface="Calibri"/>
                <a:cs typeface="Calibri"/>
              </a:rPr>
              <a:t>Criteria:</a:t>
            </a:r>
            <a:endParaRPr sz="1400">
              <a:latin typeface="Calibri"/>
              <a:cs typeface="Calibri"/>
            </a:endParaRPr>
          </a:p>
          <a:p>
            <a:pPr>
              <a:lnSpc>
                <a:spcPct val="100000"/>
              </a:lnSpc>
              <a:spcBef>
                <a:spcPts val="315"/>
              </a:spcBef>
            </a:pPr>
            <a:endParaRPr sz="1400">
              <a:latin typeface="Calibri"/>
              <a:cs typeface="Calibri"/>
            </a:endParaRPr>
          </a:p>
          <a:p>
            <a:pPr marL="12700" marR="557530" lvl="1" indent="-6985">
              <a:lnSpc>
                <a:spcPct val="100000"/>
              </a:lnSpc>
              <a:buSzPct val="83333"/>
              <a:buAutoNum type="arabicPeriod"/>
              <a:tabLst>
                <a:tab pos="193040" algn="l"/>
              </a:tabLst>
            </a:pPr>
            <a:r>
              <a:rPr sz="1200" dirty="0">
                <a:latin typeface="Century Gothic"/>
                <a:cs typeface="Century Gothic"/>
              </a:rPr>
              <a:t>	Identify</a:t>
            </a:r>
            <a:r>
              <a:rPr sz="1200" spc="60" dirty="0">
                <a:latin typeface="Century Gothic"/>
                <a:cs typeface="Century Gothic"/>
              </a:rPr>
              <a:t> </a:t>
            </a:r>
            <a:r>
              <a:rPr sz="1200" dirty="0">
                <a:latin typeface="Century Gothic"/>
                <a:cs typeface="Century Gothic"/>
              </a:rPr>
              <a:t>the</a:t>
            </a:r>
            <a:r>
              <a:rPr sz="1200" spc="75" dirty="0">
                <a:latin typeface="Century Gothic"/>
                <a:cs typeface="Century Gothic"/>
              </a:rPr>
              <a:t> </a:t>
            </a:r>
            <a:r>
              <a:rPr sz="1200" dirty="0">
                <a:latin typeface="Century Gothic"/>
                <a:cs typeface="Century Gothic"/>
              </a:rPr>
              <a:t>type</a:t>
            </a:r>
            <a:r>
              <a:rPr sz="1200" spc="65" dirty="0">
                <a:latin typeface="Century Gothic"/>
                <a:cs typeface="Century Gothic"/>
              </a:rPr>
              <a:t> </a:t>
            </a:r>
            <a:r>
              <a:rPr sz="1200" dirty="0">
                <a:latin typeface="Century Gothic"/>
                <a:cs typeface="Century Gothic"/>
              </a:rPr>
              <a:t>of</a:t>
            </a:r>
            <a:r>
              <a:rPr sz="1200" spc="105" dirty="0">
                <a:latin typeface="Century Gothic"/>
                <a:cs typeface="Century Gothic"/>
              </a:rPr>
              <a:t> </a:t>
            </a:r>
            <a:r>
              <a:rPr sz="1200" dirty="0">
                <a:latin typeface="Century Gothic"/>
                <a:cs typeface="Century Gothic"/>
              </a:rPr>
              <a:t>information</a:t>
            </a:r>
            <a:r>
              <a:rPr sz="1200" spc="40" dirty="0">
                <a:latin typeface="Century Gothic"/>
                <a:cs typeface="Century Gothic"/>
              </a:rPr>
              <a:t> </a:t>
            </a:r>
            <a:r>
              <a:rPr sz="1200" spc="45" dirty="0">
                <a:latin typeface="Century Gothic"/>
                <a:cs typeface="Century Gothic"/>
              </a:rPr>
              <a:t>usually</a:t>
            </a:r>
            <a:r>
              <a:rPr sz="1200" spc="110" dirty="0">
                <a:latin typeface="Century Gothic"/>
                <a:cs typeface="Century Gothic"/>
              </a:rPr>
              <a:t> </a:t>
            </a:r>
            <a:r>
              <a:rPr sz="1200" dirty="0">
                <a:latin typeface="Century Gothic"/>
                <a:cs typeface="Century Gothic"/>
              </a:rPr>
              <a:t>requested</a:t>
            </a:r>
            <a:r>
              <a:rPr sz="1200" spc="70" dirty="0">
                <a:latin typeface="Century Gothic"/>
                <a:cs typeface="Century Gothic"/>
              </a:rPr>
              <a:t> </a:t>
            </a:r>
            <a:r>
              <a:rPr sz="1200" spc="75" dirty="0">
                <a:latin typeface="Century Gothic"/>
                <a:cs typeface="Century Gothic"/>
              </a:rPr>
              <a:t>in</a:t>
            </a:r>
            <a:r>
              <a:rPr sz="1200" spc="90" dirty="0">
                <a:latin typeface="Century Gothic"/>
                <a:cs typeface="Century Gothic"/>
              </a:rPr>
              <a:t> </a:t>
            </a:r>
            <a:r>
              <a:rPr sz="1200" spc="-130" dirty="0">
                <a:latin typeface="Century Gothic"/>
                <a:cs typeface="Century Gothic"/>
              </a:rPr>
              <a:t>a</a:t>
            </a:r>
            <a:r>
              <a:rPr sz="1200" spc="95" dirty="0">
                <a:latin typeface="Century Gothic"/>
                <a:cs typeface="Century Gothic"/>
              </a:rPr>
              <a:t> </a:t>
            </a:r>
            <a:r>
              <a:rPr sz="1200" spc="-10" dirty="0">
                <a:latin typeface="Century Gothic"/>
                <a:cs typeface="Century Gothic"/>
              </a:rPr>
              <a:t>straightforward application</a:t>
            </a:r>
            <a:endParaRPr sz="1200">
              <a:latin typeface="Century Gothic"/>
              <a:cs typeface="Century Gothic"/>
            </a:endParaRPr>
          </a:p>
          <a:p>
            <a:pPr marL="12700" marR="172720" lvl="1" indent="212725">
              <a:lnSpc>
                <a:spcPts val="1820"/>
              </a:lnSpc>
              <a:spcBef>
                <a:spcPts val="80"/>
              </a:spcBef>
              <a:buSzPct val="83333"/>
              <a:buAutoNum type="arabicPeriod"/>
              <a:tabLst>
                <a:tab pos="225425" algn="l"/>
              </a:tabLst>
            </a:pPr>
            <a:r>
              <a:rPr sz="1200" spc="55" dirty="0">
                <a:latin typeface="Century Gothic"/>
                <a:cs typeface="Century Gothic"/>
              </a:rPr>
              <a:t>Present</a:t>
            </a:r>
            <a:r>
              <a:rPr sz="1200" spc="10" dirty="0">
                <a:latin typeface="Century Gothic"/>
                <a:cs typeface="Century Gothic"/>
              </a:rPr>
              <a:t> </a:t>
            </a:r>
            <a:r>
              <a:rPr sz="1200" dirty="0">
                <a:latin typeface="Century Gothic"/>
                <a:cs typeface="Century Gothic"/>
              </a:rPr>
              <a:t>the</a:t>
            </a:r>
            <a:r>
              <a:rPr sz="1200" spc="30" dirty="0">
                <a:latin typeface="Century Gothic"/>
                <a:cs typeface="Century Gothic"/>
              </a:rPr>
              <a:t> </a:t>
            </a:r>
            <a:r>
              <a:rPr sz="1200" dirty="0">
                <a:latin typeface="Century Gothic"/>
                <a:cs typeface="Century Gothic"/>
              </a:rPr>
              <a:t>information they</a:t>
            </a:r>
            <a:r>
              <a:rPr sz="1200" spc="35" dirty="0">
                <a:latin typeface="Century Gothic"/>
                <a:cs typeface="Century Gothic"/>
              </a:rPr>
              <a:t> </a:t>
            </a:r>
            <a:r>
              <a:rPr sz="1200" spc="70" dirty="0">
                <a:latin typeface="Century Gothic"/>
                <a:cs typeface="Century Gothic"/>
              </a:rPr>
              <a:t>will</a:t>
            </a:r>
            <a:r>
              <a:rPr sz="1200" spc="25" dirty="0">
                <a:latin typeface="Century Gothic"/>
                <a:cs typeface="Century Gothic"/>
              </a:rPr>
              <a:t> </a:t>
            </a:r>
            <a:r>
              <a:rPr sz="1200" spc="-10" dirty="0">
                <a:latin typeface="Century Gothic"/>
                <a:cs typeface="Century Gothic"/>
              </a:rPr>
              <a:t>need</a:t>
            </a:r>
            <a:r>
              <a:rPr sz="1200" spc="40" dirty="0">
                <a:latin typeface="Century Gothic"/>
                <a:cs typeface="Century Gothic"/>
              </a:rPr>
              <a:t> </a:t>
            </a:r>
            <a:r>
              <a:rPr sz="1200" dirty="0">
                <a:latin typeface="Century Gothic"/>
                <a:cs typeface="Century Gothic"/>
              </a:rPr>
              <a:t>for</a:t>
            </a:r>
            <a:r>
              <a:rPr sz="1200" spc="35" dirty="0">
                <a:latin typeface="Century Gothic"/>
                <a:cs typeface="Century Gothic"/>
              </a:rPr>
              <a:t> </a:t>
            </a:r>
            <a:r>
              <a:rPr sz="1200" dirty="0">
                <a:latin typeface="Century Gothic"/>
                <a:cs typeface="Century Gothic"/>
              </a:rPr>
              <a:t>an</a:t>
            </a:r>
            <a:r>
              <a:rPr sz="1200" spc="45" dirty="0">
                <a:latin typeface="Century Gothic"/>
                <a:cs typeface="Century Gothic"/>
              </a:rPr>
              <a:t> </a:t>
            </a:r>
            <a:r>
              <a:rPr sz="1200" dirty="0">
                <a:latin typeface="Century Gothic"/>
                <a:cs typeface="Century Gothic"/>
              </a:rPr>
              <a:t>application</a:t>
            </a:r>
            <a:r>
              <a:rPr sz="1200" spc="10" dirty="0">
                <a:latin typeface="Century Gothic"/>
                <a:cs typeface="Century Gothic"/>
              </a:rPr>
              <a:t> </a:t>
            </a:r>
            <a:r>
              <a:rPr sz="1200" spc="60" dirty="0">
                <a:latin typeface="Century Gothic"/>
                <a:cs typeface="Century Gothic"/>
              </a:rPr>
              <a:t>ensuring</a:t>
            </a:r>
            <a:r>
              <a:rPr sz="1200" spc="15" dirty="0">
                <a:latin typeface="Century Gothic"/>
                <a:cs typeface="Century Gothic"/>
              </a:rPr>
              <a:t> </a:t>
            </a:r>
            <a:r>
              <a:rPr sz="1200" dirty="0">
                <a:latin typeface="Century Gothic"/>
                <a:cs typeface="Century Gothic"/>
              </a:rPr>
              <a:t>that</a:t>
            </a:r>
            <a:r>
              <a:rPr sz="1200" spc="20" dirty="0">
                <a:latin typeface="Century Gothic"/>
                <a:cs typeface="Century Gothic"/>
              </a:rPr>
              <a:t> </a:t>
            </a:r>
            <a:r>
              <a:rPr sz="1200" spc="75" dirty="0">
                <a:latin typeface="Century Gothic"/>
                <a:cs typeface="Century Gothic"/>
              </a:rPr>
              <a:t>it</a:t>
            </a:r>
            <a:r>
              <a:rPr sz="1200" spc="45" dirty="0">
                <a:latin typeface="Century Gothic"/>
                <a:cs typeface="Century Gothic"/>
              </a:rPr>
              <a:t> </a:t>
            </a:r>
            <a:r>
              <a:rPr sz="1200" spc="75" dirty="0">
                <a:latin typeface="Century Gothic"/>
                <a:cs typeface="Century Gothic"/>
              </a:rPr>
              <a:t>is </a:t>
            </a:r>
            <a:r>
              <a:rPr sz="1200" spc="-35" dirty="0">
                <a:latin typeface="Century Gothic"/>
                <a:cs typeface="Century Gothic"/>
              </a:rPr>
              <a:t>accurate</a:t>
            </a:r>
            <a:r>
              <a:rPr sz="1200" spc="-20" dirty="0">
                <a:latin typeface="Century Gothic"/>
                <a:cs typeface="Century Gothic"/>
              </a:rPr>
              <a:t> </a:t>
            </a:r>
            <a:r>
              <a:rPr sz="1200" spc="-10" dirty="0">
                <a:latin typeface="Century Gothic"/>
                <a:cs typeface="Century Gothic"/>
              </a:rPr>
              <a:t>and</a:t>
            </a:r>
            <a:r>
              <a:rPr sz="1200" spc="-5" dirty="0">
                <a:latin typeface="Century Gothic"/>
                <a:cs typeface="Century Gothic"/>
              </a:rPr>
              <a:t> </a:t>
            </a:r>
            <a:r>
              <a:rPr sz="1200" dirty="0">
                <a:latin typeface="Century Gothic"/>
                <a:cs typeface="Century Gothic"/>
              </a:rPr>
              <a:t>up</a:t>
            </a:r>
            <a:r>
              <a:rPr sz="1200" spc="5" dirty="0">
                <a:latin typeface="Century Gothic"/>
                <a:cs typeface="Century Gothic"/>
              </a:rPr>
              <a:t> </a:t>
            </a:r>
            <a:r>
              <a:rPr sz="1200" dirty="0">
                <a:latin typeface="Century Gothic"/>
                <a:cs typeface="Century Gothic"/>
              </a:rPr>
              <a:t>to</a:t>
            </a:r>
            <a:r>
              <a:rPr sz="1200" spc="-20" dirty="0">
                <a:latin typeface="Century Gothic"/>
                <a:cs typeface="Century Gothic"/>
              </a:rPr>
              <a:t> date</a:t>
            </a:r>
            <a:endParaRPr sz="1200">
              <a:latin typeface="Century Gothic"/>
              <a:cs typeface="Century Gothic"/>
            </a:endParaRPr>
          </a:p>
          <a:p>
            <a:pPr marL="225425" lvl="1" indent="-224154">
              <a:lnSpc>
                <a:spcPct val="100000"/>
              </a:lnSpc>
              <a:spcBef>
                <a:spcPts val="265"/>
              </a:spcBef>
              <a:buAutoNum type="arabicPeriod"/>
              <a:tabLst>
                <a:tab pos="225425" algn="l"/>
              </a:tabLst>
            </a:pPr>
            <a:r>
              <a:rPr sz="1200" dirty="0">
                <a:latin typeface="Century Gothic"/>
                <a:cs typeface="Century Gothic"/>
              </a:rPr>
              <a:t>Complete</a:t>
            </a:r>
            <a:r>
              <a:rPr sz="1200" spc="35" dirty="0">
                <a:latin typeface="Century Gothic"/>
                <a:cs typeface="Century Gothic"/>
              </a:rPr>
              <a:t> </a:t>
            </a:r>
            <a:r>
              <a:rPr sz="1200" spc="-130" dirty="0">
                <a:latin typeface="Century Gothic"/>
                <a:cs typeface="Century Gothic"/>
              </a:rPr>
              <a:t>a</a:t>
            </a:r>
            <a:r>
              <a:rPr sz="1200" spc="90" dirty="0">
                <a:latin typeface="Century Gothic"/>
                <a:cs typeface="Century Gothic"/>
              </a:rPr>
              <a:t> </a:t>
            </a:r>
            <a:r>
              <a:rPr sz="1200" dirty="0">
                <a:latin typeface="Century Gothic"/>
                <a:cs typeface="Century Gothic"/>
              </a:rPr>
              <a:t>straightforward</a:t>
            </a:r>
            <a:r>
              <a:rPr sz="1200" spc="55" dirty="0">
                <a:latin typeface="Century Gothic"/>
                <a:cs typeface="Century Gothic"/>
              </a:rPr>
              <a:t> </a:t>
            </a:r>
            <a:r>
              <a:rPr sz="1200" dirty="0">
                <a:latin typeface="Century Gothic"/>
                <a:cs typeface="Century Gothic"/>
              </a:rPr>
              <a:t>application</a:t>
            </a:r>
            <a:r>
              <a:rPr sz="1200" spc="35" dirty="0">
                <a:latin typeface="Century Gothic"/>
                <a:cs typeface="Century Gothic"/>
              </a:rPr>
              <a:t> </a:t>
            </a:r>
            <a:r>
              <a:rPr sz="1200" spc="60" dirty="0">
                <a:latin typeface="Century Gothic"/>
                <a:cs typeface="Century Gothic"/>
              </a:rPr>
              <a:t>form</a:t>
            </a:r>
            <a:r>
              <a:rPr sz="1200" spc="80" dirty="0">
                <a:latin typeface="Century Gothic"/>
                <a:cs typeface="Century Gothic"/>
              </a:rPr>
              <a:t> </a:t>
            </a:r>
            <a:r>
              <a:rPr sz="1200" spc="-10" dirty="0">
                <a:latin typeface="Century Gothic"/>
                <a:cs typeface="Century Gothic"/>
              </a:rPr>
              <a:t>accurately</a:t>
            </a:r>
            <a:endParaRPr sz="1200">
              <a:latin typeface="Century Gothic"/>
              <a:cs typeface="Century Gothic"/>
            </a:endParaRPr>
          </a:p>
          <a:p>
            <a:pPr marL="256540" lvl="1" indent="-243840">
              <a:lnSpc>
                <a:spcPct val="100000"/>
              </a:lnSpc>
              <a:spcBef>
                <a:spcPts val="385"/>
              </a:spcBef>
              <a:buAutoNum type="arabicPeriod"/>
              <a:tabLst>
                <a:tab pos="256540" algn="l"/>
              </a:tabLst>
            </a:pPr>
            <a:r>
              <a:rPr sz="1200" spc="75" dirty="0">
                <a:latin typeface="Century Gothic"/>
                <a:cs typeface="Century Gothic"/>
              </a:rPr>
              <a:t>Write</a:t>
            </a:r>
            <a:r>
              <a:rPr sz="1200" spc="-15" dirty="0">
                <a:latin typeface="Century Gothic"/>
                <a:cs typeface="Century Gothic"/>
              </a:rPr>
              <a:t> </a:t>
            </a:r>
            <a:r>
              <a:rPr sz="1200" dirty="0">
                <a:latin typeface="Century Gothic"/>
                <a:cs typeface="Century Gothic"/>
              </a:rPr>
              <a:t>an</a:t>
            </a:r>
            <a:r>
              <a:rPr sz="1200" spc="15" dirty="0">
                <a:latin typeface="Century Gothic"/>
                <a:cs typeface="Century Gothic"/>
              </a:rPr>
              <a:t> </a:t>
            </a:r>
            <a:r>
              <a:rPr sz="1200" spc="-10" dirty="0">
                <a:latin typeface="Century Gothic"/>
                <a:cs typeface="Century Gothic"/>
              </a:rPr>
              <a:t>accompanying</a:t>
            </a:r>
            <a:r>
              <a:rPr sz="1200" spc="-30" dirty="0">
                <a:latin typeface="Century Gothic"/>
                <a:cs typeface="Century Gothic"/>
              </a:rPr>
              <a:t> </a:t>
            </a:r>
            <a:r>
              <a:rPr sz="1200" dirty="0">
                <a:latin typeface="Century Gothic"/>
                <a:cs typeface="Century Gothic"/>
              </a:rPr>
              <a:t>letter to</a:t>
            </a:r>
            <a:r>
              <a:rPr sz="1200" spc="-10" dirty="0">
                <a:latin typeface="Century Gothic"/>
                <a:cs typeface="Century Gothic"/>
              </a:rPr>
              <a:t> </a:t>
            </a:r>
            <a:r>
              <a:rPr sz="1200" dirty="0">
                <a:latin typeface="Century Gothic"/>
                <a:cs typeface="Century Gothic"/>
              </a:rPr>
              <a:t>send</a:t>
            </a:r>
            <a:r>
              <a:rPr sz="1200" spc="5" dirty="0">
                <a:latin typeface="Century Gothic"/>
                <a:cs typeface="Century Gothic"/>
              </a:rPr>
              <a:t> </a:t>
            </a:r>
            <a:r>
              <a:rPr sz="1200" dirty="0">
                <a:latin typeface="Century Gothic"/>
                <a:cs typeface="Century Gothic"/>
              </a:rPr>
              <a:t>to</a:t>
            </a:r>
            <a:r>
              <a:rPr sz="1200" spc="-10" dirty="0">
                <a:latin typeface="Century Gothic"/>
                <a:cs typeface="Century Gothic"/>
              </a:rPr>
              <a:t> </a:t>
            </a:r>
            <a:r>
              <a:rPr sz="1200" spc="80" dirty="0">
                <a:latin typeface="Century Gothic"/>
                <a:cs typeface="Century Gothic"/>
              </a:rPr>
              <a:t>submit</a:t>
            </a:r>
            <a:r>
              <a:rPr sz="1200" spc="5" dirty="0">
                <a:latin typeface="Century Gothic"/>
                <a:cs typeface="Century Gothic"/>
              </a:rPr>
              <a:t> </a:t>
            </a:r>
            <a:r>
              <a:rPr sz="1200" spc="70" dirty="0">
                <a:latin typeface="Century Gothic"/>
                <a:cs typeface="Century Gothic"/>
              </a:rPr>
              <a:t>with</a:t>
            </a:r>
            <a:r>
              <a:rPr sz="1200" spc="-20" dirty="0">
                <a:latin typeface="Century Gothic"/>
                <a:cs typeface="Century Gothic"/>
              </a:rPr>
              <a:t> </a:t>
            </a:r>
            <a:r>
              <a:rPr sz="1200" dirty="0">
                <a:latin typeface="Century Gothic"/>
                <a:cs typeface="Century Gothic"/>
              </a:rPr>
              <a:t>an</a:t>
            </a:r>
            <a:r>
              <a:rPr sz="1200" spc="20" dirty="0">
                <a:latin typeface="Century Gothic"/>
                <a:cs typeface="Century Gothic"/>
              </a:rPr>
              <a:t> </a:t>
            </a:r>
            <a:r>
              <a:rPr sz="1200" spc="-10" dirty="0">
                <a:latin typeface="Century Gothic"/>
                <a:cs typeface="Century Gothic"/>
              </a:rPr>
              <a:t>application</a:t>
            </a:r>
            <a:endParaRPr sz="1200">
              <a:latin typeface="Century Gothic"/>
              <a:cs typeface="Century Gothic"/>
            </a:endParaRPr>
          </a:p>
          <a:p>
            <a:pPr marL="224154" lvl="1" indent="-224154">
              <a:lnSpc>
                <a:spcPct val="100000"/>
              </a:lnSpc>
              <a:spcBef>
                <a:spcPts val="385"/>
              </a:spcBef>
              <a:buAutoNum type="arabicPeriod"/>
              <a:tabLst>
                <a:tab pos="224154" algn="l"/>
              </a:tabLst>
            </a:pPr>
            <a:r>
              <a:rPr sz="1200" dirty="0">
                <a:latin typeface="Century Gothic"/>
                <a:cs typeface="Century Gothic"/>
              </a:rPr>
              <a:t>Identify</a:t>
            </a:r>
            <a:r>
              <a:rPr sz="1200" spc="90" dirty="0">
                <a:latin typeface="Century Gothic"/>
                <a:cs typeface="Century Gothic"/>
              </a:rPr>
              <a:t> </a:t>
            </a:r>
            <a:r>
              <a:rPr sz="1200" dirty="0">
                <a:latin typeface="Century Gothic"/>
                <a:cs typeface="Century Gothic"/>
              </a:rPr>
              <a:t>sources</a:t>
            </a:r>
            <a:r>
              <a:rPr sz="1200" spc="100" dirty="0">
                <a:latin typeface="Century Gothic"/>
                <a:cs typeface="Century Gothic"/>
              </a:rPr>
              <a:t> </a:t>
            </a:r>
            <a:r>
              <a:rPr sz="1200" dirty="0">
                <a:latin typeface="Century Gothic"/>
                <a:cs typeface="Century Gothic"/>
              </a:rPr>
              <a:t>of</a:t>
            </a:r>
            <a:r>
              <a:rPr sz="1200" spc="114" dirty="0">
                <a:latin typeface="Century Gothic"/>
                <a:cs typeface="Century Gothic"/>
              </a:rPr>
              <a:t> </a:t>
            </a:r>
            <a:r>
              <a:rPr sz="1200" dirty="0">
                <a:latin typeface="Century Gothic"/>
                <a:cs typeface="Century Gothic"/>
              </a:rPr>
              <a:t>opportunities</a:t>
            </a:r>
            <a:r>
              <a:rPr sz="1200" spc="80" dirty="0">
                <a:latin typeface="Century Gothic"/>
                <a:cs typeface="Century Gothic"/>
              </a:rPr>
              <a:t> </a:t>
            </a:r>
            <a:r>
              <a:rPr sz="1200" spc="-10" dirty="0">
                <a:latin typeface="Century Gothic"/>
                <a:cs typeface="Century Gothic"/>
              </a:rPr>
              <a:t>and</a:t>
            </a:r>
            <a:r>
              <a:rPr sz="1200" spc="120" dirty="0">
                <a:latin typeface="Century Gothic"/>
                <a:cs typeface="Century Gothic"/>
              </a:rPr>
              <a:t> </a:t>
            </a:r>
            <a:r>
              <a:rPr sz="1200" spc="55" dirty="0">
                <a:latin typeface="Century Gothic"/>
                <a:cs typeface="Century Gothic"/>
              </a:rPr>
              <a:t>their</a:t>
            </a:r>
            <a:r>
              <a:rPr sz="1200" spc="95" dirty="0">
                <a:latin typeface="Century Gothic"/>
                <a:cs typeface="Century Gothic"/>
              </a:rPr>
              <a:t> </a:t>
            </a:r>
            <a:r>
              <a:rPr sz="1200" dirty="0">
                <a:latin typeface="Century Gothic"/>
                <a:cs typeface="Century Gothic"/>
              </a:rPr>
              <a:t>related</a:t>
            </a:r>
            <a:r>
              <a:rPr sz="1200" spc="100" dirty="0">
                <a:latin typeface="Century Gothic"/>
                <a:cs typeface="Century Gothic"/>
              </a:rPr>
              <a:t> </a:t>
            </a:r>
            <a:r>
              <a:rPr sz="1200" spc="-10" dirty="0">
                <a:latin typeface="Century Gothic"/>
                <a:cs typeface="Century Gothic"/>
              </a:rPr>
              <a:t>benefits</a:t>
            </a:r>
            <a:endParaRPr sz="1200">
              <a:latin typeface="Century Gothic"/>
              <a:cs typeface="Century Gothic"/>
            </a:endParaRPr>
          </a:p>
          <a:p>
            <a:pPr marL="255270" lvl="1" indent="-242570">
              <a:lnSpc>
                <a:spcPct val="100000"/>
              </a:lnSpc>
              <a:spcBef>
                <a:spcPts val="860"/>
              </a:spcBef>
              <a:buAutoNum type="arabicPeriod"/>
              <a:tabLst>
                <a:tab pos="255270" algn="l"/>
              </a:tabLst>
            </a:pPr>
            <a:r>
              <a:rPr sz="1200" dirty="0">
                <a:latin typeface="Century Gothic"/>
                <a:cs typeface="Century Gothic"/>
              </a:rPr>
              <a:t>Evaluate</a:t>
            </a:r>
            <a:r>
              <a:rPr sz="1200" spc="125" dirty="0">
                <a:latin typeface="Century Gothic"/>
                <a:cs typeface="Century Gothic"/>
              </a:rPr>
              <a:t> </a:t>
            </a:r>
            <a:r>
              <a:rPr sz="1200" dirty="0">
                <a:latin typeface="Century Gothic"/>
                <a:cs typeface="Century Gothic"/>
              </a:rPr>
              <a:t>the</a:t>
            </a:r>
            <a:r>
              <a:rPr sz="1200" spc="95" dirty="0">
                <a:latin typeface="Century Gothic"/>
                <a:cs typeface="Century Gothic"/>
              </a:rPr>
              <a:t> </a:t>
            </a:r>
            <a:r>
              <a:rPr sz="1200" dirty="0">
                <a:latin typeface="Century Gothic"/>
                <a:cs typeface="Century Gothic"/>
              </a:rPr>
              <a:t>identified</a:t>
            </a:r>
            <a:r>
              <a:rPr sz="1200" spc="100" dirty="0">
                <a:latin typeface="Century Gothic"/>
                <a:cs typeface="Century Gothic"/>
              </a:rPr>
              <a:t> </a:t>
            </a:r>
            <a:r>
              <a:rPr sz="1200" dirty="0">
                <a:latin typeface="Century Gothic"/>
                <a:cs typeface="Century Gothic"/>
              </a:rPr>
              <a:t>benefits</a:t>
            </a:r>
            <a:r>
              <a:rPr sz="1200" spc="100" dirty="0">
                <a:latin typeface="Century Gothic"/>
                <a:cs typeface="Century Gothic"/>
              </a:rPr>
              <a:t> </a:t>
            </a:r>
            <a:r>
              <a:rPr sz="1200" dirty="0">
                <a:latin typeface="Century Gothic"/>
                <a:cs typeface="Century Gothic"/>
              </a:rPr>
              <a:t>against</a:t>
            </a:r>
            <a:r>
              <a:rPr sz="1200" spc="105" dirty="0">
                <a:latin typeface="Century Gothic"/>
                <a:cs typeface="Century Gothic"/>
              </a:rPr>
              <a:t> </a:t>
            </a:r>
            <a:r>
              <a:rPr sz="1200" spc="55" dirty="0">
                <a:latin typeface="Century Gothic"/>
                <a:cs typeface="Century Gothic"/>
              </a:rPr>
              <a:t>their</a:t>
            </a:r>
            <a:r>
              <a:rPr sz="1200" spc="90" dirty="0">
                <a:latin typeface="Century Gothic"/>
                <a:cs typeface="Century Gothic"/>
              </a:rPr>
              <a:t> </a:t>
            </a:r>
            <a:r>
              <a:rPr sz="1200" dirty="0">
                <a:latin typeface="Century Gothic"/>
                <a:cs typeface="Century Gothic"/>
              </a:rPr>
              <a:t>personal</a:t>
            </a:r>
            <a:r>
              <a:rPr sz="1200" spc="80" dirty="0">
                <a:latin typeface="Century Gothic"/>
                <a:cs typeface="Century Gothic"/>
              </a:rPr>
              <a:t> </a:t>
            </a:r>
            <a:r>
              <a:rPr sz="1200" spc="-10" dirty="0">
                <a:latin typeface="Century Gothic"/>
                <a:cs typeface="Century Gothic"/>
              </a:rPr>
              <a:t>circumstances</a:t>
            </a:r>
            <a:endParaRPr sz="1200">
              <a:latin typeface="Century Gothic"/>
              <a:cs typeface="Century Gothic"/>
            </a:endParaRPr>
          </a:p>
          <a:p>
            <a:pPr marL="12700" marR="303530" lvl="1" indent="224790">
              <a:lnSpc>
                <a:spcPct val="100000"/>
              </a:lnSpc>
              <a:spcBef>
                <a:spcPts val="865"/>
              </a:spcBef>
              <a:buAutoNum type="arabicPeriod"/>
              <a:tabLst>
                <a:tab pos="237490" algn="l"/>
              </a:tabLst>
            </a:pPr>
            <a:r>
              <a:rPr sz="1200" dirty="0">
                <a:latin typeface="Century Gothic"/>
                <a:cs typeface="Century Gothic"/>
              </a:rPr>
              <a:t>Identify</a:t>
            </a:r>
            <a:r>
              <a:rPr sz="1200" spc="65" dirty="0">
                <a:latin typeface="Century Gothic"/>
                <a:cs typeface="Century Gothic"/>
              </a:rPr>
              <a:t> </a:t>
            </a:r>
            <a:r>
              <a:rPr sz="1200" dirty="0">
                <a:latin typeface="Century Gothic"/>
                <a:cs typeface="Century Gothic"/>
              </a:rPr>
              <a:t>application</a:t>
            </a:r>
            <a:r>
              <a:rPr sz="1200" spc="60" dirty="0">
                <a:latin typeface="Century Gothic"/>
                <a:cs typeface="Century Gothic"/>
              </a:rPr>
              <a:t> </a:t>
            </a:r>
            <a:r>
              <a:rPr sz="1200" dirty="0">
                <a:latin typeface="Century Gothic"/>
                <a:cs typeface="Century Gothic"/>
              </a:rPr>
              <a:t>routes</a:t>
            </a:r>
            <a:r>
              <a:rPr sz="1200" spc="80" dirty="0">
                <a:latin typeface="Century Gothic"/>
                <a:cs typeface="Century Gothic"/>
              </a:rPr>
              <a:t> </a:t>
            </a:r>
            <a:r>
              <a:rPr sz="1200" dirty="0">
                <a:latin typeface="Century Gothic"/>
                <a:cs typeface="Century Gothic"/>
              </a:rPr>
              <a:t>for</a:t>
            </a:r>
            <a:r>
              <a:rPr sz="1200" spc="65" dirty="0">
                <a:latin typeface="Century Gothic"/>
                <a:cs typeface="Century Gothic"/>
              </a:rPr>
              <a:t> </a:t>
            </a:r>
            <a:r>
              <a:rPr sz="1200" dirty="0">
                <a:latin typeface="Century Gothic"/>
                <a:cs typeface="Century Gothic"/>
              </a:rPr>
              <a:t>opportunities</a:t>
            </a:r>
            <a:r>
              <a:rPr sz="1200" spc="55" dirty="0">
                <a:latin typeface="Century Gothic"/>
                <a:cs typeface="Century Gothic"/>
              </a:rPr>
              <a:t> </a:t>
            </a:r>
            <a:r>
              <a:rPr sz="1200" spc="75" dirty="0">
                <a:latin typeface="Century Gothic"/>
                <a:cs typeface="Century Gothic"/>
              </a:rPr>
              <a:t>in</a:t>
            </a:r>
            <a:r>
              <a:rPr sz="1200" spc="95" dirty="0">
                <a:latin typeface="Century Gothic"/>
                <a:cs typeface="Century Gothic"/>
              </a:rPr>
              <a:t> </a:t>
            </a:r>
            <a:r>
              <a:rPr sz="1200" dirty="0">
                <a:latin typeface="Century Gothic"/>
                <a:cs typeface="Century Gothic"/>
              </a:rPr>
              <a:t>an</a:t>
            </a:r>
            <a:r>
              <a:rPr sz="1200" spc="100" dirty="0">
                <a:latin typeface="Century Gothic"/>
                <a:cs typeface="Century Gothic"/>
              </a:rPr>
              <a:t> </a:t>
            </a:r>
            <a:r>
              <a:rPr sz="1200" dirty="0">
                <a:latin typeface="Century Gothic"/>
                <a:cs typeface="Century Gothic"/>
              </a:rPr>
              <a:t>appropriate</a:t>
            </a:r>
            <a:r>
              <a:rPr sz="1200" spc="45" dirty="0">
                <a:latin typeface="Century Gothic"/>
                <a:cs typeface="Century Gothic"/>
              </a:rPr>
              <a:t> </a:t>
            </a:r>
            <a:r>
              <a:rPr sz="1200" spc="100" dirty="0">
                <a:latin typeface="Century Gothic"/>
                <a:cs typeface="Century Gothic"/>
              </a:rPr>
              <a:t>skills</a:t>
            </a:r>
            <a:r>
              <a:rPr sz="1200" spc="95" dirty="0">
                <a:latin typeface="Century Gothic"/>
                <a:cs typeface="Century Gothic"/>
              </a:rPr>
              <a:t>  </a:t>
            </a:r>
            <a:r>
              <a:rPr sz="1200" spc="-10" dirty="0">
                <a:latin typeface="Century Gothic"/>
                <a:cs typeface="Century Gothic"/>
              </a:rPr>
              <a:t>level, </a:t>
            </a:r>
            <a:r>
              <a:rPr sz="1200" dirty="0">
                <a:latin typeface="Century Gothic"/>
                <a:cs typeface="Century Gothic"/>
              </a:rPr>
              <a:t>sector</a:t>
            </a:r>
            <a:r>
              <a:rPr sz="1200" spc="-5" dirty="0">
                <a:latin typeface="Century Gothic"/>
                <a:cs typeface="Century Gothic"/>
              </a:rPr>
              <a:t> </a:t>
            </a:r>
            <a:r>
              <a:rPr sz="1200" spc="-20" dirty="0">
                <a:latin typeface="Century Gothic"/>
                <a:cs typeface="Century Gothic"/>
              </a:rPr>
              <a:t>and</a:t>
            </a:r>
            <a:r>
              <a:rPr sz="1200" dirty="0">
                <a:latin typeface="Century Gothic"/>
                <a:cs typeface="Century Gothic"/>
              </a:rPr>
              <a:t> </a:t>
            </a:r>
            <a:r>
              <a:rPr sz="1200" spc="-10" dirty="0">
                <a:latin typeface="Century Gothic"/>
                <a:cs typeface="Century Gothic"/>
              </a:rPr>
              <a:t>geography</a:t>
            </a:r>
            <a:endParaRPr sz="1200">
              <a:latin typeface="Century Gothic"/>
              <a:cs typeface="Century Gothic"/>
            </a:endParaRPr>
          </a:p>
          <a:p>
            <a:pPr marL="269875" lvl="1" indent="-257175">
              <a:lnSpc>
                <a:spcPct val="100000"/>
              </a:lnSpc>
              <a:spcBef>
                <a:spcPts val="600"/>
              </a:spcBef>
              <a:buAutoNum type="arabicPeriod"/>
              <a:tabLst>
                <a:tab pos="269875" algn="l"/>
              </a:tabLst>
            </a:pPr>
            <a:r>
              <a:rPr sz="1200" dirty="0">
                <a:latin typeface="Century Gothic"/>
                <a:cs typeface="Century Gothic"/>
              </a:rPr>
              <a:t>Complete</a:t>
            </a:r>
            <a:r>
              <a:rPr sz="1200" spc="10" dirty="0">
                <a:latin typeface="Century Gothic"/>
                <a:cs typeface="Century Gothic"/>
              </a:rPr>
              <a:t> </a:t>
            </a:r>
            <a:r>
              <a:rPr sz="1200" spc="-130" dirty="0">
                <a:latin typeface="Century Gothic"/>
                <a:cs typeface="Century Gothic"/>
              </a:rPr>
              <a:t>a</a:t>
            </a:r>
            <a:r>
              <a:rPr sz="1200" spc="60" dirty="0">
                <a:latin typeface="Century Gothic"/>
                <a:cs typeface="Century Gothic"/>
              </a:rPr>
              <a:t> </a:t>
            </a:r>
            <a:r>
              <a:rPr sz="1200" dirty="0">
                <a:latin typeface="Century Gothic"/>
                <a:cs typeface="Century Gothic"/>
              </a:rPr>
              <a:t>template</a:t>
            </a:r>
            <a:r>
              <a:rPr sz="1200" spc="45" dirty="0">
                <a:latin typeface="Century Gothic"/>
                <a:cs typeface="Century Gothic"/>
              </a:rPr>
              <a:t> </a:t>
            </a:r>
            <a:r>
              <a:rPr sz="1200" dirty="0">
                <a:latin typeface="Century Gothic"/>
                <a:cs typeface="Century Gothic"/>
              </a:rPr>
              <a:t>application</a:t>
            </a:r>
            <a:r>
              <a:rPr sz="1200" spc="15" dirty="0">
                <a:latin typeface="Century Gothic"/>
                <a:cs typeface="Century Gothic"/>
              </a:rPr>
              <a:t> </a:t>
            </a:r>
            <a:r>
              <a:rPr sz="1200" dirty="0">
                <a:latin typeface="Century Gothic"/>
                <a:cs typeface="Century Gothic"/>
              </a:rPr>
              <a:t>to</a:t>
            </a:r>
            <a:r>
              <a:rPr sz="1200" spc="55" dirty="0">
                <a:latin typeface="Century Gothic"/>
                <a:cs typeface="Century Gothic"/>
              </a:rPr>
              <a:t> </a:t>
            </a:r>
            <a:r>
              <a:rPr sz="1200" dirty="0">
                <a:latin typeface="Century Gothic"/>
                <a:cs typeface="Century Gothic"/>
              </a:rPr>
              <a:t>the</a:t>
            </a:r>
            <a:r>
              <a:rPr sz="1200" spc="30" dirty="0">
                <a:latin typeface="Century Gothic"/>
                <a:cs typeface="Century Gothic"/>
              </a:rPr>
              <a:t> </a:t>
            </a:r>
            <a:r>
              <a:rPr sz="1200" dirty="0">
                <a:latin typeface="Century Gothic"/>
                <a:cs typeface="Century Gothic"/>
              </a:rPr>
              <a:t>required</a:t>
            </a:r>
            <a:r>
              <a:rPr sz="1200" spc="40" dirty="0">
                <a:latin typeface="Century Gothic"/>
                <a:cs typeface="Century Gothic"/>
              </a:rPr>
              <a:t> </a:t>
            </a:r>
            <a:r>
              <a:rPr sz="1200" dirty="0">
                <a:latin typeface="Century Gothic"/>
                <a:cs typeface="Century Gothic"/>
              </a:rPr>
              <a:t>standards</a:t>
            </a:r>
            <a:r>
              <a:rPr sz="1200" spc="25" dirty="0">
                <a:latin typeface="Century Gothic"/>
                <a:cs typeface="Century Gothic"/>
              </a:rPr>
              <a:t> </a:t>
            </a:r>
            <a:r>
              <a:rPr sz="1200" dirty="0">
                <a:latin typeface="Century Gothic"/>
                <a:cs typeface="Century Gothic"/>
              </a:rPr>
              <a:t>to</a:t>
            </a:r>
            <a:r>
              <a:rPr sz="1200" spc="35" dirty="0">
                <a:latin typeface="Century Gothic"/>
                <a:cs typeface="Century Gothic"/>
              </a:rPr>
              <a:t> </a:t>
            </a:r>
            <a:r>
              <a:rPr sz="1200" spc="80" dirty="0">
                <a:latin typeface="Century Gothic"/>
                <a:cs typeface="Century Gothic"/>
              </a:rPr>
              <a:t>submit</a:t>
            </a:r>
            <a:r>
              <a:rPr sz="1200" spc="55" dirty="0">
                <a:latin typeface="Century Gothic"/>
                <a:cs typeface="Century Gothic"/>
              </a:rPr>
              <a:t> </a:t>
            </a:r>
            <a:r>
              <a:rPr sz="1200" spc="-10" dirty="0">
                <a:latin typeface="Century Gothic"/>
                <a:cs typeface="Century Gothic"/>
              </a:rPr>
              <a:t>online</a:t>
            </a:r>
            <a:endParaRPr sz="1200">
              <a:latin typeface="Century Gothic"/>
              <a:cs typeface="Century Gothic"/>
            </a:endParaRPr>
          </a:p>
        </p:txBody>
      </p:sp>
      <p:pic>
        <p:nvPicPr>
          <p:cNvPr id="3" name="object 3" descr="A close up of a sign  Description automatically generated"/>
          <p:cNvPicPr/>
          <p:nvPr/>
        </p:nvPicPr>
        <p:blipFill>
          <a:blip r:embed="rId2" cstate="print"/>
          <a:stretch>
            <a:fillRect/>
          </a:stretch>
        </p:blipFill>
        <p:spPr>
          <a:xfrm>
            <a:off x="5588508" y="227075"/>
            <a:ext cx="888491" cy="539495"/>
          </a:xfrm>
          <a:prstGeom prst="rect">
            <a:avLst/>
          </a:prstGeom>
        </p:spPr>
      </p:pic>
      <p:sp>
        <p:nvSpPr>
          <p:cNvPr id="4" name="object 4"/>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5" name="object 5"/>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2</a:t>
            </a:fld>
            <a:endParaRPr spc="-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44750" y="582180"/>
            <a:ext cx="1967230" cy="574040"/>
          </a:xfrm>
          <a:prstGeom prst="rect">
            <a:avLst/>
          </a:prstGeom>
        </p:spPr>
        <p:txBody>
          <a:bodyPr vert="horz" wrap="square" lIns="0" tIns="12700" rIns="0" bIns="0" rtlCol="0">
            <a:spAutoFit/>
          </a:bodyPr>
          <a:lstStyle/>
          <a:p>
            <a:pPr marL="12700" marR="5080" indent="86995">
              <a:lnSpc>
                <a:spcPct val="100000"/>
              </a:lnSpc>
              <a:spcBef>
                <a:spcPts val="100"/>
              </a:spcBef>
            </a:pPr>
            <a:r>
              <a:rPr sz="1800" spc="90" dirty="0">
                <a:latin typeface="Century Gothic"/>
                <a:cs typeface="Century Gothic"/>
              </a:rPr>
              <a:t>APPLYING</a:t>
            </a:r>
            <a:r>
              <a:rPr sz="1800" spc="-30" dirty="0">
                <a:latin typeface="Century Gothic"/>
                <a:cs typeface="Century Gothic"/>
              </a:rPr>
              <a:t> </a:t>
            </a:r>
            <a:r>
              <a:rPr sz="1800" spc="114" dirty="0">
                <a:latin typeface="Century Gothic"/>
                <a:cs typeface="Century Gothic"/>
              </a:rPr>
              <a:t>FOR </a:t>
            </a:r>
            <a:r>
              <a:rPr sz="1800" spc="155" dirty="0">
                <a:latin typeface="Century Gothic"/>
                <a:cs typeface="Century Gothic"/>
              </a:rPr>
              <a:t>OPPORTUNITIES</a:t>
            </a:r>
            <a:endParaRPr sz="1800">
              <a:latin typeface="Century Gothic"/>
              <a:cs typeface="Century Gothic"/>
            </a:endParaRPr>
          </a:p>
        </p:txBody>
      </p:sp>
      <p:sp>
        <p:nvSpPr>
          <p:cNvPr id="3" name="object 3"/>
          <p:cNvSpPr txBox="1"/>
          <p:nvPr/>
        </p:nvSpPr>
        <p:spPr>
          <a:xfrm>
            <a:off x="277827" y="2197927"/>
            <a:ext cx="4471035" cy="208279"/>
          </a:xfrm>
          <a:prstGeom prst="rect">
            <a:avLst/>
          </a:prstGeom>
        </p:spPr>
        <p:txBody>
          <a:bodyPr vert="horz" wrap="square" lIns="0" tIns="12700" rIns="0" bIns="0" rtlCol="0">
            <a:spAutoFit/>
          </a:bodyPr>
          <a:lstStyle/>
          <a:p>
            <a:pPr marL="12700">
              <a:lnSpc>
                <a:spcPct val="100000"/>
              </a:lnSpc>
              <a:spcBef>
                <a:spcPts val="100"/>
              </a:spcBef>
            </a:pPr>
            <a:r>
              <a:rPr sz="1200" b="1" dirty="0">
                <a:latin typeface="Calibri"/>
                <a:cs typeface="Calibri"/>
              </a:rPr>
              <a:t>Q1)</a:t>
            </a:r>
            <a:r>
              <a:rPr sz="1200" b="1" spc="145" dirty="0">
                <a:latin typeface="Calibri"/>
                <a:cs typeface="Calibri"/>
              </a:rPr>
              <a:t> </a:t>
            </a:r>
            <a:r>
              <a:rPr sz="1200" dirty="0">
                <a:latin typeface="Century Gothic"/>
                <a:cs typeface="Century Gothic"/>
              </a:rPr>
              <a:t>Describe</a:t>
            </a:r>
            <a:r>
              <a:rPr sz="1200" spc="40" dirty="0">
                <a:latin typeface="Century Gothic"/>
                <a:cs typeface="Century Gothic"/>
              </a:rPr>
              <a:t> </a:t>
            </a:r>
            <a:r>
              <a:rPr sz="1200" dirty="0">
                <a:latin typeface="Century Gothic"/>
                <a:cs typeface="Century Gothic"/>
              </a:rPr>
              <a:t>the</a:t>
            </a:r>
            <a:r>
              <a:rPr sz="1200" spc="50" dirty="0">
                <a:latin typeface="Century Gothic"/>
                <a:cs typeface="Century Gothic"/>
              </a:rPr>
              <a:t> </a:t>
            </a:r>
            <a:r>
              <a:rPr sz="1200" dirty="0">
                <a:latin typeface="Century Gothic"/>
                <a:cs typeface="Century Gothic"/>
              </a:rPr>
              <a:t>purpose</a:t>
            </a:r>
            <a:r>
              <a:rPr sz="1200" spc="45" dirty="0">
                <a:latin typeface="Century Gothic"/>
                <a:cs typeface="Century Gothic"/>
              </a:rPr>
              <a:t> </a:t>
            </a:r>
            <a:r>
              <a:rPr sz="1200" dirty="0">
                <a:latin typeface="Century Gothic"/>
                <a:cs typeface="Century Gothic"/>
              </a:rPr>
              <a:t>of</a:t>
            </a:r>
            <a:r>
              <a:rPr sz="1200" spc="55" dirty="0">
                <a:latin typeface="Century Gothic"/>
                <a:cs typeface="Century Gothic"/>
              </a:rPr>
              <a:t> </a:t>
            </a:r>
            <a:r>
              <a:rPr sz="1200" spc="-130" dirty="0">
                <a:latin typeface="Century Gothic"/>
                <a:cs typeface="Century Gothic"/>
              </a:rPr>
              <a:t>a</a:t>
            </a:r>
            <a:r>
              <a:rPr sz="1200" spc="50" dirty="0">
                <a:latin typeface="Century Gothic"/>
                <a:cs typeface="Century Gothic"/>
              </a:rPr>
              <a:t> </a:t>
            </a:r>
            <a:r>
              <a:rPr sz="1200" dirty="0">
                <a:latin typeface="Century Gothic"/>
                <a:cs typeface="Century Gothic"/>
              </a:rPr>
              <a:t>covering</a:t>
            </a:r>
            <a:r>
              <a:rPr sz="1200" spc="55" dirty="0">
                <a:latin typeface="Century Gothic"/>
                <a:cs typeface="Century Gothic"/>
              </a:rPr>
              <a:t> </a:t>
            </a:r>
            <a:r>
              <a:rPr sz="1200" dirty="0">
                <a:latin typeface="Century Gothic"/>
                <a:cs typeface="Century Gothic"/>
              </a:rPr>
              <a:t>letter?</a:t>
            </a:r>
            <a:r>
              <a:rPr sz="1200" spc="45" dirty="0">
                <a:latin typeface="Century Gothic"/>
                <a:cs typeface="Century Gothic"/>
              </a:rPr>
              <a:t> </a:t>
            </a:r>
            <a:r>
              <a:rPr sz="1200" dirty="0">
                <a:latin typeface="Century Gothic"/>
                <a:cs typeface="Century Gothic"/>
              </a:rPr>
              <a:t>(Ref</a:t>
            </a:r>
            <a:r>
              <a:rPr sz="1200" spc="65" dirty="0">
                <a:latin typeface="Century Gothic"/>
                <a:cs typeface="Century Gothic"/>
              </a:rPr>
              <a:t> </a:t>
            </a:r>
            <a:r>
              <a:rPr sz="1200" spc="-125" dirty="0">
                <a:latin typeface="Century Gothic"/>
                <a:cs typeface="Century Gothic"/>
              </a:rPr>
              <a:t>C</a:t>
            </a:r>
            <a:r>
              <a:rPr sz="1200" spc="55" dirty="0">
                <a:latin typeface="Century Gothic"/>
                <a:cs typeface="Century Gothic"/>
              </a:rPr>
              <a:t> -</a:t>
            </a:r>
            <a:r>
              <a:rPr sz="1200" spc="50" dirty="0">
                <a:latin typeface="Century Gothic"/>
                <a:cs typeface="Century Gothic"/>
              </a:rPr>
              <a:t> </a:t>
            </a:r>
            <a:r>
              <a:rPr sz="1200" spc="-85" dirty="0">
                <a:latin typeface="Century Gothic"/>
                <a:cs typeface="Century Gothic"/>
              </a:rPr>
              <a:t>:</a:t>
            </a:r>
            <a:r>
              <a:rPr sz="1200" spc="45" dirty="0">
                <a:latin typeface="Century Gothic"/>
                <a:cs typeface="Century Gothic"/>
              </a:rPr>
              <a:t> </a:t>
            </a:r>
            <a:r>
              <a:rPr sz="1200" spc="-20" dirty="0">
                <a:latin typeface="Century Gothic"/>
                <a:cs typeface="Century Gothic"/>
              </a:rPr>
              <a:t>2.2)</a:t>
            </a:r>
            <a:endParaRPr sz="1200" dirty="0">
              <a:latin typeface="Century Gothic"/>
              <a:cs typeface="Century Gothic"/>
            </a:endParaRPr>
          </a:p>
        </p:txBody>
      </p:sp>
      <p:sp>
        <p:nvSpPr>
          <p:cNvPr id="4" name="object 4"/>
          <p:cNvSpPr/>
          <p:nvPr/>
        </p:nvSpPr>
        <p:spPr>
          <a:xfrm>
            <a:off x="224995" y="2861985"/>
            <a:ext cx="6400800" cy="1097280"/>
          </a:xfrm>
          <a:custGeom>
            <a:avLst/>
            <a:gdLst/>
            <a:ahLst/>
            <a:cxnLst/>
            <a:rect l="l" t="t" r="r" b="b"/>
            <a:pathLst>
              <a:path w="6400800" h="1097279">
                <a:moveTo>
                  <a:pt x="0" y="0"/>
                </a:moveTo>
                <a:lnTo>
                  <a:pt x="6400800" y="0"/>
                </a:lnTo>
              </a:path>
              <a:path w="6400800" h="1097279">
                <a:moveTo>
                  <a:pt x="0" y="365759"/>
                </a:moveTo>
                <a:lnTo>
                  <a:pt x="6400800" y="365759"/>
                </a:lnTo>
              </a:path>
              <a:path w="6400800" h="1097279">
                <a:moveTo>
                  <a:pt x="0" y="731520"/>
                </a:moveTo>
                <a:lnTo>
                  <a:pt x="6324600" y="731520"/>
                </a:lnTo>
              </a:path>
              <a:path w="6400800" h="1097279">
                <a:moveTo>
                  <a:pt x="0" y="1097280"/>
                </a:moveTo>
                <a:lnTo>
                  <a:pt x="6400800" y="1097280"/>
                </a:lnTo>
              </a:path>
            </a:pathLst>
          </a:custGeom>
          <a:ln w="7315">
            <a:solidFill>
              <a:srgbClr val="000000"/>
            </a:solidFill>
          </a:ln>
        </p:spPr>
        <p:txBody>
          <a:bodyPr wrap="square" lIns="0" tIns="0" rIns="0" bIns="0" rtlCol="0"/>
          <a:lstStyle/>
          <a:p>
            <a:endParaRPr/>
          </a:p>
        </p:txBody>
      </p:sp>
      <p:sp>
        <p:nvSpPr>
          <p:cNvPr id="5" name="object 5"/>
          <p:cNvSpPr txBox="1"/>
          <p:nvPr/>
        </p:nvSpPr>
        <p:spPr>
          <a:xfrm>
            <a:off x="212295" y="4392488"/>
            <a:ext cx="6247130" cy="703580"/>
          </a:xfrm>
          <a:prstGeom prst="rect">
            <a:avLst/>
          </a:prstGeom>
        </p:spPr>
        <p:txBody>
          <a:bodyPr vert="horz" wrap="square" lIns="0" tIns="12700" rIns="0" bIns="0" rtlCol="0">
            <a:spAutoFit/>
          </a:bodyPr>
          <a:lstStyle/>
          <a:p>
            <a:pPr marL="12700" marR="5080">
              <a:lnSpc>
                <a:spcPct val="100000"/>
              </a:lnSpc>
              <a:spcBef>
                <a:spcPts val="100"/>
              </a:spcBef>
            </a:pPr>
            <a:r>
              <a:rPr sz="1200" b="1" spc="105" dirty="0">
                <a:latin typeface="Calibri"/>
                <a:cs typeface="Calibri"/>
              </a:rPr>
              <a:t>Q2)</a:t>
            </a:r>
            <a:r>
              <a:rPr sz="1200" b="1" spc="170" dirty="0">
                <a:latin typeface="Calibri"/>
                <a:cs typeface="Calibri"/>
              </a:rPr>
              <a:t> </a:t>
            </a:r>
            <a:r>
              <a:rPr sz="1200" dirty="0">
                <a:latin typeface="Century Gothic"/>
                <a:cs typeface="Century Gothic"/>
              </a:rPr>
              <a:t>Identify</a:t>
            </a:r>
            <a:r>
              <a:rPr sz="1200" spc="85" dirty="0">
                <a:latin typeface="Century Gothic"/>
                <a:cs typeface="Century Gothic"/>
              </a:rPr>
              <a:t> </a:t>
            </a:r>
            <a:r>
              <a:rPr sz="1200" dirty="0">
                <a:latin typeface="Century Gothic"/>
                <a:cs typeface="Century Gothic"/>
              </a:rPr>
              <a:t>information</a:t>
            </a:r>
            <a:r>
              <a:rPr sz="1200" spc="45" dirty="0">
                <a:latin typeface="Century Gothic"/>
                <a:cs typeface="Century Gothic"/>
              </a:rPr>
              <a:t> </a:t>
            </a:r>
            <a:r>
              <a:rPr sz="1200" dirty="0">
                <a:latin typeface="Century Gothic"/>
                <a:cs typeface="Century Gothic"/>
              </a:rPr>
              <a:t>would</a:t>
            </a:r>
            <a:r>
              <a:rPr sz="1200" spc="75" dirty="0">
                <a:latin typeface="Century Gothic"/>
                <a:cs typeface="Century Gothic"/>
              </a:rPr>
              <a:t> </a:t>
            </a:r>
            <a:r>
              <a:rPr sz="1200" dirty="0">
                <a:latin typeface="Century Gothic"/>
                <a:cs typeface="Century Gothic"/>
              </a:rPr>
              <a:t>be</a:t>
            </a:r>
            <a:r>
              <a:rPr sz="1200" spc="75" dirty="0">
                <a:latin typeface="Century Gothic"/>
                <a:cs typeface="Century Gothic"/>
              </a:rPr>
              <a:t> </a:t>
            </a:r>
            <a:r>
              <a:rPr sz="1200" dirty="0">
                <a:latin typeface="Century Gothic"/>
                <a:cs typeface="Century Gothic"/>
              </a:rPr>
              <a:t>required</a:t>
            </a:r>
            <a:r>
              <a:rPr sz="1200" spc="75" dirty="0">
                <a:latin typeface="Century Gothic"/>
                <a:cs typeface="Century Gothic"/>
              </a:rPr>
              <a:t> in</a:t>
            </a:r>
            <a:r>
              <a:rPr sz="1200" spc="80" dirty="0">
                <a:latin typeface="Century Gothic"/>
                <a:cs typeface="Century Gothic"/>
              </a:rPr>
              <a:t> </a:t>
            </a:r>
            <a:r>
              <a:rPr sz="1200" spc="-130" dirty="0">
                <a:latin typeface="Century Gothic"/>
                <a:cs typeface="Century Gothic"/>
              </a:rPr>
              <a:t>a</a:t>
            </a:r>
            <a:r>
              <a:rPr sz="1200" spc="90" dirty="0">
                <a:latin typeface="Century Gothic"/>
                <a:cs typeface="Century Gothic"/>
              </a:rPr>
              <a:t> </a:t>
            </a:r>
            <a:r>
              <a:rPr sz="1200" dirty="0">
                <a:latin typeface="Century Gothic"/>
                <a:cs typeface="Century Gothic"/>
              </a:rPr>
              <a:t>standard</a:t>
            </a:r>
            <a:r>
              <a:rPr sz="1200" spc="470" dirty="0">
                <a:latin typeface="Century Gothic"/>
                <a:cs typeface="Century Gothic"/>
              </a:rPr>
              <a:t> </a:t>
            </a:r>
            <a:r>
              <a:rPr sz="1200" dirty="0">
                <a:latin typeface="Century Gothic"/>
                <a:cs typeface="Century Gothic"/>
              </a:rPr>
              <a:t>covering</a:t>
            </a:r>
            <a:r>
              <a:rPr sz="1200" spc="65" dirty="0">
                <a:latin typeface="Century Gothic"/>
                <a:cs typeface="Century Gothic"/>
              </a:rPr>
              <a:t> </a:t>
            </a:r>
            <a:r>
              <a:rPr sz="1200" dirty="0">
                <a:latin typeface="Century Gothic"/>
                <a:cs typeface="Century Gothic"/>
              </a:rPr>
              <a:t>letter.</a:t>
            </a:r>
            <a:r>
              <a:rPr sz="1200" spc="75" dirty="0">
                <a:latin typeface="Century Gothic"/>
                <a:cs typeface="Century Gothic"/>
              </a:rPr>
              <a:t> </a:t>
            </a:r>
            <a:r>
              <a:rPr sz="1200" dirty="0">
                <a:latin typeface="Century Gothic"/>
                <a:cs typeface="Century Gothic"/>
              </a:rPr>
              <a:t>(Ref</a:t>
            </a:r>
            <a:r>
              <a:rPr sz="1200" spc="90" dirty="0">
                <a:latin typeface="Century Gothic"/>
                <a:cs typeface="Century Gothic"/>
              </a:rPr>
              <a:t> </a:t>
            </a:r>
            <a:r>
              <a:rPr sz="1200" spc="-125" dirty="0">
                <a:latin typeface="Century Gothic"/>
                <a:cs typeface="Century Gothic"/>
              </a:rPr>
              <a:t>C</a:t>
            </a:r>
            <a:r>
              <a:rPr sz="1200" spc="80" dirty="0">
                <a:latin typeface="Century Gothic"/>
                <a:cs typeface="Century Gothic"/>
              </a:rPr>
              <a:t> </a:t>
            </a:r>
            <a:r>
              <a:rPr sz="1200" spc="55" dirty="0">
                <a:latin typeface="Century Gothic"/>
                <a:cs typeface="Century Gothic"/>
              </a:rPr>
              <a:t>-</a:t>
            </a:r>
            <a:r>
              <a:rPr sz="1200" spc="70" dirty="0">
                <a:latin typeface="Century Gothic"/>
                <a:cs typeface="Century Gothic"/>
              </a:rPr>
              <a:t> </a:t>
            </a:r>
            <a:r>
              <a:rPr sz="1200" spc="-50" dirty="0">
                <a:latin typeface="Century Gothic"/>
                <a:cs typeface="Century Gothic"/>
              </a:rPr>
              <a:t>: </a:t>
            </a:r>
            <a:r>
              <a:rPr sz="1200" spc="-170" dirty="0">
                <a:latin typeface="Century Gothic"/>
                <a:cs typeface="Century Gothic"/>
              </a:rPr>
              <a:t>1.1,</a:t>
            </a:r>
            <a:r>
              <a:rPr sz="1200" spc="10" dirty="0">
                <a:latin typeface="Century Gothic"/>
                <a:cs typeface="Century Gothic"/>
              </a:rPr>
              <a:t> </a:t>
            </a:r>
            <a:r>
              <a:rPr sz="1200" spc="-20" dirty="0">
                <a:latin typeface="Century Gothic"/>
                <a:cs typeface="Century Gothic"/>
              </a:rPr>
              <a:t>2.2)</a:t>
            </a:r>
            <a:endParaRPr sz="1200" dirty="0">
              <a:latin typeface="Century Gothic"/>
              <a:cs typeface="Century Gothic"/>
            </a:endParaRPr>
          </a:p>
          <a:p>
            <a:pPr marL="12700">
              <a:lnSpc>
                <a:spcPct val="100000"/>
              </a:lnSpc>
              <a:spcBef>
                <a:spcPts val="1019"/>
              </a:spcBef>
            </a:pPr>
            <a:r>
              <a:rPr sz="1200" spc="-25" dirty="0">
                <a:latin typeface="Century Gothic"/>
                <a:cs typeface="Century Gothic"/>
              </a:rPr>
              <a:t>1)</a:t>
            </a:r>
            <a:endParaRPr sz="1200" dirty="0">
              <a:latin typeface="Century Gothic"/>
              <a:cs typeface="Century Gothic"/>
            </a:endParaRPr>
          </a:p>
        </p:txBody>
      </p:sp>
      <p:grpSp>
        <p:nvGrpSpPr>
          <p:cNvPr id="6" name="object 6"/>
          <p:cNvGrpSpPr/>
          <p:nvPr/>
        </p:nvGrpSpPr>
        <p:grpSpPr>
          <a:xfrm>
            <a:off x="625807" y="227075"/>
            <a:ext cx="5943600" cy="7393940"/>
            <a:chOff x="625807" y="227075"/>
            <a:chExt cx="5943600" cy="7393940"/>
          </a:xfrm>
        </p:grpSpPr>
        <p:sp>
          <p:nvSpPr>
            <p:cNvPr id="7" name="object 7"/>
            <p:cNvSpPr/>
            <p:nvPr/>
          </p:nvSpPr>
          <p:spPr>
            <a:xfrm>
              <a:off x="625807" y="5056545"/>
              <a:ext cx="5943600" cy="2560320"/>
            </a:xfrm>
            <a:custGeom>
              <a:avLst/>
              <a:gdLst/>
              <a:ahLst/>
              <a:cxnLst/>
              <a:rect l="l" t="t" r="r" b="b"/>
              <a:pathLst>
                <a:path w="5943600" h="2560320">
                  <a:moveTo>
                    <a:pt x="0" y="0"/>
                  </a:moveTo>
                  <a:lnTo>
                    <a:pt x="5943600" y="0"/>
                  </a:lnTo>
                </a:path>
                <a:path w="5943600" h="2560320">
                  <a:moveTo>
                    <a:pt x="0" y="365759"/>
                  </a:moveTo>
                  <a:lnTo>
                    <a:pt x="5943600" y="365759"/>
                  </a:lnTo>
                </a:path>
                <a:path w="5943600" h="2560320">
                  <a:moveTo>
                    <a:pt x="0" y="731520"/>
                  </a:moveTo>
                  <a:lnTo>
                    <a:pt x="5943600" y="731520"/>
                  </a:lnTo>
                </a:path>
                <a:path w="5943600" h="2560320">
                  <a:moveTo>
                    <a:pt x="0" y="1097279"/>
                  </a:moveTo>
                  <a:lnTo>
                    <a:pt x="5943600" y="1097279"/>
                  </a:lnTo>
                </a:path>
                <a:path w="5943600" h="2560320">
                  <a:moveTo>
                    <a:pt x="0" y="1463039"/>
                  </a:moveTo>
                  <a:lnTo>
                    <a:pt x="5943600" y="1463039"/>
                  </a:lnTo>
                </a:path>
                <a:path w="5943600" h="2560320">
                  <a:moveTo>
                    <a:pt x="0" y="1828800"/>
                  </a:moveTo>
                  <a:lnTo>
                    <a:pt x="5943600" y="1828800"/>
                  </a:lnTo>
                </a:path>
                <a:path w="5943600" h="2560320">
                  <a:moveTo>
                    <a:pt x="0" y="2194560"/>
                  </a:moveTo>
                  <a:lnTo>
                    <a:pt x="5943600" y="2194560"/>
                  </a:lnTo>
                </a:path>
                <a:path w="5943600" h="2560320">
                  <a:moveTo>
                    <a:pt x="0" y="2560319"/>
                  </a:moveTo>
                  <a:lnTo>
                    <a:pt x="5943600" y="2560319"/>
                  </a:lnTo>
                </a:path>
              </a:pathLst>
            </a:custGeom>
            <a:ln w="7315">
              <a:solidFill>
                <a:srgbClr val="000000"/>
              </a:solidFill>
            </a:ln>
          </p:spPr>
          <p:txBody>
            <a:bodyPr wrap="square" lIns="0" tIns="0" rIns="0" bIns="0" rtlCol="0"/>
            <a:lstStyle/>
            <a:p>
              <a:endParaRPr/>
            </a:p>
          </p:txBody>
        </p:sp>
        <p:pic>
          <p:nvPicPr>
            <p:cNvPr id="8" name="object 8" descr="A close up of a sign  Description automatically generated"/>
            <p:cNvPicPr/>
            <p:nvPr/>
          </p:nvPicPr>
          <p:blipFill>
            <a:blip r:embed="rId2" cstate="print"/>
            <a:stretch>
              <a:fillRect/>
            </a:stretch>
          </p:blipFill>
          <p:spPr>
            <a:xfrm>
              <a:off x="5588507" y="227075"/>
              <a:ext cx="888491" cy="539495"/>
            </a:xfrm>
            <a:prstGeom prst="rect">
              <a:avLst/>
            </a:prstGeom>
          </p:spPr>
        </p:pic>
      </p:grpSp>
      <p:sp>
        <p:nvSpPr>
          <p:cNvPr id="9" name="object 9"/>
          <p:cNvSpPr txBox="1"/>
          <p:nvPr/>
        </p:nvSpPr>
        <p:spPr>
          <a:xfrm>
            <a:off x="212295" y="5619308"/>
            <a:ext cx="163195"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entury Gothic"/>
                <a:cs typeface="Century Gothic"/>
              </a:rPr>
              <a:t>2)</a:t>
            </a:r>
            <a:endParaRPr sz="1200">
              <a:latin typeface="Century Gothic"/>
              <a:cs typeface="Century Gothic"/>
            </a:endParaRPr>
          </a:p>
        </p:txBody>
      </p:sp>
      <p:sp>
        <p:nvSpPr>
          <p:cNvPr id="12" name="object 12"/>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13" name="object 13"/>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3</a:t>
            </a:fld>
            <a:endParaRPr spc="-25" dirty="0"/>
          </a:p>
        </p:txBody>
      </p:sp>
      <p:sp>
        <p:nvSpPr>
          <p:cNvPr id="10" name="object 10"/>
          <p:cNvSpPr txBox="1"/>
          <p:nvPr/>
        </p:nvSpPr>
        <p:spPr>
          <a:xfrm>
            <a:off x="212295" y="6350827"/>
            <a:ext cx="160655"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entury Gothic"/>
                <a:cs typeface="Century Gothic"/>
              </a:rPr>
              <a:t>3)</a:t>
            </a:r>
            <a:endParaRPr sz="1200">
              <a:latin typeface="Century Gothic"/>
              <a:cs typeface="Century Gothic"/>
            </a:endParaRPr>
          </a:p>
        </p:txBody>
      </p:sp>
      <p:sp>
        <p:nvSpPr>
          <p:cNvPr id="11" name="object 11"/>
          <p:cNvSpPr txBox="1"/>
          <p:nvPr/>
        </p:nvSpPr>
        <p:spPr>
          <a:xfrm>
            <a:off x="212295" y="7082348"/>
            <a:ext cx="176530" cy="208279"/>
          </a:xfrm>
          <a:prstGeom prst="rect">
            <a:avLst/>
          </a:prstGeom>
        </p:spPr>
        <p:txBody>
          <a:bodyPr vert="horz" wrap="square" lIns="0" tIns="12700" rIns="0" bIns="0" rtlCol="0">
            <a:spAutoFit/>
          </a:bodyPr>
          <a:lstStyle/>
          <a:p>
            <a:pPr marL="12700">
              <a:lnSpc>
                <a:spcPct val="100000"/>
              </a:lnSpc>
              <a:spcBef>
                <a:spcPts val="100"/>
              </a:spcBef>
            </a:pPr>
            <a:r>
              <a:rPr sz="1200" spc="-25" dirty="0">
                <a:latin typeface="Century Gothic"/>
                <a:cs typeface="Century Gothic"/>
              </a:rPr>
              <a:t>4)</a:t>
            </a:r>
            <a:endParaRPr sz="1200">
              <a:latin typeface="Century Gothic"/>
              <a:cs typeface="Century Gothic"/>
            </a:endParaRPr>
          </a:p>
        </p:txBody>
      </p:sp>
      <p:sp>
        <p:nvSpPr>
          <p:cNvPr id="14" name="TextBox 13">
            <a:extLst>
              <a:ext uri="{FF2B5EF4-FFF2-40B4-BE49-F238E27FC236}">
                <a16:creationId xmlns:a16="http://schemas.microsoft.com/office/drawing/2014/main" id="{97133210-D1FC-6CE3-68F6-3AD8A27D04F2}"/>
              </a:ext>
            </a:extLst>
          </p:cNvPr>
          <p:cNvSpPr txBox="1"/>
          <p:nvPr/>
        </p:nvSpPr>
        <p:spPr>
          <a:xfrm>
            <a:off x="245438" y="2523380"/>
            <a:ext cx="6536362" cy="1200329"/>
          </a:xfrm>
          <a:prstGeom prst="rect">
            <a:avLst/>
          </a:prstGeom>
          <a:noFill/>
          <a:ln>
            <a:solidFill>
              <a:schemeClr val="tx1"/>
            </a:solidFill>
          </a:ln>
        </p:spPr>
        <p:txBody>
          <a:bodyPr wrap="square" rtlCol="0">
            <a:spAutoFit/>
          </a:bodyPr>
          <a:lstStyle/>
          <a:p>
            <a:r>
              <a:rPr lang="en-GB" sz="1200" dirty="0"/>
              <a:t>The purpose of a covering letter is to introduce the applicant to the employer and support the application by explaining why they are applying for the role and why they are suitable for it. It allows the applicant to highlight relevant skills, experience, and personal qualities that match the job requirements, expand on information in the CV, and demonstrate knowledge of the organisation. A covering letter also shows professionalism, motivation, and genuine interest in the role, helping the employer decide whether to invite the applicant for an interview. </a:t>
            </a:r>
          </a:p>
        </p:txBody>
      </p:sp>
      <p:sp>
        <p:nvSpPr>
          <p:cNvPr id="15" name="TextBox 14">
            <a:extLst>
              <a:ext uri="{FF2B5EF4-FFF2-40B4-BE49-F238E27FC236}">
                <a16:creationId xmlns:a16="http://schemas.microsoft.com/office/drawing/2014/main" id="{6A5EA946-79C6-9105-784C-8C04B5B2E337}"/>
              </a:ext>
            </a:extLst>
          </p:cNvPr>
          <p:cNvSpPr txBox="1"/>
          <p:nvPr/>
        </p:nvSpPr>
        <p:spPr>
          <a:xfrm>
            <a:off x="533400" y="4884748"/>
            <a:ext cx="6247130" cy="646331"/>
          </a:xfrm>
          <a:prstGeom prst="rect">
            <a:avLst/>
          </a:prstGeom>
          <a:noFill/>
          <a:ln>
            <a:solidFill>
              <a:schemeClr val="tx1"/>
            </a:solidFill>
          </a:ln>
        </p:spPr>
        <p:txBody>
          <a:bodyPr wrap="square" rtlCol="0">
            <a:spAutoFit/>
          </a:bodyPr>
          <a:lstStyle/>
          <a:p>
            <a:r>
              <a:rPr lang="en-GB" dirty="0"/>
              <a:t>Applicant’s personal details: name, address, phone number, email and the date</a:t>
            </a:r>
          </a:p>
        </p:txBody>
      </p:sp>
      <p:sp>
        <p:nvSpPr>
          <p:cNvPr id="16" name="TextBox 15">
            <a:extLst>
              <a:ext uri="{FF2B5EF4-FFF2-40B4-BE49-F238E27FC236}">
                <a16:creationId xmlns:a16="http://schemas.microsoft.com/office/drawing/2014/main" id="{F697616A-BE6F-003A-D667-0187D451038D}"/>
              </a:ext>
            </a:extLst>
          </p:cNvPr>
          <p:cNvSpPr txBox="1"/>
          <p:nvPr/>
        </p:nvSpPr>
        <p:spPr>
          <a:xfrm>
            <a:off x="533400" y="5647246"/>
            <a:ext cx="6247130" cy="646331"/>
          </a:xfrm>
          <a:prstGeom prst="rect">
            <a:avLst/>
          </a:prstGeom>
          <a:noFill/>
          <a:ln>
            <a:solidFill>
              <a:schemeClr val="tx1"/>
            </a:solidFill>
          </a:ln>
        </p:spPr>
        <p:txBody>
          <a:bodyPr wrap="square" rtlCol="0">
            <a:spAutoFit/>
          </a:bodyPr>
          <a:lstStyle/>
          <a:p>
            <a:r>
              <a:rPr lang="en-GB" dirty="0"/>
              <a:t>Employer’s details (company name and address) and the name of the person being addressed</a:t>
            </a:r>
          </a:p>
        </p:txBody>
      </p:sp>
      <p:sp>
        <p:nvSpPr>
          <p:cNvPr id="17" name="TextBox 16">
            <a:extLst>
              <a:ext uri="{FF2B5EF4-FFF2-40B4-BE49-F238E27FC236}">
                <a16:creationId xmlns:a16="http://schemas.microsoft.com/office/drawing/2014/main" id="{59B74CE5-09ED-3257-8D11-365A2E09C05B}"/>
              </a:ext>
            </a:extLst>
          </p:cNvPr>
          <p:cNvSpPr txBox="1"/>
          <p:nvPr/>
        </p:nvSpPr>
        <p:spPr>
          <a:xfrm>
            <a:off x="563149" y="6409744"/>
            <a:ext cx="6247130" cy="369332"/>
          </a:xfrm>
          <a:prstGeom prst="rect">
            <a:avLst/>
          </a:prstGeom>
          <a:noFill/>
          <a:ln>
            <a:solidFill>
              <a:schemeClr val="tx1"/>
            </a:solidFill>
          </a:ln>
        </p:spPr>
        <p:txBody>
          <a:bodyPr wrap="square" rtlCol="0">
            <a:spAutoFit/>
          </a:bodyPr>
          <a:lstStyle/>
          <a:p>
            <a:r>
              <a:rPr lang="en-GB" dirty="0"/>
              <a:t>Job title being applied for and where the vacancy was found</a:t>
            </a:r>
          </a:p>
        </p:txBody>
      </p:sp>
      <p:sp>
        <p:nvSpPr>
          <p:cNvPr id="18" name="TextBox 17">
            <a:extLst>
              <a:ext uri="{FF2B5EF4-FFF2-40B4-BE49-F238E27FC236}">
                <a16:creationId xmlns:a16="http://schemas.microsoft.com/office/drawing/2014/main" id="{E1CD8ECD-B851-547B-6389-F2E20BA86F34}"/>
              </a:ext>
            </a:extLst>
          </p:cNvPr>
          <p:cNvSpPr txBox="1"/>
          <p:nvPr/>
        </p:nvSpPr>
        <p:spPr>
          <a:xfrm>
            <a:off x="579897" y="7157591"/>
            <a:ext cx="6247130" cy="923330"/>
          </a:xfrm>
          <a:prstGeom prst="rect">
            <a:avLst/>
          </a:prstGeom>
          <a:noFill/>
          <a:ln>
            <a:solidFill>
              <a:schemeClr val="tx1"/>
            </a:solidFill>
          </a:ln>
        </p:spPr>
        <p:txBody>
          <a:bodyPr wrap="square" rtlCol="0">
            <a:spAutoFit/>
          </a:bodyPr>
          <a:lstStyle/>
          <a:p>
            <a:r>
              <a:rPr lang="en-GB" dirty="0"/>
              <a:t>Relevant skills, experience, and qualifications, plus a brief explanation of why the applicant is suitable for the role and interested in the company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44750" y="582180"/>
            <a:ext cx="1967230" cy="574040"/>
          </a:xfrm>
          <a:prstGeom prst="rect">
            <a:avLst/>
          </a:prstGeom>
        </p:spPr>
        <p:txBody>
          <a:bodyPr vert="horz" wrap="square" lIns="0" tIns="12700" rIns="0" bIns="0" rtlCol="0">
            <a:spAutoFit/>
          </a:bodyPr>
          <a:lstStyle/>
          <a:p>
            <a:pPr marL="12700" marR="5080" indent="86995">
              <a:lnSpc>
                <a:spcPct val="100000"/>
              </a:lnSpc>
              <a:spcBef>
                <a:spcPts val="100"/>
              </a:spcBef>
            </a:pPr>
            <a:r>
              <a:rPr sz="1800" spc="90" dirty="0">
                <a:latin typeface="Century Gothic"/>
                <a:cs typeface="Century Gothic"/>
              </a:rPr>
              <a:t>APPLYING</a:t>
            </a:r>
            <a:r>
              <a:rPr sz="1800" spc="-25" dirty="0">
                <a:latin typeface="Century Gothic"/>
                <a:cs typeface="Century Gothic"/>
              </a:rPr>
              <a:t> </a:t>
            </a:r>
            <a:r>
              <a:rPr sz="1800" spc="114" dirty="0">
                <a:latin typeface="Century Gothic"/>
                <a:cs typeface="Century Gothic"/>
              </a:rPr>
              <a:t>FOR </a:t>
            </a:r>
            <a:r>
              <a:rPr sz="1800" spc="155" dirty="0">
                <a:latin typeface="Century Gothic"/>
                <a:cs typeface="Century Gothic"/>
              </a:rPr>
              <a:t>OPPORTUNITIES</a:t>
            </a:r>
            <a:endParaRPr sz="1800">
              <a:latin typeface="Century Gothic"/>
              <a:cs typeface="Century Gothic"/>
            </a:endParaRPr>
          </a:p>
        </p:txBody>
      </p:sp>
      <p:sp>
        <p:nvSpPr>
          <p:cNvPr id="3" name="object 3"/>
          <p:cNvSpPr txBox="1"/>
          <p:nvPr/>
        </p:nvSpPr>
        <p:spPr>
          <a:xfrm>
            <a:off x="339740" y="1450007"/>
            <a:ext cx="1310005" cy="756920"/>
          </a:xfrm>
          <a:prstGeom prst="rect">
            <a:avLst/>
          </a:prstGeom>
        </p:spPr>
        <p:txBody>
          <a:bodyPr vert="horz" wrap="square" lIns="0" tIns="12700" rIns="0" bIns="0" rtlCol="0">
            <a:spAutoFit/>
          </a:bodyPr>
          <a:lstStyle/>
          <a:p>
            <a:pPr marL="12700">
              <a:lnSpc>
                <a:spcPct val="100000"/>
              </a:lnSpc>
              <a:spcBef>
                <a:spcPts val="100"/>
              </a:spcBef>
            </a:pPr>
            <a:r>
              <a:rPr sz="1200" dirty="0">
                <a:latin typeface="Century Gothic"/>
                <a:cs typeface="Century Gothic"/>
              </a:rPr>
              <a:t>[Address</a:t>
            </a:r>
            <a:r>
              <a:rPr sz="1200" spc="75" dirty="0">
                <a:latin typeface="Century Gothic"/>
                <a:cs typeface="Century Gothic"/>
              </a:rPr>
              <a:t> </a:t>
            </a:r>
            <a:r>
              <a:rPr sz="1200" spc="60" dirty="0">
                <a:latin typeface="Century Gothic"/>
                <a:cs typeface="Century Gothic"/>
              </a:rPr>
              <a:t>Line</a:t>
            </a:r>
            <a:r>
              <a:rPr sz="1200" spc="65" dirty="0">
                <a:latin typeface="Century Gothic"/>
                <a:cs typeface="Century Gothic"/>
              </a:rPr>
              <a:t> </a:t>
            </a:r>
            <a:r>
              <a:rPr sz="1200" spc="-25" dirty="0">
                <a:latin typeface="Century Gothic"/>
                <a:cs typeface="Century Gothic"/>
              </a:rPr>
              <a:t>1]</a:t>
            </a:r>
            <a:endParaRPr sz="1200" dirty="0">
              <a:latin typeface="Century Gothic"/>
              <a:cs typeface="Century Gothic"/>
            </a:endParaRPr>
          </a:p>
          <a:p>
            <a:pPr marL="12700">
              <a:lnSpc>
                <a:spcPct val="100000"/>
              </a:lnSpc>
            </a:pPr>
            <a:r>
              <a:rPr sz="1200" dirty="0">
                <a:latin typeface="Century Gothic"/>
                <a:cs typeface="Century Gothic"/>
              </a:rPr>
              <a:t>[Address</a:t>
            </a:r>
            <a:r>
              <a:rPr sz="1200" spc="75" dirty="0">
                <a:latin typeface="Century Gothic"/>
                <a:cs typeface="Century Gothic"/>
              </a:rPr>
              <a:t> </a:t>
            </a:r>
            <a:r>
              <a:rPr sz="1200" spc="60" dirty="0">
                <a:latin typeface="Century Gothic"/>
                <a:cs typeface="Century Gothic"/>
              </a:rPr>
              <a:t>Line</a:t>
            </a:r>
            <a:r>
              <a:rPr sz="1200" spc="65" dirty="0">
                <a:latin typeface="Century Gothic"/>
                <a:cs typeface="Century Gothic"/>
              </a:rPr>
              <a:t> </a:t>
            </a:r>
            <a:r>
              <a:rPr sz="1200" spc="-25" dirty="0">
                <a:latin typeface="Century Gothic"/>
                <a:cs typeface="Century Gothic"/>
              </a:rPr>
              <a:t>2]</a:t>
            </a:r>
            <a:endParaRPr sz="1200" dirty="0">
              <a:latin typeface="Century Gothic"/>
              <a:cs typeface="Century Gothic"/>
            </a:endParaRPr>
          </a:p>
          <a:p>
            <a:pPr marL="12700" marR="5080">
              <a:lnSpc>
                <a:spcPct val="100000"/>
              </a:lnSpc>
            </a:pPr>
            <a:r>
              <a:rPr sz="1200" dirty="0">
                <a:latin typeface="Century Gothic"/>
                <a:cs typeface="Century Gothic"/>
              </a:rPr>
              <a:t>[Address</a:t>
            </a:r>
            <a:r>
              <a:rPr sz="1200" spc="75" dirty="0">
                <a:latin typeface="Century Gothic"/>
                <a:cs typeface="Century Gothic"/>
              </a:rPr>
              <a:t> </a:t>
            </a:r>
            <a:r>
              <a:rPr sz="1200" spc="60" dirty="0">
                <a:latin typeface="Century Gothic"/>
                <a:cs typeface="Century Gothic"/>
              </a:rPr>
              <a:t>Line</a:t>
            </a:r>
            <a:r>
              <a:rPr sz="1200" spc="65" dirty="0">
                <a:latin typeface="Century Gothic"/>
                <a:cs typeface="Century Gothic"/>
              </a:rPr>
              <a:t> </a:t>
            </a:r>
            <a:r>
              <a:rPr sz="1200" spc="-25" dirty="0">
                <a:latin typeface="Century Gothic"/>
                <a:cs typeface="Century Gothic"/>
              </a:rPr>
              <a:t>3] </a:t>
            </a:r>
            <a:r>
              <a:rPr sz="1200" dirty="0">
                <a:latin typeface="Century Gothic"/>
                <a:cs typeface="Century Gothic"/>
              </a:rPr>
              <a:t>[Phone</a:t>
            </a:r>
            <a:r>
              <a:rPr sz="1200" spc="130" dirty="0">
                <a:latin typeface="Century Gothic"/>
                <a:cs typeface="Century Gothic"/>
              </a:rPr>
              <a:t> </a:t>
            </a:r>
            <a:r>
              <a:rPr sz="1200" spc="-10" dirty="0">
                <a:latin typeface="Century Gothic"/>
                <a:cs typeface="Century Gothic"/>
              </a:rPr>
              <a:t>Number]</a:t>
            </a:r>
            <a:endParaRPr sz="1200" dirty="0">
              <a:latin typeface="Century Gothic"/>
              <a:cs typeface="Century Gothic"/>
            </a:endParaRPr>
          </a:p>
        </p:txBody>
      </p:sp>
      <p:sp>
        <p:nvSpPr>
          <p:cNvPr id="4" name="object 4"/>
          <p:cNvSpPr txBox="1"/>
          <p:nvPr/>
        </p:nvSpPr>
        <p:spPr>
          <a:xfrm>
            <a:off x="339740" y="2730167"/>
            <a:ext cx="6178550" cy="6243320"/>
          </a:xfrm>
          <a:prstGeom prst="rect">
            <a:avLst/>
          </a:prstGeom>
        </p:spPr>
        <p:txBody>
          <a:bodyPr vert="horz" wrap="square" lIns="0" tIns="12700" rIns="0" bIns="0" rtlCol="0">
            <a:spAutoFit/>
          </a:bodyPr>
          <a:lstStyle/>
          <a:p>
            <a:pPr marL="12700" marR="4163060" algn="just">
              <a:lnSpc>
                <a:spcPct val="100000"/>
              </a:lnSpc>
              <a:spcBef>
                <a:spcPts val="100"/>
              </a:spcBef>
            </a:pPr>
            <a:r>
              <a:rPr sz="1200" spc="-10" dirty="0">
                <a:latin typeface="Century Gothic"/>
                <a:cs typeface="Century Gothic"/>
              </a:rPr>
              <a:t>[Company</a:t>
            </a:r>
            <a:r>
              <a:rPr sz="1200" spc="40" dirty="0">
                <a:latin typeface="Century Gothic"/>
                <a:cs typeface="Century Gothic"/>
              </a:rPr>
              <a:t> </a:t>
            </a:r>
            <a:r>
              <a:rPr sz="1200" dirty="0">
                <a:latin typeface="Century Gothic"/>
                <a:cs typeface="Century Gothic"/>
              </a:rPr>
              <a:t>Address</a:t>
            </a:r>
            <a:r>
              <a:rPr sz="1200" spc="30" dirty="0">
                <a:latin typeface="Century Gothic"/>
                <a:cs typeface="Century Gothic"/>
              </a:rPr>
              <a:t> </a:t>
            </a:r>
            <a:r>
              <a:rPr sz="1200" spc="60" dirty="0">
                <a:latin typeface="Century Gothic"/>
                <a:cs typeface="Century Gothic"/>
              </a:rPr>
              <a:t>Line</a:t>
            </a:r>
            <a:r>
              <a:rPr sz="1200" spc="55" dirty="0">
                <a:latin typeface="Century Gothic"/>
                <a:cs typeface="Century Gothic"/>
              </a:rPr>
              <a:t> </a:t>
            </a:r>
            <a:r>
              <a:rPr sz="1200" spc="-25" dirty="0">
                <a:latin typeface="Century Gothic"/>
                <a:cs typeface="Century Gothic"/>
              </a:rPr>
              <a:t>1] </a:t>
            </a:r>
            <a:r>
              <a:rPr sz="1200" spc="-10" dirty="0">
                <a:latin typeface="Century Gothic"/>
                <a:cs typeface="Century Gothic"/>
              </a:rPr>
              <a:t>[Company</a:t>
            </a:r>
            <a:r>
              <a:rPr sz="1200" spc="40" dirty="0">
                <a:latin typeface="Century Gothic"/>
                <a:cs typeface="Century Gothic"/>
              </a:rPr>
              <a:t> </a:t>
            </a:r>
            <a:r>
              <a:rPr sz="1200" dirty="0">
                <a:latin typeface="Century Gothic"/>
                <a:cs typeface="Century Gothic"/>
              </a:rPr>
              <a:t>Address</a:t>
            </a:r>
            <a:r>
              <a:rPr sz="1200" spc="30" dirty="0">
                <a:latin typeface="Century Gothic"/>
                <a:cs typeface="Century Gothic"/>
              </a:rPr>
              <a:t> </a:t>
            </a:r>
            <a:r>
              <a:rPr sz="1200" spc="60" dirty="0">
                <a:latin typeface="Century Gothic"/>
                <a:cs typeface="Century Gothic"/>
              </a:rPr>
              <a:t>Line</a:t>
            </a:r>
            <a:r>
              <a:rPr sz="1200" spc="55" dirty="0">
                <a:latin typeface="Century Gothic"/>
                <a:cs typeface="Century Gothic"/>
              </a:rPr>
              <a:t> </a:t>
            </a:r>
            <a:r>
              <a:rPr sz="1200" spc="-25" dirty="0">
                <a:latin typeface="Century Gothic"/>
                <a:cs typeface="Century Gothic"/>
              </a:rPr>
              <a:t>2] </a:t>
            </a:r>
            <a:r>
              <a:rPr sz="1200" spc="-10" dirty="0">
                <a:latin typeface="Century Gothic"/>
                <a:cs typeface="Century Gothic"/>
              </a:rPr>
              <a:t>[Date]</a:t>
            </a:r>
            <a:endParaRPr sz="1200" dirty="0">
              <a:latin typeface="Century Gothic"/>
              <a:cs typeface="Century Gothic"/>
            </a:endParaRPr>
          </a:p>
          <a:p>
            <a:pPr marL="12700" algn="just">
              <a:lnSpc>
                <a:spcPct val="100000"/>
              </a:lnSpc>
              <a:spcBef>
                <a:spcPts val="1440"/>
              </a:spcBef>
            </a:pPr>
            <a:r>
              <a:rPr sz="1200" dirty="0">
                <a:latin typeface="Century Gothic"/>
                <a:cs typeface="Century Gothic"/>
              </a:rPr>
              <a:t>Dear</a:t>
            </a:r>
            <a:r>
              <a:rPr sz="1200" spc="5" dirty="0">
                <a:latin typeface="Century Gothic"/>
                <a:cs typeface="Century Gothic"/>
              </a:rPr>
              <a:t> </a:t>
            </a:r>
            <a:r>
              <a:rPr sz="1200" spc="-10" dirty="0">
                <a:latin typeface="Century Gothic"/>
                <a:cs typeface="Century Gothic"/>
              </a:rPr>
              <a:t>[Name],</a:t>
            </a:r>
            <a:endParaRPr sz="1200" dirty="0">
              <a:latin typeface="Century Gothic"/>
              <a:cs typeface="Century Gothic"/>
            </a:endParaRPr>
          </a:p>
          <a:p>
            <a:pPr marL="12700">
              <a:lnSpc>
                <a:spcPct val="100000"/>
              </a:lnSpc>
              <a:spcBef>
                <a:spcPts val="1440"/>
              </a:spcBef>
            </a:pPr>
            <a:r>
              <a:rPr sz="1200" b="1" spc="160" dirty="0">
                <a:latin typeface="Calibri"/>
                <a:cs typeface="Calibri"/>
              </a:rPr>
              <a:t>Paragraph</a:t>
            </a:r>
            <a:r>
              <a:rPr sz="1200" b="1" spc="40" dirty="0">
                <a:latin typeface="Calibri"/>
                <a:cs typeface="Calibri"/>
              </a:rPr>
              <a:t> </a:t>
            </a:r>
            <a:r>
              <a:rPr sz="1200" b="1" spc="-25" dirty="0">
                <a:latin typeface="Calibri"/>
                <a:cs typeface="Calibri"/>
              </a:rPr>
              <a:t>1:</a:t>
            </a:r>
            <a:endParaRPr sz="1200" dirty="0">
              <a:latin typeface="Calibri"/>
              <a:cs typeface="Calibri"/>
            </a:endParaRPr>
          </a:p>
          <a:p>
            <a:pPr marL="12700" marR="5715" algn="just">
              <a:lnSpc>
                <a:spcPct val="100000"/>
              </a:lnSpc>
            </a:pPr>
            <a:r>
              <a:rPr sz="1200" dirty="0">
                <a:latin typeface="Century Gothic"/>
                <a:cs typeface="Century Gothic"/>
              </a:rPr>
              <a:t>Your</a:t>
            </a:r>
            <a:r>
              <a:rPr sz="1200" spc="210" dirty="0">
                <a:latin typeface="Century Gothic"/>
                <a:cs typeface="Century Gothic"/>
              </a:rPr>
              <a:t> </a:t>
            </a:r>
            <a:r>
              <a:rPr sz="1200" dirty="0">
                <a:latin typeface="Century Gothic"/>
                <a:cs typeface="Century Gothic"/>
              </a:rPr>
              <a:t>opening</a:t>
            </a:r>
            <a:r>
              <a:rPr sz="1200" spc="215" dirty="0">
                <a:latin typeface="Century Gothic"/>
                <a:cs typeface="Century Gothic"/>
              </a:rPr>
              <a:t> </a:t>
            </a:r>
            <a:r>
              <a:rPr sz="1200" dirty="0">
                <a:latin typeface="Century Gothic"/>
                <a:cs typeface="Century Gothic"/>
              </a:rPr>
              <a:t>paragraph</a:t>
            </a:r>
            <a:r>
              <a:rPr sz="1200" spc="215" dirty="0">
                <a:latin typeface="Century Gothic"/>
                <a:cs typeface="Century Gothic"/>
              </a:rPr>
              <a:t> </a:t>
            </a:r>
            <a:r>
              <a:rPr sz="1200" dirty="0">
                <a:latin typeface="Century Gothic"/>
                <a:cs typeface="Century Gothic"/>
              </a:rPr>
              <a:t>should</a:t>
            </a:r>
            <a:r>
              <a:rPr sz="1200" spc="220" dirty="0">
                <a:latin typeface="Century Gothic"/>
                <a:cs typeface="Century Gothic"/>
              </a:rPr>
              <a:t> </a:t>
            </a:r>
            <a:r>
              <a:rPr sz="1200" dirty="0">
                <a:latin typeface="Century Gothic"/>
                <a:cs typeface="Century Gothic"/>
              </a:rPr>
              <a:t>be</a:t>
            </a:r>
            <a:r>
              <a:rPr sz="1200" spc="210" dirty="0">
                <a:latin typeface="Century Gothic"/>
                <a:cs typeface="Century Gothic"/>
              </a:rPr>
              <a:t> </a:t>
            </a:r>
            <a:r>
              <a:rPr sz="1200" spc="65" dirty="0">
                <a:latin typeface="Century Gothic"/>
                <a:cs typeface="Century Gothic"/>
              </a:rPr>
              <a:t>short</a:t>
            </a:r>
            <a:r>
              <a:rPr sz="1200" spc="215" dirty="0">
                <a:latin typeface="Century Gothic"/>
                <a:cs typeface="Century Gothic"/>
              </a:rPr>
              <a:t> </a:t>
            </a:r>
            <a:r>
              <a:rPr sz="1200" dirty="0">
                <a:latin typeface="Century Gothic"/>
                <a:cs typeface="Century Gothic"/>
              </a:rPr>
              <a:t>and</a:t>
            </a:r>
            <a:r>
              <a:rPr sz="1200" spc="220" dirty="0">
                <a:latin typeface="Century Gothic"/>
                <a:cs typeface="Century Gothic"/>
              </a:rPr>
              <a:t> </a:t>
            </a:r>
            <a:r>
              <a:rPr sz="1200" dirty="0">
                <a:latin typeface="Century Gothic"/>
                <a:cs typeface="Century Gothic"/>
              </a:rPr>
              <a:t>sweet</a:t>
            </a:r>
            <a:r>
              <a:rPr sz="1200" spc="215" dirty="0">
                <a:latin typeface="Century Gothic"/>
                <a:cs typeface="Century Gothic"/>
              </a:rPr>
              <a:t> </a:t>
            </a:r>
            <a:r>
              <a:rPr sz="1200" dirty="0">
                <a:latin typeface="Century Gothic"/>
                <a:cs typeface="Century Gothic"/>
              </a:rPr>
              <a:t>made</a:t>
            </a:r>
            <a:r>
              <a:rPr sz="1200" spc="210" dirty="0">
                <a:latin typeface="Century Gothic"/>
                <a:cs typeface="Century Gothic"/>
              </a:rPr>
              <a:t> </a:t>
            </a:r>
            <a:r>
              <a:rPr sz="1200" dirty="0">
                <a:latin typeface="Century Gothic"/>
                <a:cs typeface="Century Gothic"/>
              </a:rPr>
              <a:t>up</a:t>
            </a:r>
            <a:r>
              <a:rPr sz="1200" spc="220" dirty="0">
                <a:latin typeface="Century Gothic"/>
                <a:cs typeface="Century Gothic"/>
              </a:rPr>
              <a:t> </a:t>
            </a:r>
            <a:r>
              <a:rPr sz="1200" dirty="0">
                <a:latin typeface="Century Gothic"/>
                <a:cs typeface="Century Gothic"/>
              </a:rPr>
              <a:t>of</a:t>
            </a:r>
            <a:r>
              <a:rPr sz="1200" spc="215" dirty="0">
                <a:latin typeface="Century Gothic"/>
                <a:cs typeface="Century Gothic"/>
              </a:rPr>
              <a:t> </a:t>
            </a:r>
            <a:r>
              <a:rPr sz="1200" dirty="0">
                <a:latin typeface="Century Gothic"/>
                <a:cs typeface="Century Gothic"/>
              </a:rPr>
              <a:t>three</a:t>
            </a:r>
            <a:r>
              <a:rPr sz="1200" spc="210" dirty="0">
                <a:latin typeface="Century Gothic"/>
                <a:cs typeface="Century Gothic"/>
              </a:rPr>
              <a:t> </a:t>
            </a:r>
            <a:r>
              <a:rPr sz="1200" spc="35" dirty="0">
                <a:latin typeface="Century Gothic"/>
                <a:cs typeface="Century Gothic"/>
              </a:rPr>
              <a:t>things: </a:t>
            </a:r>
            <a:r>
              <a:rPr sz="1200" dirty="0">
                <a:latin typeface="Century Gothic"/>
                <a:cs typeface="Century Gothic"/>
              </a:rPr>
              <a:t>why</a:t>
            </a:r>
            <a:r>
              <a:rPr sz="1200" spc="75" dirty="0">
                <a:latin typeface="Century Gothic"/>
                <a:cs typeface="Century Gothic"/>
              </a:rPr>
              <a:t> </a:t>
            </a:r>
            <a:r>
              <a:rPr sz="1200" spc="-10" dirty="0">
                <a:latin typeface="Century Gothic"/>
                <a:cs typeface="Century Gothic"/>
              </a:rPr>
              <a:t>you’re</a:t>
            </a:r>
            <a:r>
              <a:rPr sz="1200" spc="75" dirty="0">
                <a:latin typeface="Century Gothic"/>
                <a:cs typeface="Century Gothic"/>
              </a:rPr>
              <a:t> </a:t>
            </a:r>
            <a:r>
              <a:rPr sz="1200" spc="65" dirty="0">
                <a:latin typeface="Century Gothic"/>
                <a:cs typeface="Century Gothic"/>
              </a:rPr>
              <a:t>writing</a:t>
            </a:r>
            <a:r>
              <a:rPr sz="1200" spc="90" dirty="0">
                <a:latin typeface="Century Gothic"/>
                <a:cs typeface="Century Gothic"/>
              </a:rPr>
              <a:t> </a:t>
            </a:r>
            <a:r>
              <a:rPr sz="1200" dirty="0">
                <a:latin typeface="Century Gothic"/>
                <a:cs typeface="Century Gothic"/>
              </a:rPr>
              <a:t>the</a:t>
            </a:r>
            <a:r>
              <a:rPr sz="1200" spc="80" dirty="0">
                <a:latin typeface="Century Gothic"/>
                <a:cs typeface="Century Gothic"/>
              </a:rPr>
              <a:t> </a:t>
            </a:r>
            <a:r>
              <a:rPr sz="1200" dirty="0">
                <a:latin typeface="Century Gothic"/>
                <a:cs typeface="Century Gothic"/>
              </a:rPr>
              <a:t>letter;</a:t>
            </a:r>
            <a:r>
              <a:rPr sz="1200" spc="75" dirty="0">
                <a:latin typeface="Century Gothic"/>
                <a:cs typeface="Century Gothic"/>
              </a:rPr>
              <a:t> </a:t>
            </a:r>
            <a:r>
              <a:rPr sz="1200" dirty="0">
                <a:latin typeface="Century Gothic"/>
                <a:cs typeface="Century Gothic"/>
              </a:rPr>
              <a:t>the</a:t>
            </a:r>
            <a:r>
              <a:rPr sz="1200" spc="75" dirty="0">
                <a:latin typeface="Century Gothic"/>
                <a:cs typeface="Century Gothic"/>
              </a:rPr>
              <a:t> </a:t>
            </a:r>
            <a:r>
              <a:rPr sz="1200" dirty="0">
                <a:latin typeface="Century Gothic"/>
                <a:cs typeface="Century Gothic"/>
              </a:rPr>
              <a:t>position</a:t>
            </a:r>
            <a:r>
              <a:rPr sz="1200" spc="90" dirty="0">
                <a:latin typeface="Century Gothic"/>
                <a:cs typeface="Century Gothic"/>
              </a:rPr>
              <a:t> </a:t>
            </a:r>
            <a:r>
              <a:rPr sz="1200" spc="-10" dirty="0">
                <a:latin typeface="Century Gothic"/>
                <a:cs typeface="Century Gothic"/>
              </a:rPr>
              <a:t>you’re</a:t>
            </a:r>
            <a:r>
              <a:rPr sz="1200" spc="80" dirty="0">
                <a:latin typeface="Century Gothic"/>
                <a:cs typeface="Century Gothic"/>
              </a:rPr>
              <a:t> </a:t>
            </a:r>
            <a:r>
              <a:rPr sz="1200" dirty="0">
                <a:latin typeface="Century Gothic"/>
                <a:cs typeface="Century Gothic"/>
              </a:rPr>
              <a:t>applying</a:t>
            </a:r>
            <a:r>
              <a:rPr sz="1200" spc="90" dirty="0">
                <a:latin typeface="Century Gothic"/>
                <a:cs typeface="Century Gothic"/>
              </a:rPr>
              <a:t> </a:t>
            </a:r>
            <a:r>
              <a:rPr sz="1200" dirty="0">
                <a:latin typeface="Century Gothic"/>
                <a:cs typeface="Century Gothic"/>
              </a:rPr>
              <a:t>for;</a:t>
            </a:r>
            <a:r>
              <a:rPr sz="1200" spc="75" dirty="0">
                <a:latin typeface="Century Gothic"/>
                <a:cs typeface="Century Gothic"/>
              </a:rPr>
              <a:t> </a:t>
            </a:r>
            <a:r>
              <a:rPr sz="1200" dirty="0">
                <a:latin typeface="Century Gothic"/>
                <a:cs typeface="Century Gothic"/>
              </a:rPr>
              <a:t>how</a:t>
            </a:r>
            <a:r>
              <a:rPr sz="1200" spc="85" dirty="0">
                <a:latin typeface="Century Gothic"/>
                <a:cs typeface="Century Gothic"/>
              </a:rPr>
              <a:t> </a:t>
            </a:r>
            <a:r>
              <a:rPr sz="1200" dirty="0">
                <a:latin typeface="Century Gothic"/>
                <a:cs typeface="Century Gothic"/>
              </a:rPr>
              <a:t>you</a:t>
            </a:r>
            <a:r>
              <a:rPr sz="1200" spc="75" dirty="0">
                <a:latin typeface="Century Gothic"/>
                <a:cs typeface="Century Gothic"/>
              </a:rPr>
              <a:t> </a:t>
            </a:r>
            <a:r>
              <a:rPr sz="1200" dirty="0">
                <a:latin typeface="Century Gothic"/>
                <a:cs typeface="Century Gothic"/>
              </a:rPr>
              <a:t>found</a:t>
            </a:r>
            <a:r>
              <a:rPr sz="1200" spc="85" dirty="0">
                <a:latin typeface="Century Gothic"/>
                <a:cs typeface="Century Gothic"/>
              </a:rPr>
              <a:t> </a:t>
            </a:r>
            <a:r>
              <a:rPr sz="1200" spc="-25" dirty="0">
                <a:latin typeface="Century Gothic"/>
                <a:cs typeface="Century Gothic"/>
              </a:rPr>
              <a:t>out </a:t>
            </a:r>
            <a:r>
              <a:rPr sz="1200" dirty="0">
                <a:latin typeface="Century Gothic"/>
                <a:cs typeface="Century Gothic"/>
              </a:rPr>
              <a:t>about</a:t>
            </a:r>
            <a:r>
              <a:rPr sz="1200" spc="40" dirty="0">
                <a:latin typeface="Century Gothic"/>
                <a:cs typeface="Century Gothic"/>
              </a:rPr>
              <a:t> </a:t>
            </a:r>
            <a:r>
              <a:rPr sz="1200" dirty="0">
                <a:latin typeface="Century Gothic"/>
                <a:cs typeface="Century Gothic"/>
              </a:rPr>
              <a:t>the</a:t>
            </a:r>
            <a:r>
              <a:rPr sz="1200" spc="35" dirty="0">
                <a:latin typeface="Century Gothic"/>
                <a:cs typeface="Century Gothic"/>
              </a:rPr>
              <a:t> </a:t>
            </a:r>
            <a:r>
              <a:rPr sz="1200" dirty="0">
                <a:latin typeface="Century Gothic"/>
                <a:cs typeface="Century Gothic"/>
              </a:rPr>
              <a:t>position.</a:t>
            </a:r>
            <a:r>
              <a:rPr sz="1200" spc="25" dirty="0">
                <a:latin typeface="Century Gothic"/>
                <a:cs typeface="Century Gothic"/>
              </a:rPr>
              <a:t> </a:t>
            </a:r>
            <a:r>
              <a:rPr sz="1200" spc="75" dirty="0">
                <a:latin typeface="Century Gothic"/>
                <a:cs typeface="Century Gothic"/>
              </a:rPr>
              <a:t>For</a:t>
            </a:r>
            <a:r>
              <a:rPr sz="1200" spc="35" dirty="0">
                <a:latin typeface="Century Gothic"/>
                <a:cs typeface="Century Gothic"/>
              </a:rPr>
              <a:t> </a:t>
            </a:r>
            <a:r>
              <a:rPr sz="1200" dirty="0">
                <a:latin typeface="Century Gothic"/>
                <a:cs typeface="Century Gothic"/>
              </a:rPr>
              <a:t>example:</a:t>
            </a:r>
            <a:r>
              <a:rPr sz="1200" spc="40" dirty="0">
                <a:latin typeface="Century Gothic"/>
                <a:cs typeface="Century Gothic"/>
              </a:rPr>
              <a:t> </a:t>
            </a:r>
            <a:r>
              <a:rPr sz="1200" spc="-10" dirty="0">
                <a:latin typeface="Century Gothic"/>
                <a:cs typeface="Century Gothic"/>
              </a:rPr>
              <a:t>‘I</a:t>
            </a:r>
            <a:r>
              <a:rPr sz="1200" spc="40" dirty="0">
                <a:latin typeface="Century Gothic"/>
                <a:cs typeface="Century Gothic"/>
              </a:rPr>
              <a:t> </a:t>
            </a:r>
            <a:r>
              <a:rPr sz="1200" dirty="0">
                <a:latin typeface="Century Gothic"/>
                <a:cs typeface="Century Gothic"/>
              </a:rPr>
              <a:t>am</a:t>
            </a:r>
            <a:r>
              <a:rPr sz="1200" spc="50" dirty="0">
                <a:latin typeface="Century Gothic"/>
                <a:cs typeface="Century Gothic"/>
              </a:rPr>
              <a:t> </a:t>
            </a:r>
            <a:r>
              <a:rPr sz="1200" spc="65" dirty="0">
                <a:latin typeface="Century Gothic"/>
                <a:cs typeface="Century Gothic"/>
              </a:rPr>
              <a:t>writing</a:t>
            </a:r>
            <a:r>
              <a:rPr sz="1200" spc="45" dirty="0">
                <a:latin typeface="Century Gothic"/>
                <a:cs typeface="Century Gothic"/>
              </a:rPr>
              <a:t> </a:t>
            </a:r>
            <a:r>
              <a:rPr sz="1200" dirty="0">
                <a:latin typeface="Century Gothic"/>
                <a:cs typeface="Century Gothic"/>
              </a:rPr>
              <a:t>to</a:t>
            </a:r>
            <a:r>
              <a:rPr sz="1200" spc="45" dirty="0">
                <a:latin typeface="Century Gothic"/>
                <a:cs typeface="Century Gothic"/>
              </a:rPr>
              <a:t> </a:t>
            </a:r>
            <a:r>
              <a:rPr sz="1200" dirty="0">
                <a:latin typeface="Century Gothic"/>
                <a:cs typeface="Century Gothic"/>
              </a:rPr>
              <a:t>apply</a:t>
            </a:r>
            <a:r>
              <a:rPr sz="1200" spc="40" dirty="0">
                <a:latin typeface="Century Gothic"/>
                <a:cs typeface="Century Gothic"/>
              </a:rPr>
              <a:t> </a:t>
            </a:r>
            <a:r>
              <a:rPr sz="1200" dirty="0">
                <a:latin typeface="Century Gothic"/>
                <a:cs typeface="Century Gothic"/>
              </a:rPr>
              <a:t>for</a:t>
            </a:r>
            <a:r>
              <a:rPr sz="1200" spc="25" dirty="0">
                <a:latin typeface="Century Gothic"/>
                <a:cs typeface="Century Gothic"/>
              </a:rPr>
              <a:t> </a:t>
            </a:r>
            <a:r>
              <a:rPr sz="1200" dirty="0">
                <a:latin typeface="Century Gothic"/>
                <a:cs typeface="Century Gothic"/>
              </a:rPr>
              <a:t>the</a:t>
            </a:r>
            <a:r>
              <a:rPr sz="1200" spc="35" dirty="0">
                <a:latin typeface="Century Gothic"/>
                <a:cs typeface="Century Gothic"/>
              </a:rPr>
              <a:t> </a:t>
            </a:r>
            <a:r>
              <a:rPr sz="1200" dirty="0">
                <a:latin typeface="Century Gothic"/>
                <a:cs typeface="Century Gothic"/>
              </a:rPr>
              <a:t>role</a:t>
            </a:r>
            <a:r>
              <a:rPr sz="1200" spc="20" dirty="0">
                <a:latin typeface="Century Gothic"/>
                <a:cs typeface="Century Gothic"/>
              </a:rPr>
              <a:t> </a:t>
            </a:r>
            <a:r>
              <a:rPr sz="1200" dirty="0">
                <a:latin typeface="Century Gothic"/>
                <a:cs typeface="Century Gothic"/>
              </a:rPr>
              <a:t>of</a:t>
            </a:r>
            <a:r>
              <a:rPr sz="1200" spc="45" dirty="0">
                <a:latin typeface="Century Gothic"/>
                <a:cs typeface="Century Gothic"/>
              </a:rPr>
              <a:t> </a:t>
            </a:r>
            <a:r>
              <a:rPr sz="1200" dirty="0">
                <a:latin typeface="Century Gothic"/>
                <a:cs typeface="Century Gothic"/>
              </a:rPr>
              <a:t>[job</a:t>
            </a:r>
            <a:r>
              <a:rPr sz="1200" spc="45" dirty="0">
                <a:latin typeface="Century Gothic"/>
                <a:cs typeface="Century Gothic"/>
              </a:rPr>
              <a:t> </a:t>
            </a:r>
            <a:r>
              <a:rPr sz="1200" dirty="0">
                <a:latin typeface="Century Gothic"/>
                <a:cs typeface="Century Gothic"/>
              </a:rPr>
              <a:t>title],</a:t>
            </a:r>
            <a:r>
              <a:rPr sz="1200" spc="40" dirty="0">
                <a:latin typeface="Century Gothic"/>
                <a:cs typeface="Century Gothic"/>
              </a:rPr>
              <a:t> </a:t>
            </a:r>
            <a:r>
              <a:rPr sz="1200" spc="50" dirty="0">
                <a:latin typeface="Century Gothic"/>
                <a:cs typeface="Century Gothic"/>
              </a:rPr>
              <a:t>in </a:t>
            </a:r>
            <a:r>
              <a:rPr sz="1200" dirty="0">
                <a:latin typeface="Century Gothic"/>
                <a:cs typeface="Century Gothic"/>
              </a:rPr>
              <a:t>response</a:t>
            </a:r>
            <a:r>
              <a:rPr sz="1200" spc="5" dirty="0">
                <a:latin typeface="Century Gothic"/>
                <a:cs typeface="Century Gothic"/>
              </a:rPr>
              <a:t> </a:t>
            </a:r>
            <a:r>
              <a:rPr sz="1200" dirty="0">
                <a:latin typeface="Century Gothic"/>
                <a:cs typeface="Century Gothic"/>
              </a:rPr>
              <a:t>to</a:t>
            </a:r>
            <a:r>
              <a:rPr sz="1200" spc="20" dirty="0">
                <a:latin typeface="Century Gothic"/>
                <a:cs typeface="Century Gothic"/>
              </a:rPr>
              <a:t> </a:t>
            </a:r>
            <a:r>
              <a:rPr sz="1200" dirty="0">
                <a:latin typeface="Century Gothic"/>
                <a:cs typeface="Century Gothic"/>
              </a:rPr>
              <a:t>an</a:t>
            </a:r>
            <a:r>
              <a:rPr sz="1200" spc="50" dirty="0">
                <a:latin typeface="Century Gothic"/>
                <a:cs typeface="Century Gothic"/>
              </a:rPr>
              <a:t> </a:t>
            </a:r>
            <a:r>
              <a:rPr sz="1200" dirty="0">
                <a:latin typeface="Century Gothic"/>
                <a:cs typeface="Century Gothic"/>
              </a:rPr>
              <a:t>advert</a:t>
            </a:r>
            <a:r>
              <a:rPr sz="1200" spc="30" dirty="0">
                <a:latin typeface="Century Gothic"/>
                <a:cs typeface="Century Gothic"/>
              </a:rPr>
              <a:t> </a:t>
            </a:r>
            <a:r>
              <a:rPr sz="1200" spc="85" dirty="0">
                <a:latin typeface="Century Gothic"/>
                <a:cs typeface="Century Gothic"/>
              </a:rPr>
              <a:t>I</a:t>
            </a:r>
            <a:r>
              <a:rPr sz="1200" spc="25" dirty="0">
                <a:latin typeface="Century Gothic"/>
                <a:cs typeface="Century Gothic"/>
              </a:rPr>
              <a:t> </a:t>
            </a:r>
            <a:r>
              <a:rPr sz="1200" dirty="0">
                <a:latin typeface="Century Gothic"/>
                <a:cs typeface="Century Gothic"/>
              </a:rPr>
              <a:t>saw</a:t>
            </a:r>
            <a:r>
              <a:rPr sz="1200" spc="30" dirty="0">
                <a:latin typeface="Century Gothic"/>
                <a:cs typeface="Century Gothic"/>
              </a:rPr>
              <a:t> </a:t>
            </a:r>
            <a:r>
              <a:rPr sz="1200" dirty="0">
                <a:latin typeface="Century Gothic"/>
                <a:cs typeface="Century Gothic"/>
              </a:rPr>
              <a:t>on</a:t>
            </a:r>
            <a:r>
              <a:rPr sz="1200" spc="20" dirty="0">
                <a:latin typeface="Century Gothic"/>
                <a:cs typeface="Century Gothic"/>
              </a:rPr>
              <a:t> </a:t>
            </a:r>
            <a:r>
              <a:rPr sz="1200" dirty="0">
                <a:latin typeface="Century Gothic"/>
                <a:cs typeface="Century Gothic"/>
              </a:rPr>
              <a:t>[name</a:t>
            </a:r>
            <a:r>
              <a:rPr sz="1200" spc="35" dirty="0">
                <a:latin typeface="Century Gothic"/>
                <a:cs typeface="Century Gothic"/>
              </a:rPr>
              <a:t> </a:t>
            </a:r>
            <a:r>
              <a:rPr sz="1200" dirty="0">
                <a:latin typeface="Century Gothic"/>
                <a:cs typeface="Century Gothic"/>
              </a:rPr>
              <a:t>of</a:t>
            </a:r>
            <a:r>
              <a:rPr sz="1200" spc="30" dirty="0">
                <a:latin typeface="Century Gothic"/>
                <a:cs typeface="Century Gothic"/>
              </a:rPr>
              <a:t> </a:t>
            </a:r>
            <a:r>
              <a:rPr sz="1200" dirty="0">
                <a:latin typeface="Century Gothic"/>
                <a:cs typeface="Century Gothic"/>
              </a:rPr>
              <a:t>job</a:t>
            </a:r>
            <a:r>
              <a:rPr sz="1200" spc="20" dirty="0">
                <a:latin typeface="Century Gothic"/>
                <a:cs typeface="Century Gothic"/>
              </a:rPr>
              <a:t> </a:t>
            </a:r>
            <a:r>
              <a:rPr sz="1200" dirty="0">
                <a:latin typeface="Century Gothic"/>
                <a:cs typeface="Century Gothic"/>
              </a:rPr>
              <a:t>site.</a:t>
            </a:r>
            <a:r>
              <a:rPr sz="1200" spc="25" dirty="0">
                <a:latin typeface="Century Gothic"/>
                <a:cs typeface="Century Gothic"/>
              </a:rPr>
              <a:t> </a:t>
            </a:r>
            <a:r>
              <a:rPr sz="1200" dirty="0">
                <a:latin typeface="Century Gothic"/>
                <a:cs typeface="Century Gothic"/>
              </a:rPr>
              <a:t>Please</a:t>
            </a:r>
            <a:r>
              <a:rPr sz="1200" spc="40" dirty="0">
                <a:latin typeface="Century Gothic"/>
                <a:cs typeface="Century Gothic"/>
              </a:rPr>
              <a:t> </a:t>
            </a:r>
            <a:r>
              <a:rPr sz="1200" dirty="0">
                <a:latin typeface="Century Gothic"/>
                <a:cs typeface="Century Gothic"/>
              </a:rPr>
              <a:t>find</a:t>
            </a:r>
            <a:r>
              <a:rPr sz="1200" spc="30" dirty="0">
                <a:latin typeface="Century Gothic"/>
                <a:cs typeface="Century Gothic"/>
              </a:rPr>
              <a:t> </a:t>
            </a:r>
            <a:r>
              <a:rPr sz="1200" spc="75" dirty="0">
                <a:latin typeface="Century Gothic"/>
                <a:cs typeface="Century Gothic"/>
              </a:rPr>
              <a:t>my</a:t>
            </a:r>
            <a:r>
              <a:rPr sz="1200" spc="35" dirty="0">
                <a:latin typeface="Century Gothic"/>
                <a:cs typeface="Century Gothic"/>
              </a:rPr>
              <a:t> </a:t>
            </a:r>
            <a:r>
              <a:rPr sz="1200" spc="-75" dirty="0">
                <a:latin typeface="Century Gothic"/>
                <a:cs typeface="Century Gothic"/>
              </a:rPr>
              <a:t>C.V</a:t>
            </a:r>
            <a:r>
              <a:rPr sz="1200" spc="20" dirty="0">
                <a:latin typeface="Century Gothic"/>
                <a:cs typeface="Century Gothic"/>
              </a:rPr>
              <a:t> </a:t>
            </a:r>
            <a:r>
              <a:rPr sz="1200" spc="-10" dirty="0">
                <a:latin typeface="Century Gothic"/>
                <a:cs typeface="Century Gothic"/>
              </a:rPr>
              <a:t>attached.’</a:t>
            </a:r>
            <a:endParaRPr sz="1200" dirty="0">
              <a:latin typeface="Century Gothic"/>
              <a:cs typeface="Century Gothic"/>
            </a:endParaRPr>
          </a:p>
          <a:p>
            <a:pPr marL="12700">
              <a:lnSpc>
                <a:spcPct val="100000"/>
              </a:lnSpc>
              <a:spcBef>
                <a:spcPts val="1440"/>
              </a:spcBef>
            </a:pPr>
            <a:r>
              <a:rPr sz="1200" b="1" spc="160" dirty="0">
                <a:latin typeface="Calibri"/>
                <a:cs typeface="Calibri"/>
              </a:rPr>
              <a:t>Paragraph</a:t>
            </a:r>
            <a:r>
              <a:rPr sz="1200" b="1" spc="40" dirty="0">
                <a:latin typeface="Calibri"/>
                <a:cs typeface="Calibri"/>
              </a:rPr>
              <a:t> </a:t>
            </a:r>
            <a:r>
              <a:rPr sz="1200" b="1" spc="-25" dirty="0">
                <a:latin typeface="Calibri"/>
                <a:cs typeface="Calibri"/>
              </a:rPr>
              <a:t>2:</a:t>
            </a:r>
            <a:endParaRPr sz="1200" dirty="0">
              <a:latin typeface="Calibri"/>
              <a:cs typeface="Calibri"/>
            </a:endParaRPr>
          </a:p>
          <a:p>
            <a:pPr marL="12700" marR="5080" algn="just">
              <a:lnSpc>
                <a:spcPct val="100000"/>
              </a:lnSpc>
            </a:pPr>
            <a:r>
              <a:rPr sz="1200" spc="60" dirty="0">
                <a:latin typeface="Century Gothic"/>
                <a:cs typeface="Century Gothic"/>
              </a:rPr>
              <a:t>The</a:t>
            </a:r>
            <a:r>
              <a:rPr sz="1200" spc="30" dirty="0">
                <a:latin typeface="Century Gothic"/>
                <a:cs typeface="Century Gothic"/>
              </a:rPr>
              <a:t> </a:t>
            </a:r>
            <a:r>
              <a:rPr sz="1200" dirty="0">
                <a:latin typeface="Century Gothic"/>
                <a:cs typeface="Century Gothic"/>
              </a:rPr>
              <a:t>second</a:t>
            </a:r>
            <a:r>
              <a:rPr sz="1200" spc="45" dirty="0">
                <a:latin typeface="Century Gothic"/>
                <a:cs typeface="Century Gothic"/>
              </a:rPr>
              <a:t> </a:t>
            </a:r>
            <a:r>
              <a:rPr sz="1200" dirty="0">
                <a:latin typeface="Century Gothic"/>
                <a:cs typeface="Century Gothic"/>
              </a:rPr>
              <a:t>paragraph</a:t>
            </a:r>
            <a:r>
              <a:rPr sz="1200" spc="45" dirty="0">
                <a:latin typeface="Century Gothic"/>
                <a:cs typeface="Century Gothic"/>
              </a:rPr>
              <a:t> </a:t>
            </a:r>
            <a:r>
              <a:rPr sz="1200" dirty="0">
                <a:latin typeface="Century Gothic"/>
                <a:cs typeface="Century Gothic"/>
              </a:rPr>
              <a:t>should</a:t>
            </a:r>
            <a:r>
              <a:rPr sz="1200" spc="45" dirty="0">
                <a:latin typeface="Century Gothic"/>
                <a:cs typeface="Century Gothic"/>
              </a:rPr>
              <a:t> </a:t>
            </a:r>
            <a:r>
              <a:rPr sz="1200" dirty="0">
                <a:latin typeface="Century Gothic"/>
                <a:cs typeface="Century Gothic"/>
              </a:rPr>
              <a:t>be</a:t>
            </a:r>
            <a:r>
              <a:rPr sz="1200" spc="30" dirty="0">
                <a:latin typeface="Century Gothic"/>
                <a:cs typeface="Century Gothic"/>
              </a:rPr>
              <a:t> </a:t>
            </a:r>
            <a:r>
              <a:rPr sz="1200" dirty="0">
                <a:latin typeface="Century Gothic"/>
                <a:cs typeface="Century Gothic"/>
              </a:rPr>
              <a:t>about</a:t>
            </a:r>
            <a:r>
              <a:rPr sz="1200" spc="35" dirty="0">
                <a:latin typeface="Century Gothic"/>
                <a:cs typeface="Century Gothic"/>
              </a:rPr>
              <a:t> </a:t>
            </a:r>
            <a:r>
              <a:rPr sz="1200" dirty="0">
                <a:latin typeface="Century Gothic"/>
                <a:cs typeface="Century Gothic"/>
              </a:rPr>
              <a:t>you,</a:t>
            </a:r>
            <a:r>
              <a:rPr sz="1200" spc="35" dirty="0">
                <a:latin typeface="Century Gothic"/>
                <a:cs typeface="Century Gothic"/>
              </a:rPr>
              <a:t> </a:t>
            </a:r>
            <a:r>
              <a:rPr sz="1200" dirty="0">
                <a:latin typeface="Century Gothic"/>
                <a:cs typeface="Century Gothic"/>
              </a:rPr>
              <a:t>expanding</a:t>
            </a:r>
            <a:r>
              <a:rPr sz="1200" spc="45" dirty="0">
                <a:latin typeface="Century Gothic"/>
                <a:cs typeface="Century Gothic"/>
              </a:rPr>
              <a:t> </a:t>
            </a:r>
            <a:r>
              <a:rPr sz="1200" dirty="0">
                <a:latin typeface="Century Gothic"/>
                <a:cs typeface="Century Gothic"/>
              </a:rPr>
              <a:t>on</a:t>
            </a:r>
            <a:r>
              <a:rPr sz="1200" spc="35" dirty="0">
                <a:latin typeface="Century Gothic"/>
                <a:cs typeface="Century Gothic"/>
              </a:rPr>
              <a:t> </a:t>
            </a:r>
            <a:r>
              <a:rPr sz="1200" dirty="0">
                <a:latin typeface="Century Gothic"/>
                <a:cs typeface="Century Gothic"/>
              </a:rPr>
              <a:t>your</a:t>
            </a:r>
            <a:r>
              <a:rPr sz="1200" spc="35" dirty="0">
                <a:latin typeface="Century Gothic"/>
                <a:cs typeface="Century Gothic"/>
              </a:rPr>
              <a:t> </a:t>
            </a:r>
            <a:r>
              <a:rPr sz="1200" spc="-60" dirty="0">
                <a:latin typeface="Century Gothic"/>
                <a:cs typeface="Century Gothic"/>
              </a:rPr>
              <a:t>C.V</a:t>
            </a:r>
            <a:r>
              <a:rPr sz="1200" spc="45" dirty="0">
                <a:latin typeface="Century Gothic"/>
                <a:cs typeface="Century Gothic"/>
              </a:rPr>
              <a:t> </a:t>
            </a:r>
            <a:r>
              <a:rPr sz="1200" dirty="0">
                <a:latin typeface="Century Gothic"/>
                <a:cs typeface="Century Gothic"/>
              </a:rPr>
              <a:t>and</a:t>
            </a:r>
            <a:r>
              <a:rPr sz="1200" spc="30" dirty="0">
                <a:latin typeface="Century Gothic"/>
                <a:cs typeface="Century Gothic"/>
              </a:rPr>
              <a:t> </a:t>
            </a:r>
            <a:r>
              <a:rPr sz="1200" dirty="0">
                <a:latin typeface="Century Gothic"/>
                <a:cs typeface="Century Gothic"/>
              </a:rPr>
              <a:t>giving</a:t>
            </a:r>
            <a:r>
              <a:rPr sz="1200" spc="45" dirty="0">
                <a:latin typeface="Century Gothic"/>
                <a:cs typeface="Century Gothic"/>
              </a:rPr>
              <a:t> </a:t>
            </a:r>
            <a:r>
              <a:rPr sz="1200" spc="-50" dirty="0">
                <a:latin typeface="Century Gothic"/>
                <a:cs typeface="Century Gothic"/>
              </a:rPr>
              <a:t>a </a:t>
            </a:r>
            <a:r>
              <a:rPr sz="1200" dirty="0">
                <a:latin typeface="Century Gothic"/>
                <a:cs typeface="Century Gothic"/>
              </a:rPr>
              <a:t>brief</a:t>
            </a:r>
            <a:r>
              <a:rPr sz="1200" spc="315" dirty="0">
                <a:latin typeface="Century Gothic"/>
                <a:cs typeface="Century Gothic"/>
              </a:rPr>
              <a:t> </a:t>
            </a:r>
            <a:r>
              <a:rPr sz="1200" spc="65" dirty="0">
                <a:latin typeface="Century Gothic"/>
                <a:cs typeface="Century Gothic"/>
              </a:rPr>
              <a:t>summary</a:t>
            </a:r>
            <a:r>
              <a:rPr sz="1200" spc="325" dirty="0">
                <a:latin typeface="Century Gothic"/>
                <a:cs typeface="Century Gothic"/>
              </a:rPr>
              <a:t> </a:t>
            </a:r>
            <a:r>
              <a:rPr sz="1200" dirty="0">
                <a:latin typeface="Century Gothic"/>
                <a:cs typeface="Century Gothic"/>
              </a:rPr>
              <a:t>of</a:t>
            </a:r>
            <a:r>
              <a:rPr sz="1200" spc="315" dirty="0">
                <a:latin typeface="Century Gothic"/>
                <a:cs typeface="Century Gothic"/>
              </a:rPr>
              <a:t> </a:t>
            </a:r>
            <a:r>
              <a:rPr sz="1200" dirty="0">
                <a:latin typeface="Century Gothic"/>
                <a:cs typeface="Century Gothic"/>
              </a:rPr>
              <a:t>any</a:t>
            </a:r>
            <a:r>
              <a:rPr sz="1200" spc="310" dirty="0">
                <a:latin typeface="Century Gothic"/>
                <a:cs typeface="Century Gothic"/>
              </a:rPr>
              <a:t> </a:t>
            </a:r>
            <a:r>
              <a:rPr sz="1200" dirty="0">
                <a:latin typeface="Century Gothic"/>
                <a:cs typeface="Century Gothic"/>
              </a:rPr>
              <a:t>relevant</a:t>
            </a:r>
            <a:r>
              <a:rPr sz="1200" spc="320" dirty="0">
                <a:latin typeface="Century Gothic"/>
                <a:cs typeface="Century Gothic"/>
              </a:rPr>
              <a:t> </a:t>
            </a:r>
            <a:r>
              <a:rPr sz="1200" spc="100" dirty="0">
                <a:latin typeface="Century Gothic"/>
                <a:cs typeface="Century Gothic"/>
              </a:rPr>
              <a:t>skills</a:t>
            </a:r>
            <a:r>
              <a:rPr sz="1200" spc="315" dirty="0">
                <a:latin typeface="Century Gothic"/>
                <a:cs typeface="Century Gothic"/>
              </a:rPr>
              <a:t> </a:t>
            </a:r>
            <a:r>
              <a:rPr sz="1200" dirty="0">
                <a:latin typeface="Century Gothic"/>
                <a:cs typeface="Century Gothic"/>
              </a:rPr>
              <a:t>or</a:t>
            </a:r>
            <a:r>
              <a:rPr sz="1200" spc="310" dirty="0">
                <a:latin typeface="Century Gothic"/>
                <a:cs typeface="Century Gothic"/>
              </a:rPr>
              <a:t> </a:t>
            </a:r>
            <a:r>
              <a:rPr sz="1200" dirty="0">
                <a:latin typeface="Century Gothic"/>
                <a:cs typeface="Century Gothic"/>
              </a:rPr>
              <a:t>education</a:t>
            </a:r>
            <a:r>
              <a:rPr sz="1200" spc="315" dirty="0">
                <a:latin typeface="Century Gothic"/>
                <a:cs typeface="Century Gothic"/>
              </a:rPr>
              <a:t> </a:t>
            </a:r>
            <a:r>
              <a:rPr sz="1200" dirty="0">
                <a:latin typeface="Century Gothic"/>
                <a:cs typeface="Century Gothic"/>
              </a:rPr>
              <a:t>you</a:t>
            </a:r>
            <a:r>
              <a:rPr sz="1200" spc="305" dirty="0">
                <a:latin typeface="Century Gothic"/>
                <a:cs typeface="Century Gothic"/>
              </a:rPr>
              <a:t> </a:t>
            </a:r>
            <a:r>
              <a:rPr sz="1200" dirty="0">
                <a:latin typeface="Century Gothic"/>
                <a:cs typeface="Century Gothic"/>
              </a:rPr>
              <a:t>have.</a:t>
            </a:r>
            <a:r>
              <a:rPr sz="1200" spc="310" dirty="0">
                <a:latin typeface="Century Gothic"/>
                <a:cs typeface="Century Gothic"/>
              </a:rPr>
              <a:t> </a:t>
            </a:r>
            <a:r>
              <a:rPr sz="1200" dirty="0">
                <a:latin typeface="Century Gothic"/>
                <a:cs typeface="Century Gothic"/>
              </a:rPr>
              <a:t>You</a:t>
            </a:r>
            <a:r>
              <a:rPr sz="1200" spc="310" dirty="0">
                <a:latin typeface="Century Gothic"/>
                <a:cs typeface="Century Gothic"/>
              </a:rPr>
              <a:t> </a:t>
            </a:r>
            <a:r>
              <a:rPr sz="1200" dirty="0">
                <a:latin typeface="Century Gothic"/>
                <a:cs typeface="Century Gothic"/>
              </a:rPr>
              <a:t>should</a:t>
            </a:r>
            <a:r>
              <a:rPr sz="1200" spc="325" dirty="0">
                <a:latin typeface="Century Gothic"/>
                <a:cs typeface="Century Gothic"/>
              </a:rPr>
              <a:t> </a:t>
            </a:r>
            <a:r>
              <a:rPr sz="1200" spc="-20" dirty="0">
                <a:latin typeface="Century Gothic"/>
                <a:cs typeface="Century Gothic"/>
              </a:rPr>
              <a:t>also </a:t>
            </a:r>
            <a:r>
              <a:rPr sz="1200" dirty="0">
                <a:latin typeface="Century Gothic"/>
                <a:cs typeface="Century Gothic"/>
              </a:rPr>
              <a:t>provide</a:t>
            </a:r>
            <a:r>
              <a:rPr sz="1200" spc="275" dirty="0">
                <a:latin typeface="Century Gothic"/>
                <a:cs typeface="Century Gothic"/>
              </a:rPr>
              <a:t> </a:t>
            </a:r>
            <a:r>
              <a:rPr sz="1200" dirty="0">
                <a:latin typeface="Century Gothic"/>
                <a:cs typeface="Century Gothic"/>
              </a:rPr>
              <a:t>examples</a:t>
            </a:r>
            <a:r>
              <a:rPr sz="1200" spc="280" dirty="0">
                <a:latin typeface="Century Gothic"/>
                <a:cs typeface="Century Gothic"/>
              </a:rPr>
              <a:t> </a:t>
            </a:r>
            <a:r>
              <a:rPr sz="1200" dirty="0">
                <a:latin typeface="Century Gothic"/>
                <a:cs typeface="Century Gothic"/>
              </a:rPr>
              <a:t>of</a:t>
            </a:r>
            <a:r>
              <a:rPr sz="1200" spc="280" dirty="0">
                <a:latin typeface="Century Gothic"/>
                <a:cs typeface="Century Gothic"/>
              </a:rPr>
              <a:t> </a:t>
            </a:r>
            <a:r>
              <a:rPr sz="1200" dirty="0">
                <a:latin typeface="Century Gothic"/>
                <a:cs typeface="Century Gothic"/>
              </a:rPr>
              <a:t>when</a:t>
            </a:r>
            <a:r>
              <a:rPr sz="1200" spc="285" dirty="0">
                <a:latin typeface="Century Gothic"/>
                <a:cs typeface="Century Gothic"/>
              </a:rPr>
              <a:t> </a:t>
            </a:r>
            <a:r>
              <a:rPr sz="1200" dirty="0">
                <a:latin typeface="Century Gothic"/>
                <a:cs typeface="Century Gothic"/>
              </a:rPr>
              <a:t>you’ve</a:t>
            </a:r>
            <a:r>
              <a:rPr sz="1200" spc="305" dirty="0">
                <a:latin typeface="Century Gothic"/>
                <a:cs typeface="Century Gothic"/>
              </a:rPr>
              <a:t> </a:t>
            </a:r>
            <a:r>
              <a:rPr sz="1200" dirty="0">
                <a:latin typeface="Century Gothic"/>
                <a:cs typeface="Century Gothic"/>
              </a:rPr>
              <a:t>used</a:t>
            </a:r>
            <a:r>
              <a:rPr sz="1200" spc="300" dirty="0">
                <a:latin typeface="Century Gothic"/>
                <a:cs typeface="Century Gothic"/>
              </a:rPr>
              <a:t> </a:t>
            </a:r>
            <a:r>
              <a:rPr sz="1200" dirty="0">
                <a:latin typeface="Century Gothic"/>
                <a:cs typeface="Century Gothic"/>
              </a:rPr>
              <a:t>these</a:t>
            </a:r>
            <a:r>
              <a:rPr sz="1200" spc="275" dirty="0">
                <a:latin typeface="Century Gothic"/>
                <a:cs typeface="Century Gothic"/>
              </a:rPr>
              <a:t> </a:t>
            </a:r>
            <a:r>
              <a:rPr sz="1200" spc="100" dirty="0">
                <a:latin typeface="Century Gothic"/>
                <a:cs typeface="Century Gothic"/>
              </a:rPr>
              <a:t>skills</a:t>
            </a:r>
            <a:r>
              <a:rPr sz="1200" spc="280" dirty="0">
                <a:latin typeface="Century Gothic"/>
                <a:cs typeface="Century Gothic"/>
              </a:rPr>
              <a:t> </a:t>
            </a:r>
            <a:r>
              <a:rPr sz="1200" dirty="0">
                <a:latin typeface="Century Gothic"/>
                <a:cs typeface="Century Gothic"/>
              </a:rPr>
              <a:t>effectively.</a:t>
            </a:r>
            <a:r>
              <a:rPr sz="1200" spc="280" dirty="0">
                <a:latin typeface="Century Gothic"/>
                <a:cs typeface="Century Gothic"/>
              </a:rPr>
              <a:t> </a:t>
            </a:r>
            <a:r>
              <a:rPr sz="1200" dirty="0">
                <a:latin typeface="Century Gothic"/>
                <a:cs typeface="Century Gothic"/>
              </a:rPr>
              <a:t>Your</a:t>
            </a:r>
            <a:r>
              <a:rPr sz="1200" spc="285" dirty="0">
                <a:latin typeface="Century Gothic"/>
                <a:cs typeface="Century Gothic"/>
              </a:rPr>
              <a:t> </a:t>
            </a:r>
            <a:r>
              <a:rPr sz="1200" spc="-10" dirty="0">
                <a:latin typeface="Century Gothic"/>
                <a:cs typeface="Century Gothic"/>
              </a:rPr>
              <a:t>examples </a:t>
            </a:r>
            <a:r>
              <a:rPr sz="1200" dirty="0">
                <a:latin typeface="Century Gothic"/>
                <a:cs typeface="Century Gothic"/>
              </a:rPr>
              <a:t>should</a:t>
            </a:r>
            <a:r>
              <a:rPr sz="1200" spc="95" dirty="0">
                <a:latin typeface="Century Gothic"/>
                <a:cs typeface="Century Gothic"/>
              </a:rPr>
              <a:t> </a:t>
            </a:r>
            <a:r>
              <a:rPr sz="1200" dirty="0">
                <a:latin typeface="Century Gothic"/>
                <a:cs typeface="Century Gothic"/>
              </a:rPr>
              <a:t>also</a:t>
            </a:r>
            <a:r>
              <a:rPr sz="1200" spc="100" dirty="0">
                <a:latin typeface="Century Gothic"/>
                <a:cs typeface="Century Gothic"/>
              </a:rPr>
              <a:t> </a:t>
            </a:r>
            <a:r>
              <a:rPr sz="1200" spc="60" dirty="0">
                <a:latin typeface="Century Gothic"/>
                <a:cs typeface="Century Gothic"/>
              </a:rPr>
              <a:t>highlight</a:t>
            </a:r>
            <a:r>
              <a:rPr sz="1200" spc="105" dirty="0">
                <a:latin typeface="Century Gothic"/>
                <a:cs typeface="Century Gothic"/>
              </a:rPr>
              <a:t> </a:t>
            </a:r>
            <a:r>
              <a:rPr sz="1200" dirty="0">
                <a:latin typeface="Century Gothic"/>
                <a:cs typeface="Century Gothic"/>
              </a:rPr>
              <a:t>why</a:t>
            </a:r>
            <a:r>
              <a:rPr sz="1200" spc="90" dirty="0">
                <a:latin typeface="Century Gothic"/>
                <a:cs typeface="Century Gothic"/>
              </a:rPr>
              <a:t> </a:t>
            </a:r>
            <a:r>
              <a:rPr sz="1200" spc="-10" dirty="0">
                <a:latin typeface="Century Gothic"/>
                <a:cs typeface="Century Gothic"/>
              </a:rPr>
              <a:t>you’d</a:t>
            </a:r>
            <a:r>
              <a:rPr sz="1200" spc="95" dirty="0">
                <a:latin typeface="Century Gothic"/>
                <a:cs typeface="Century Gothic"/>
              </a:rPr>
              <a:t> </a:t>
            </a:r>
            <a:r>
              <a:rPr sz="1200" dirty="0">
                <a:latin typeface="Century Gothic"/>
                <a:cs typeface="Century Gothic"/>
              </a:rPr>
              <a:t>be</a:t>
            </a:r>
            <a:r>
              <a:rPr sz="1200" spc="80" dirty="0">
                <a:latin typeface="Century Gothic"/>
                <a:cs typeface="Century Gothic"/>
              </a:rPr>
              <a:t> </a:t>
            </a:r>
            <a:r>
              <a:rPr sz="1200" dirty="0">
                <a:latin typeface="Century Gothic"/>
                <a:cs typeface="Century Gothic"/>
              </a:rPr>
              <a:t>good</a:t>
            </a:r>
            <a:r>
              <a:rPr sz="1200" spc="95" dirty="0">
                <a:latin typeface="Century Gothic"/>
                <a:cs typeface="Century Gothic"/>
              </a:rPr>
              <a:t> </a:t>
            </a:r>
            <a:r>
              <a:rPr sz="1200" dirty="0">
                <a:latin typeface="Century Gothic"/>
                <a:cs typeface="Century Gothic"/>
              </a:rPr>
              <a:t>at</a:t>
            </a:r>
            <a:r>
              <a:rPr sz="1200" spc="85" dirty="0">
                <a:latin typeface="Century Gothic"/>
                <a:cs typeface="Century Gothic"/>
              </a:rPr>
              <a:t> </a:t>
            </a:r>
            <a:r>
              <a:rPr sz="1200" dirty="0">
                <a:latin typeface="Century Gothic"/>
                <a:cs typeface="Century Gothic"/>
              </a:rPr>
              <a:t>the</a:t>
            </a:r>
            <a:r>
              <a:rPr sz="1200" spc="90" dirty="0">
                <a:latin typeface="Century Gothic"/>
                <a:cs typeface="Century Gothic"/>
              </a:rPr>
              <a:t> </a:t>
            </a:r>
            <a:r>
              <a:rPr sz="1200" dirty="0">
                <a:latin typeface="Century Gothic"/>
                <a:cs typeface="Century Gothic"/>
              </a:rPr>
              <a:t>role</a:t>
            </a:r>
            <a:r>
              <a:rPr sz="1200" spc="95" dirty="0">
                <a:latin typeface="Century Gothic"/>
                <a:cs typeface="Century Gothic"/>
              </a:rPr>
              <a:t> </a:t>
            </a:r>
            <a:r>
              <a:rPr sz="1200" dirty="0">
                <a:latin typeface="Century Gothic"/>
                <a:cs typeface="Century Gothic"/>
              </a:rPr>
              <a:t>and</a:t>
            </a:r>
            <a:r>
              <a:rPr sz="1200" spc="95" dirty="0">
                <a:latin typeface="Century Gothic"/>
                <a:cs typeface="Century Gothic"/>
              </a:rPr>
              <a:t> </a:t>
            </a:r>
            <a:r>
              <a:rPr sz="1200" dirty="0">
                <a:latin typeface="Century Gothic"/>
                <a:cs typeface="Century Gothic"/>
              </a:rPr>
              <a:t>should</a:t>
            </a:r>
            <a:r>
              <a:rPr sz="1200" spc="95" dirty="0">
                <a:latin typeface="Century Gothic"/>
                <a:cs typeface="Century Gothic"/>
              </a:rPr>
              <a:t> </a:t>
            </a:r>
            <a:r>
              <a:rPr sz="1200" spc="85" dirty="0">
                <a:latin typeface="Century Gothic"/>
                <a:cs typeface="Century Gothic"/>
              </a:rPr>
              <a:t>mirror</a:t>
            </a:r>
            <a:r>
              <a:rPr sz="1200" spc="80" dirty="0">
                <a:latin typeface="Century Gothic"/>
                <a:cs typeface="Century Gothic"/>
              </a:rPr>
              <a:t> </a:t>
            </a:r>
            <a:r>
              <a:rPr sz="1200" dirty="0">
                <a:latin typeface="Century Gothic"/>
                <a:cs typeface="Century Gothic"/>
              </a:rPr>
              <a:t>the</a:t>
            </a:r>
            <a:r>
              <a:rPr sz="1200" spc="90" dirty="0">
                <a:latin typeface="Century Gothic"/>
                <a:cs typeface="Century Gothic"/>
              </a:rPr>
              <a:t> skills </a:t>
            </a:r>
            <a:r>
              <a:rPr sz="1200" dirty="0">
                <a:latin typeface="Century Gothic"/>
                <a:cs typeface="Century Gothic"/>
              </a:rPr>
              <a:t>requested</a:t>
            </a:r>
            <a:r>
              <a:rPr sz="1200" spc="70" dirty="0">
                <a:latin typeface="Century Gothic"/>
                <a:cs typeface="Century Gothic"/>
              </a:rPr>
              <a:t> </a:t>
            </a:r>
            <a:r>
              <a:rPr sz="1200" spc="75" dirty="0">
                <a:latin typeface="Century Gothic"/>
                <a:cs typeface="Century Gothic"/>
              </a:rPr>
              <a:t>in</a:t>
            </a:r>
            <a:r>
              <a:rPr sz="1200" spc="45" dirty="0">
                <a:latin typeface="Century Gothic"/>
                <a:cs typeface="Century Gothic"/>
              </a:rPr>
              <a:t> </a:t>
            </a:r>
            <a:r>
              <a:rPr sz="1200" dirty="0">
                <a:latin typeface="Century Gothic"/>
                <a:cs typeface="Century Gothic"/>
              </a:rPr>
              <a:t>the</a:t>
            </a:r>
            <a:r>
              <a:rPr sz="1200" spc="50" dirty="0">
                <a:latin typeface="Century Gothic"/>
                <a:cs typeface="Century Gothic"/>
              </a:rPr>
              <a:t> </a:t>
            </a:r>
            <a:r>
              <a:rPr sz="1200" dirty="0">
                <a:latin typeface="Century Gothic"/>
                <a:cs typeface="Century Gothic"/>
              </a:rPr>
              <a:t>job</a:t>
            </a:r>
            <a:r>
              <a:rPr sz="1200" spc="60" dirty="0">
                <a:latin typeface="Century Gothic"/>
                <a:cs typeface="Century Gothic"/>
              </a:rPr>
              <a:t> </a:t>
            </a:r>
            <a:r>
              <a:rPr sz="1200" spc="-20" dirty="0">
                <a:latin typeface="Century Gothic"/>
                <a:cs typeface="Century Gothic"/>
              </a:rPr>
              <a:t>spec.</a:t>
            </a:r>
            <a:endParaRPr sz="1200" dirty="0">
              <a:latin typeface="Century Gothic"/>
              <a:cs typeface="Century Gothic"/>
            </a:endParaRPr>
          </a:p>
          <a:p>
            <a:pPr marL="12700">
              <a:lnSpc>
                <a:spcPct val="100000"/>
              </a:lnSpc>
              <a:spcBef>
                <a:spcPts val="1440"/>
              </a:spcBef>
            </a:pPr>
            <a:r>
              <a:rPr sz="1200" b="1" spc="160" dirty="0">
                <a:latin typeface="Calibri"/>
                <a:cs typeface="Calibri"/>
              </a:rPr>
              <a:t>Paragraph</a:t>
            </a:r>
            <a:r>
              <a:rPr sz="1200" b="1" spc="40" dirty="0">
                <a:latin typeface="Calibri"/>
                <a:cs typeface="Calibri"/>
              </a:rPr>
              <a:t> </a:t>
            </a:r>
            <a:r>
              <a:rPr sz="1200" b="1" spc="-25" dirty="0">
                <a:latin typeface="Calibri"/>
                <a:cs typeface="Calibri"/>
              </a:rPr>
              <a:t>3:</a:t>
            </a:r>
            <a:endParaRPr sz="1200" dirty="0">
              <a:latin typeface="Calibri"/>
              <a:cs typeface="Calibri"/>
            </a:endParaRPr>
          </a:p>
          <a:p>
            <a:pPr marL="12700" marR="6350" algn="just">
              <a:lnSpc>
                <a:spcPct val="100000"/>
              </a:lnSpc>
            </a:pPr>
            <a:r>
              <a:rPr sz="1200" spc="60" dirty="0">
                <a:latin typeface="Century Gothic"/>
                <a:cs typeface="Century Gothic"/>
              </a:rPr>
              <a:t>The</a:t>
            </a:r>
            <a:r>
              <a:rPr sz="1200" spc="215" dirty="0">
                <a:latin typeface="Century Gothic"/>
                <a:cs typeface="Century Gothic"/>
              </a:rPr>
              <a:t> </a:t>
            </a:r>
            <a:r>
              <a:rPr sz="1200" spc="65" dirty="0">
                <a:latin typeface="Century Gothic"/>
                <a:cs typeface="Century Gothic"/>
              </a:rPr>
              <a:t>third</a:t>
            </a:r>
            <a:r>
              <a:rPr sz="1200" spc="225" dirty="0">
                <a:latin typeface="Century Gothic"/>
                <a:cs typeface="Century Gothic"/>
              </a:rPr>
              <a:t> </a:t>
            </a:r>
            <a:r>
              <a:rPr sz="1200" dirty="0">
                <a:latin typeface="Century Gothic"/>
                <a:cs typeface="Century Gothic"/>
              </a:rPr>
              <a:t>paragraph</a:t>
            </a:r>
            <a:r>
              <a:rPr sz="1200" spc="225" dirty="0">
                <a:latin typeface="Century Gothic"/>
                <a:cs typeface="Century Gothic"/>
              </a:rPr>
              <a:t> </a:t>
            </a:r>
            <a:r>
              <a:rPr sz="1200" spc="100" dirty="0">
                <a:latin typeface="Century Gothic"/>
                <a:cs typeface="Century Gothic"/>
              </a:rPr>
              <a:t>is</a:t>
            </a:r>
            <a:r>
              <a:rPr sz="1200" spc="225" dirty="0">
                <a:latin typeface="Century Gothic"/>
                <a:cs typeface="Century Gothic"/>
              </a:rPr>
              <a:t> </a:t>
            </a:r>
            <a:r>
              <a:rPr sz="1200" dirty="0">
                <a:latin typeface="Century Gothic"/>
                <a:cs typeface="Century Gothic"/>
              </a:rPr>
              <a:t>your</a:t>
            </a:r>
            <a:r>
              <a:rPr sz="1200" spc="220" dirty="0">
                <a:latin typeface="Century Gothic"/>
                <a:cs typeface="Century Gothic"/>
              </a:rPr>
              <a:t> </a:t>
            </a:r>
            <a:r>
              <a:rPr sz="1200" dirty="0">
                <a:latin typeface="Century Gothic"/>
                <a:cs typeface="Century Gothic"/>
              </a:rPr>
              <a:t>chance</a:t>
            </a:r>
            <a:r>
              <a:rPr sz="1200" spc="220" dirty="0">
                <a:latin typeface="Century Gothic"/>
                <a:cs typeface="Century Gothic"/>
              </a:rPr>
              <a:t> </a:t>
            </a:r>
            <a:r>
              <a:rPr sz="1200" dirty="0">
                <a:latin typeface="Century Gothic"/>
                <a:cs typeface="Century Gothic"/>
              </a:rPr>
              <a:t>to</a:t>
            </a:r>
            <a:r>
              <a:rPr sz="1200" spc="210" dirty="0">
                <a:latin typeface="Century Gothic"/>
                <a:cs typeface="Century Gothic"/>
              </a:rPr>
              <a:t> </a:t>
            </a:r>
            <a:r>
              <a:rPr sz="1200" dirty="0">
                <a:latin typeface="Century Gothic"/>
                <a:cs typeface="Century Gothic"/>
              </a:rPr>
              <a:t>show</a:t>
            </a:r>
            <a:r>
              <a:rPr sz="1200" spc="225" dirty="0">
                <a:latin typeface="Century Gothic"/>
                <a:cs typeface="Century Gothic"/>
              </a:rPr>
              <a:t> </a:t>
            </a:r>
            <a:r>
              <a:rPr sz="1200" dirty="0">
                <a:latin typeface="Century Gothic"/>
                <a:cs typeface="Century Gothic"/>
              </a:rPr>
              <a:t>your</a:t>
            </a:r>
            <a:r>
              <a:rPr sz="1200" spc="225" dirty="0">
                <a:latin typeface="Century Gothic"/>
                <a:cs typeface="Century Gothic"/>
              </a:rPr>
              <a:t> </a:t>
            </a:r>
            <a:r>
              <a:rPr sz="1200" dirty="0">
                <a:latin typeface="Century Gothic"/>
                <a:cs typeface="Century Gothic"/>
              </a:rPr>
              <a:t>knowledge</a:t>
            </a:r>
            <a:r>
              <a:rPr sz="1200" spc="215" dirty="0">
                <a:latin typeface="Century Gothic"/>
                <a:cs typeface="Century Gothic"/>
              </a:rPr>
              <a:t> </a:t>
            </a:r>
            <a:r>
              <a:rPr sz="1200" dirty="0">
                <a:latin typeface="Century Gothic"/>
                <a:cs typeface="Century Gothic"/>
              </a:rPr>
              <a:t>of</a:t>
            </a:r>
            <a:r>
              <a:rPr sz="1200" spc="225" dirty="0">
                <a:latin typeface="Century Gothic"/>
                <a:cs typeface="Century Gothic"/>
              </a:rPr>
              <a:t> </a:t>
            </a:r>
            <a:r>
              <a:rPr sz="1200" dirty="0">
                <a:latin typeface="Century Gothic"/>
                <a:cs typeface="Century Gothic"/>
              </a:rPr>
              <a:t>the</a:t>
            </a:r>
            <a:r>
              <a:rPr sz="1200" spc="215" dirty="0">
                <a:latin typeface="Century Gothic"/>
                <a:cs typeface="Century Gothic"/>
              </a:rPr>
              <a:t> </a:t>
            </a:r>
            <a:r>
              <a:rPr sz="1200" spc="-10" dirty="0">
                <a:latin typeface="Century Gothic"/>
                <a:cs typeface="Century Gothic"/>
              </a:rPr>
              <a:t>company </a:t>
            </a:r>
            <a:r>
              <a:rPr sz="1200" dirty="0">
                <a:latin typeface="Century Gothic"/>
                <a:cs typeface="Century Gothic"/>
              </a:rPr>
              <a:t>and</a:t>
            </a:r>
            <a:r>
              <a:rPr sz="1200" spc="20" dirty="0">
                <a:latin typeface="Century Gothic"/>
                <a:cs typeface="Century Gothic"/>
              </a:rPr>
              <a:t> </a:t>
            </a:r>
            <a:r>
              <a:rPr sz="1200" dirty="0">
                <a:latin typeface="Century Gothic"/>
                <a:cs typeface="Century Gothic"/>
              </a:rPr>
              <a:t>the</a:t>
            </a:r>
            <a:r>
              <a:rPr sz="1200" spc="15" dirty="0">
                <a:latin typeface="Century Gothic"/>
                <a:cs typeface="Century Gothic"/>
              </a:rPr>
              <a:t> </a:t>
            </a:r>
            <a:r>
              <a:rPr sz="1200" dirty="0">
                <a:latin typeface="Century Gothic"/>
                <a:cs typeface="Century Gothic"/>
              </a:rPr>
              <a:t>sector,</a:t>
            </a:r>
            <a:r>
              <a:rPr sz="1200" spc="15" dirty="0">
                <a:latin typeface="Century Gothic"/>
                <a:cs typeface="Century Gothic"/>
              </a:rPr>
              <a:t> </a:t>
            </a:r>
            <a:r>
              <a:rPr sz="1200" spc="-10" dirty="0">
                <a:latin typeface="Century Gothic"/>
                <a:cs typeface="Century Gothic"/>
              </a:rPr>
              <a:t>and</a:t>
            </a:r>
            <a:r>
              <a:rPr sz="1200" spc="5" dirty="0">
                <a:latin typeface="Century Gothic"/>
                <a:cs typeface="Century Gothic"/>
              </a:rPr>
              <a:t> </a:t>
            </a:r>
            <a:r>
              <a:rPr sz="1200" dirty="0">
                <a:latin typeface="Century Gothic"/>
                <a:cs typeface="Century Gothic"/>
              </a:rPr>
              <a:t>go</a:t>
            </a:r>
            <a:r>
              <a:rPr sz="1200" spc="25" dirty="0">
                <a:latin typeface="Century Gothic"/>
                <a:cs typeface="Century Gothic"/>
              </a:rPr>
              <a:t> </a:t>
            </a:r>
            <a:r>
              <a:rPr sz="1200" dirty="0">
                <a:latin typeface="Century Gothic"/>
                <a:cs typeface="Century Gothic"/>
              </a:rPr>
              <a:t>into</a:t>
            </a:r>
            <a:r>
              <a:rPr sz="1200" spc="20" dirty="0">
                <a:latin typeface="Century Gothic"/>
                <a:cs typeface="Century Gothic"/>
              </a:rPr>
              <a:t> </a:t>
            </a:r>
            <a:r>
              <a:rPr sz="1200" dirty="0">
                <a:latin typeface="Century Gothic"/>
                <a:cs typeface="Century Gothic"/>
              </a:rPr>
              <a:t>detail</a:t>
            </a:r>
            <a:r>
              <a:rPr sz="1200" spc="20" dirty="0">
                <a:latin typeface="Century Gothic"/>
                <a:cs typeface="Century Gothic"/>
              </a:rPr>
              <a:t> </a:t>
            </a:r>
            <a:r>
              <a:rPr sz="1200" dirty="0">
                <a:latin typeface="Century Gothic"/>
                <a:cs typeface="Century Gothic"/>
              </a:rPr>
              <a:t>about</a:t>
            </a:r>
            <a:r>
              <a:rPr sz="1200" spc="20" dirty="0">
                <a:latin typeface="Century Gothic"/>
                <a:cs typeface="Century Gothic"/>
              </a:rPr>
              <a:t> </a:t>
            </a:r>
            <a:r>
              <a:rPr sz="1200" dirty="0">
                <a:latin typeface="Century Gothic"/>
                <a:cs typeface="Century Gothic"/>
              </a:rPr>
              <a:t>why</a:t>
            </a:r>
            <a:r>
              <a:rPr sz="1200" spc="15" dirty="0">
                <a:latin typeface="Century Gothic"/>
                <a:cs typeface="Century Gothic"/>
              </a:rPr>
              <a:t> </a:t>
            </a:r>
            <a:r>
              <a:rPr sz="1200" dirty="0">
                <a:latin typeface="Century Gothic"/>
                <a:cs typeface="Century Gothic"/>
              </a:rPr>
              <a:t>you</a:t>
            </a:r>
            <a:r>
              <a:rPr sz="1200" spc="15" dirty="0">
                <a:latin typeface="Century Gothic"/>
                <a:cs typeface="Century Gothic"/>
              </a:rPr>
              <a:t> </a:t>
            </a:r>
            <a:r>
              <a:rPr sz="1200" dirty="0">
                <a:latin typeface="Century Gothic"/>
                <a:cs typeface="Century Gothic"/>
              </a:rPr>
              <a:t>want</a:t>
            </a:r>
            <a:r>
              <a:rPr sz="1200" spc="20" dirty="0">
                <a:latin typeface="Century Gothic"/>
                <a:cs typeface="Century Gothic"/>
              </a:rPr>
              <a:t> </a:t>
            </a:r>
            <a:r>
              <a:rPr sz="1200" dirty="0">
                <a:latin typeface="Century Gothic"/>
                <a:cs typeface="Century Gothic"/>
              </a:rPr>
              <a:t>to</a:t>
            </a:r>
            <a:r>
              <a:rPr sz="1200" spc="20" dirty="0">
                <a:latin typeface="Century Gothic"/>
                <a:cs typeface="Century Gothic"/>
              </a:rPr>
              <a:t> </a:t>
            </a:r>
            <a:r>
              <a:rPr sz="1200" spc="55" dirty="0">
                <a:latin typeface="Century Gothic"/>
                <a:cs typeface="Century Gothic"/>
              </a:rPr>
              <a:t>work</a:t>
            </a:r>
            <a:r>
              <a:rPr sz="1200" spc="15" dirty="0">
                <a:latin typeface="Century Gothic"/>
                <a:cs typeface="Century Gothic"/>
              </a:rPr>
              <a:t> </a:t>
            </a:r>
            <a:r>
              <a:rPr sz="1200" dirty="0">
                <a:latin typeface="Century Gothic"/>
                <a:cs typeface="Century Gothic"/>
              </a:rPr>
              <a:t>for</a:t>
            </a:r>
            <a:r>
              <a:rPr sz="1200" spc="15" dirty="0">
                <a:latin typeface="Century Gothic"/>
                <a:cs typeface="Century Gothic"/>
              </a:rPr>
              <a:t> </a:t>
            </a:r>
            <a:r>
              <a:rPr sz="1200" spc="55" dirty="0">
                <a:latin typeface="Century Gothic"/>
                <a:cs typeface="Century Gothic"/>
              </a:rPr>
              <a:t>their</a:t>
            </a:r>
            <a:r>
              <a:rPr sz="1200" spc="15" dirty="0">
                <a:latin typeface="Century Gothic"/>
                <a:cs typeface="Century Gothic"/>
              </a:rPr>
              <a:t> </a:t>
            </a:r>
            <a:r>
              <a:rPr sz="1200" spc="-10" dirty="0">
                <a:latin typeface="Century Gothic"/>
                <a:cs typeface="Century Gothic"/>
              </a:rPr>
              <a:t>company </a:t>
            </a:r>
            <a:r>
              <a:rPr sz="1200" dirty="0">
                <a:latin typeface="Century Gothic"/>
                <a:cs typeface="Century Gothic"/>
              </a:rPr>
              <a:t>specifically.</a:t>
            </a:r>
            <a:r>
              <a:rPr sz="1200" spc="155" dirty="0">
                <a:latin typeface="Century Gothic"/>
                <a:cs typeface="Century Gothic"/>
              </a:rPr>
              <a:t> </a:t>
            </a:r>
            <a:r>
              <a:rPr sz="1200" dirty="0">
                <a:latin typeface="Century Gothic"/>
                <a:cs typeface="Century Gothic"/>
              </a:rPr>
              <a:t>You</a:t>
            </a:r>
            <a:r>
              <a:rPr sz="1200" spc="160" dirty="0">
                <a:latin typeface="Century Gothic"/>
                <a:cs typeface="Century Gothic"/>
              </a:rPr>
              <a:t> </a:t>
            </a:r>
            <a:r>
              <a:rPr sz="1200" dirty="0">
                <a:latin typeface="Century Gothic"/>
                <a:cs typeface="Century Gothic"/>
              </a:rPr>
              <a:t>should</a:t>
            </a:r>
            <a:r>
              <a:rPr sz="1200" spc="165" dirty="0">
                <a:latin typeface="Century Gothic"/>
                <a:cs typeface="Century Gothic"/>
              </a:rPr>
              <a:t> </a:t>
            </a:r>
            <a:r>
              <a:rPr sz="1200" dirty="0">
                <a:latin typeface="Century Gothic"/>
                <a:cs typeface="Century Gothic"/>
              </a:rPr>
              <a:t>state</a:t>
            </a:r>
            <a:r>
              <a:rPr sz="1200" spc="160" dirty="0">
                <a:latin typeface="Century Gothic"/>
                <a:cs typeface="Century Gothic"/>
              </a:rPr>
              <a:t> </a:t>
            </a:r>
            <a:r>
              <a:rPr sz="1200" dirty="0">
                <a:latin typeface="Century Gothic"/>
                <a:cs typeface="Century Gothic"/>
              </a:rPr>
              <a:t>how</a:t>
            </a:r>
            <a:r>
              <a:rPr sz="1200" spc="165" dirty="0">
                <a:latin typeface="Century Gothic"/>
                <a:cs typeface="Century Gothic"/>
              </a:rPr>
              <a:t> </a:t>
            </a:r>
            <a:r>
              <a:rPr sz="1200" dirty="0">
                <a:latin typeface="Century Gothic"/>
                <a:cs typeface="Century Gothic"/>
              </a:rPr>
              <a:t>you</a:t>
            </a:r>
            <a:r>
              <a:rPr sz="1200" spc="160" dirty="0">
                <a:latin typeface="Century Gothic"/>
                <a:cs typeface="Century Gothic"/>
              </a:rPr>
              <a:t> </a:t>
            </a:r>
            <a:r>
              <a:rPr sz="1200" dirty="0">
                <a:latin typeface="Century Gothic"/>
                <a:cs typeface="Century Gothic"/>
              </a:rPr>
              <a:t>can</a:t>
            </a:r>
            <a:r>
              <a:rPr sz="1200" spc="165" dirty="0">
                <a:latin typeface="Century Gothic"/>
                <a:cs typeface="Century Gothic"/>
              </a:rPr>
              <a:t> </a:t>
            </a:r>
            <a:r>
              <a:rPr sz="1200" dirty="0">
                <a:latin typeface="Century Gothic"/>
                <a:cs typeface="Century Gothic"/>
              </a:rPr>
              <a:t>help</a:t>
            </a:r>
            <a:r>
              <a:rPr sz="1200" spc="165" dirty="0">
                <a:latin typeface="Century Gothic"/>
                <a:cs typeface="Century Gothic"/>
              </a:rPr>
              <a:t> </a:t>
            </a:r>
            <a:r>
              <a:rPr sz="1200" dirty="0">
                <a:latin typeface="Century Gothic"/>
                <a:cs typeface="Century Gothic"/>
              </a:rPr>
              <a:t>the</a:t>
            </a:r>
            <a:r>
              <a:rPr sz="1200" spc="160" dirty="0">
                <a:latin typeface="Century Gothic"/>
                <a:cs typeface="Century Gothic"/>
              </a:rPr>
              <a:t> </a:t>
            </a:r>
            <a:r>
              <a:rPr sz="1200" dirty="0">
                <a:latin typeface="Century Gothic"/>
                <a:cs typeface="Century Gothic"/>
              </a:rPr>
              <a:t>company</a:t>
            </a:r>
            <a:r>
              <a:rPr sz="1200" spc="160" dirty="0">
                <a:latin typeface="Century Gothic"/>
                <a:cs typeface="Century Gothic"/>
              </a:rPr>
              <a:t> </a:t>
            </a:r>
            <a:r>
              <a:rPr sz="1200" dirty="0">
                <a:latin typeface="Century Gothic"/>
                <a:cs typeface="Century Gothic"/>
              </a:rPr>
              <a:t>and</a:t>
            </a:r>
            <a:r>
              <a:rPr sz="1200" spc="165" dirty="0">
                <a:latin typeface="Century Gothic"/>
                <a:cs typeface="Century Gothic"/>
              </a:rPr>
              <a:t> </a:t>
            </a:r>
            <a:r>
              <a:rPr sz="1200" dirty="0">
                <a:latin typeface="Century Gothic"/>
                <a:cs typeface="Century Gothic"/>
              </a:rPr>
              <a:t>add</a:t>
            </a:r>
            <a:r>
              <a:rPr sz="1200" spc="165" dirty="0">
                <a:latin typeface="Century Gothic"/>
                <a:cs typeface="Century Gothic"/>
              </a:rPr>
              <a:t> </a:t>
            </a:r>
            <a:r>
              <a:rPr sz="1200" dirty="0">
                <a:latin typeface="Century Gothic"/>
                <a:cs typeface="Century Gothic"/>
              </a:rPr>
              <a:t>to</a:t>
            </a:r>
            <a:r>
              <a:rPr sz="1200" spc="155" dirty="0">
                <a:latin typeface="Century Gothic"/>
                <a:cs typeface="Century Gothic"/>
              </a:rPr>
              <a:t> </a:t>
            </a:r>
            <a:r>
              <a:rPr sz="1200" spc="40" dirty="0">
                <a:latin typeface="Century Gothic"/>
                <a:cs typeface="Century Gothic"/>
              </a:rPr>
              <a:t>their </a:t>
            </a:r>
            <a:r>
              <a:rPr sz="1200" dirty="0">
                <a:latin typeface="Century Gothic"/>
                <a:cs typeface="Century Gothic"/>
              </a:rPr>
              <a:t>success,</a:t>
            </a:r>
            <a:r>
              <a:rPr sz="1200" spc="20" dirty="0">
                <a:latin typeface="Century Gothic"/>
                <a:cs typeface="Century Gothic"/>
              </a:rPr>
              <a:t> </a:t>
            </a:r>
            <a:r>
              <a:rPr sz="1200" dirty="0">
                <a:latin typeface="Century Gothic"/>
                <a:cs typeface="Century Gothic"/>
              </a:rPr>
              <a:t>as</a:t>
            </a:r>
            <a:r>
              <a:rPr sz="1200" spc="30" dirty="0">
                <a:latin typeface="Century Gothic"/>
                <a:cs typeface="Century Gothic"/>
              </a:rPr>
              <a:t> </a:t>
            </a:r>
            <a:r>
              <a:rPr sz="1200" dirty="0">
                <a:latin typeface="Century Gothic"/>
                <a:cs typeface="Century Gothic"/>
              </a:rPr>
              <a:t>well</a:t>
            </a:r>
            <a:r>
              <a:rPr sz="1200" spc="15" dirty="0">
                <a:latin typeface="Century Gothic"/>
                <a:cs typeface="Century Gothic"/>
              </a:rPr>
              <a:t> </a:t>
            </a:r>
            <a:r>
              <a:rPr sz="1200" dirty="0">
                <a:latin typeface="Century Gothic"/>
                <a:cs typeface="Century Gothic"/>
              </a:rPr>
              <a:t>as</a:t>
            </a:r>
            <a:r>
              <a:rPr sz="1200" spc="15" dirty="0">
                <a:latin typeface="Century Gothic"/>
                <a:cs typeface="Century Gothic"/>
              </a:rPr>
              <a:t> </a:t>
            </a:r>
            <a:r>
              <a:rPr sz="1200" dirty="0">
                <a:latin typeface="Century Gothic"/>
                <a:cs typeface="Century Gothic"/>
              </a:rPr>
              <a:t>why</a:t>
            </a:r>
            <a:r>
              <a:rPr sz="1200" spc="15" dirty="0">
                <a:latin typeface="Century Gothic"/>
                <a:cs typeface="Century Gothic"/>
              </a:rPr>
              <a:t> </a:t>
            </a:r>
            <a:r>
              <a:rPr sz="1200" dirty="0">
                <a:latin typeface="Century Gothic"/>
                <a:cs typeface="Century Gothic"/>
              </a:rPr>
              <a:t>you’ll</a:t>
            </a:r>
            <a:r>
              <a:rPr sz="1200" spc="15" dirty="0">
                <a:latin typeface="Century Gothic"/>
                <a:cs typeface="Century Gothic"/>
              </a:rPr>
              <a:t> </a:t>
            </a:r>
            <a:r>
              <a:rPr sz="1200" spc="60" dirty="0">
                <a:latin typeface="Century Gothic"/>
                <a:cs typeface="Century Gothic"/>
              </a:rPr>
              <a:t>fit</a:t>
            </a:r>
            <a:r>
              <a:rPr sz="1200" spc="15" dirty="0">
                <a:latin typeface="Century Gothic"/>
                <a:cs typeface="Century Gothic"/>
              </a:rPr>
              <a:t> </a:t>
            </a:r>
            <a:r>
              <a:rPr sz="1200" spc="75" dirty="0">
                <a:latin typeface="Century Gothic"/>
                <a:cs typeface="Century Gothic"/>
              </a:rPr>
              <a:t>in</a:t>
            </a:r>
            <a:r>
              <a:rPr sz="1200" spc="20" dirty="0">
                <a:latin typeface="Century Gothic"/>
                <a:cs typeface="Century Gothic"/>
              </a:rPr>
              <a:t> </a:t>
            </a:r>
            <a:r>
              <a:rPr sz="1200" spc="70" dirty="0">
                <a:latin typeface="Century Gothic"/>
                <a:cs typeface="Century Gothic"/>
              </a:rPr>
              <a:t>with</a:t>
            </a:r>
            <a:r>
              <a:rPr sz="1200" spc="5" dirty="0">
                <a:latin typeface="Century Gothic"/>
                <a:cs typeface="Century Gothic"/>
              </a:rPr>
              <a:t> </a:t>
            </a:r>
            <a:r>
              <a:rPr sz="1200" spc="55" dirty="0">
                <a:latin typeface="Century Gothic"/>
                <a:cs typeface="Century Gothic"/>
              </a:rPr>
              <a:t>their</a:t>
            </a:r>
            <a:r>
              <a:rPr sz="1200" dirty="0">
                <a:latin typeface="Century Gothic"/>
                <a:cs typeface="Century Gothic"/>
              </a:rPr>
              <a:t> company</a:t>
            </a:r>
            <a:r>
              <a:rPr sz="1200" spc="10" dirty="0">
                <a:latin typeface="Century Gothic"/>
                <a:cs typeface="Century Gothic"/>
              </a:rPr>
              <a:t> </a:t>
            </a:r>
            <a:r>
              <a:rPr sz="1200" dirty="0">
                <a:latin typeface="Century Gothic"/>
                <a:cs typeface="Century Gothic"/>
              </a:rPr>
              <a:t>culture</a:t>
            </a:r>
            <a:r>
              <a:rPr sz="1200" spc="35" dirty="0">
                <a:latin typeface="Century Gothic"/>
                <a:cs typeface="Century Gothic"/>
              </a:rPr>
              <a:t> </a:t>
            </a:r>
            <a:r>
              <a:rPr sz="1200" dirty="0">
                <a:latin typeface="Century Gothic"/>
                <a:cs typeface="Century Gothic"/>
              </a:rPr>
              <a:t>and</a:t>
            </a:r>
            <a:r>
              <a:rPr sz="1200" spc="15" dirty="0">
                <a:latin typeface="Century Gothic"/>
                <a:cs typeface="Century Gothic"/>
              </a:rPr>
              <a:t> </a:t>
            </a:r>
            <a:r>
              <a:rPr sz="1200" spc="-10" dirty="0">
                <a:latin typeface="Century Gothic"/>
                <a:cs typeface="Century Gothic"/>
              </a:rPr>
              <a:t>core</a:t>
            </a:r>
            <a:r>
              <a:rPr sz="1200" spc="10" dirty="0">
                <a:latin typeface="Century Gothic"/>
                <a:cs typeface="Century Gothic"/>
              </a:rPr>
              <a:t> </a:t>
            </a:r>
            <a:r>
              <a:rPr sz="1200" spc="-10" dirty="0">
                <a:latin typeface="Century Gothic"/>
                <a:cs typeface="Century Gothic"/>
              </a:rPr>
              <a:t>values.</a:t>
            </a:r>
            <a:endParaRPr sz="1200" dirty="0">
              <a:latin typeface="Century Gothic"/>
              <a:cs typeface="Century Gothic"/>
            </a:endParaRPr>
          </a:p>
          <a:p>
            <a:pPr marL="12700">
              <a:lnSpc>
                <a:spcPct val="100000"/>
              </a:lnSpc>
              <a:spcBef>
                <a:spcPts val="1440"/>
              </a:spcBef>
            </a:pPr>
            <a:r>
              <a:rPr sz="1200" b="1" spc="160" dirty="0">
                <a:latin typeface="Calibri"/>
                <a:cs typeface="Calibri"/>
              </a:rPr>
              <a:t>Paragraph</a:t>
            </a:r>
            <a:r>
              <a:rPr sz="1200" b="1" spc="40" dirty="0">
                <a:latin typeface="Calibri"/>
                <a:cs typeface="Calibri"/>
              </a:rPr>
              <a:t> </a:t>
            </a:r>
            <a:r>
              <a:rPr sz="1200" b="1" spc="70" dirty="0">
                <a:latin typeface="Calibri"/>
                <a:cs typeface="Calibri"/>
              </a:rPr>
              <a:t>4:</a:t>
            </a:r>
            <a:endParaRPr sz="1200" dirty="0">
              <a:latin typeface="Calibri"/>
              <a:cs typeface="Calibri"/>
            </a:endParaRPr>
          </a:p>
          <a:p>
            <a:pPr marL="12700" marR="5080" algn="just">
              <a:lnSpc>
                <a:spcPct val="100000"/>
              </a:lnSpc>
            </a:pPr>
            <a:r>
              <a:rPr sz="1200" spc="70" dirty="0">
                <a:latin typeface="Century Gothic"/>
                <a:cs typeface="Century Gothic"/>
              </a:rPr>
              <a:t>End</a:t>
            </a:r>
            <a:r>
              <a:rPr sz="1200" spc="50" dirty="0">
                <a:latin typeface="Century Gothic"/>
                <a:cs typeface="Century Gothic"/>
              </a:rPr>
              <a:t> </a:t>
            </a:r>
            <a:r>
              <a:rPr sz="1200" spc="35" dirty="0">
                <a:latin typeface="Century Gothic"/>
                <a:cs typeface="Century Gothic"/>
              </a:rPr>
              <a:t>your</a:t>
            </a:r>
            <a:r>
              <a:rPr sz="1200" spc="50" dirty="0">
                <a:latin typeface="Century Gothic"/>
                <a:cs typeface="Century Gothic"/>
              </a:rPr>
              <a:t> </a:t>
            </a:r>
            <a:r>
              <a:rPr sz="1200" spc="35" dirty="0">
                <a:latin typeface="Century Gothic"/>
                <a:cs typeface="Century Gothic"/>
              </a:rPr>
              <a:t>letter</a:t>
            </a:r>
            <a:r>
              <a:rPr sz="1200" spc="50" dirty="0">
                <a:latin typeface="Century Gothic"/>
                <a:cs typeface="Century Gothic"/>
              </a:rPr>
              <a:t> </a:t>
            </a:r>
            <a:r>
              <a:rPr sz="1200" spc="70" dirty="0">
                <a:latin typeface="Century Gothic"/>
                <a:cs typeface="Century Gothic"/>
              </a:rPr>
              <a:t>with</a:t>
            </a:r>
            <a:r>
              <a:rPr sz="1200" spc="40" dirty="0">
                <a:latin typeface="Century Gothic"/>
                <a:cs typeface="Century Gothic"/>
              </a:rPr>
              <a:t> </a:t>
            </a:r>
            <a:r>
              <a:rPr sz="1200" spc="-125" dirty="0">
                <a:latin typeface="Century Gothic"/>
                <a:cs typeface="Century Gothic"/>
              </a:rPr>
              <a:t>a</a:t>
            </a:r>
            <a:r>
              <a:rPr sz="1200" spc="60" dirty="0">
                <a:latin typeface="Century Gothic"/>
                <a:cs typeface="Century Gothic"/>
              </a:rPr>
              <a:t> </a:t>
            </a:r>
            <a:r>
              <a:rPr sz="1200" spc="-20" dirty="0">
                <a:latin typeface="Century Gothic"/>
                <a:cs typeface="Century Gothic"/>
              </a:rPr>
              <a:t>call</a:t>
            </a:r>
            <a:r>
              <a:rPr sz="1200" spc="65" dirty="0">
                <a:latin typeface="Century Gothic"/>
                <a:cs typeface="Century Gothic"/>
              </a:rPr>
              <a:t> </a:t>
            </a:r>
            <a:r>
              <a:rPr sz="1200" spc="15" dirty="0">
                <a:latin typeface="Century Gothic"/>
                <a:cs typeface="Century Gothic"/>
              </a:rPr>
              <a:t>to</a:t>
            </a:r>
            <a:r>
              <a:rPr sz="1200" spc="55" dirty="0">
                <a:latin typeface="Century Gothic"/>
                <a:cs typeface="Century Gothic"/>
              </a:rPr>
              <a:t> </a:t>
            </a:r>
            <a:r>
              <a:rPr sz="1200" spc="-20" dirty="0">
                <a:latin typeface="Century Gothic"/>
                <a:cs typeface="Century Gothic"/>
              </a:rPr>
              <a:t>action.</a:t>
            </a:r>
            <a:r>
              <a:rPr sz="1200" spc="45" dirty="0">
                <a:latin typeface="Century Gothic"/>
                <a:cs typeface="Century Gothic"/>
              </a:rPr>
              <a:t> As</a:t>
            </a:r>
            <a:r>
              <a:rPr sz="1200" spc="50" dirty="0">
                <a:latin typeface="Century Gothic"/>
                <a:cs typeface="Century Gothic"/>
              </a:rPr>
              <a:t> </a:t>
            </a:r>
            <a:r>
              <a:rPr sz="1200" spc="-15" dirty="0">
                <a:latin typeface="Century Gothic"/>
                <a:cs typeface="Century Gothic"/>
              </a:rPr>
              <a:t>you’re</a:t>
            </a:r>
            <a:r>
              <a:rPr sz="1200" spc="45" dirty="0">
                <a:latin typeface="Century Gothic"/>
                <a:cs typeface="Century Gothic"/>
              </a:rPr>
              <a:t> </a:t>
            </a:r>
            <a:r>
              <a:rPr sz="1200" spc="30" dirty="0">
                <a:latin typeface="Century Gothic"/>
                <a:cs typeface="Century Gothic"/>
              </a:rPr>
              <a:t>hoping</a:t>
            </a:r>
            <a:r>
              <a:rPr sz="1200" spc="55" dirty="0">
                <a:latin typeface="Century Gothic"/>
                <a:cs typeface="Century Gothic"/>
              </a:rPr>
              <a:t> </a:t>
            </a:r>
            <a:r>
              <a:rPr sz="1200" spc="15" dirty="0">
                <a:latin typeface="Century Gothic"/>
                <a:cs typeface="Century Gothic"/>
              </a:rPr>
              <a:t>to</a:t>
            </a:r>
            <a:r>
              <a:rPr sz="1200" spc="55" dirty="0">
                <a:latin typeface="Century Gothic"/>
                <a:cs typeface="Century Gothic"/>
              </a:rPr>
              <a:t> </a:t>
            </a:r>
            <a:r>
              <a:rPr sz="1200" spc="10" dirty="0">
                <a:latin typeface="Century Gothic"/>
                <a:cs typeface="Century Gothic"/>
              </a:rPr>
              <a:t>secure</a:t>
            </a:r>
            <a:r>
              <a:rPr sz="1200" spc="55" dirty="0">
                <a:latin typeface="Century Gothic"/>
                <a:cs typeface="Century Gothic"/>
              </a:rPr>
              <a:t> </a:t>
            </a:r>
            <a:r>
              <a:rPr sz="1200" spc="-25" dirty="0">
                <a:latin typeface="Century Gothic"/>
                <a:cs typeface="Century Gothic"/>
              </a:rPr>
              <a:t>an</a:t>
            </a:r>
            <a:r>
              <a:rPr sz="1200" spc="55" dirty="0">
                <a:latin typeface="Century Gothic"/>
                <a:cs typeface="Century Gothic"/>
              </a:rPr>
              <a:t> </a:t>
            </a:r>
            <a:r>
              <a:rPr sz="1200" spc="20" dirty="0">
                <a:latin typeface="Century Gothic"/>
                <a:cs typeface="Century Gothic"/>
              </a:rPr>
              <a:t>interview,</a:t>
            </a:r>
            <a:r>
              <a:rPr sz="1200" spc="45" dirty="0">
                <a:latin typeface="Century Gothic"/>
                <a:cs typeface="Century Gothic"/>
              </a:rPr>
              <a:t> </a:t>
            </a:r>
            <a:r>
              <a:rPr sz="1200" spc="35" dirty="0">
                <a:latin typeface="Century Gothic"/>
                <a:cs typeface="Century Gothic"/>
              </a:rPr>
              <a:t>let</a:t>
            </a:r>
            <a:r>
              <a:rPr sz="1200" spc="60" dirty="0">
                <a:latin typeface="Century Gothic"/>
                <a:cs typeface="Century Gothic"/>
              </a:rPr>
              <a:t> </a:t>
            </a:r>
            <a:r>
              <a:rPr sz="1200" spc="55" dirty="0">
                <a:latin typeface="Century Gothic"/>
                <a:cs typeface="Century Gothic"/>
              </a:rPr>
              <a:t>them</a:t>
            </a:r>
            <a:r>
              <a:rPr sz="1200" spc="25" dirty="0">
                <a:latin typeface="Century Gothic"/>
                <a:cs typeface="Century Gothic"/>
              </a:rPr>
              <a:t> </a:t>
            </a:r>
            <a:r>
              <a:rPr sz="1200" spc="45" dirty="0">
                <a:latin typeface="Century Gothic"/>
                <a:cs typeface="Century Gothic"/>
              </a:rPr>
              <a:t>know</a:t>
            </a:r>
            <a:r>
              <a:rPr sz="1200" spc="25" dirty="0">
                <a:latin typeface="Century Gothic"/>
                <a:cs typeface="Century Gothic"/>
              </a:rPr>
              <a:t> </a:t>
            </a:r>
            <a:r>
              <a:rPr sz="1200" spc="35" dirty="0">
                <a:latin typeface="Century Gothic"/>
                <a:cs typeface="Century Gothic"/>
              </a:rPr>
              <a:t>your</a:t>
            </a:r>
            <a:r>
              <a:rPr sz="1200" spc="25" dirty="0">
                <a:latin typeface="Century Gothic"/>
                <a:cs typeface="Century Gothic"/>
              </a:rPr>
              <a:t> </a:t>
            </a:r>
            <a:r>
              <a:rPr sz="1200" spc="10" dirty="0">
                <a:latin typeface="Century Gothic"/>
                <a:cs typeface="Century Gothic"/>
              </a:rPr>
              <a:t>availability</a:t>
            </a:r>
            <a:r>
              <a:rPr sz="1200" spc="25" dirty="0">
                <a:latin typeface="Century Gothic"/>
                <a:cs typeface="Century Gothic"/>
              </a:rPr>
              <a:t> </a:t>
            </a:r>
            <a:r>
              <a:rPr sz="1200" spc="30" dirty="0">
                <a:latin typeface="Century Gothic"/>
                <a:cs typeface="Century Gothic"/>
              </a:rPr>
              <a:t>for</a:t>
            </a:r>
            <a:r>
              <a:rPr sz="1200" spc="25" dirty="0">
                <a:latin typeface="Century Gothic"/>
                <a:cs typeface="Century Gothic"/>
              </a:rPr>
              <a:t> </a:t>
            </a:r>
            <a:r>
              <a:rPr sz="1200" spc="-125" dirty="0">
                <a:latin typeface="Century Gothic"/>
                <a:cs typeface="Century Gothic"/>
              </a:rPr>
              <a:t>a</a:t>
            </a:r>
            <a:r>
              <a:rPr sz="1200" spc="25" dirty="0">
                <a:latin typeface="Century Gothic"/>
                <a:cs typeface="Century Gothic"/>
              </a:rPr>
              <a:t> </a:t>
            </a:r>
            <a:r>
              <a:rPr sz="1200" spc="-20" dirty="0">
                <a:latin typeface="Century Gothic"/>
                <a:cs typeface="Century Gothic"/>
              </a:rPr>
              <a:t>call</a:t>
            </a:r>
            <a:r>
              <a:rPr sz="1200" spc="25" dirty="0">
                <a:latin typeface="Century Gothic"/>
                <a:cs typeface="Century Gothic"/>
              </a:rPr>
              <a:t> </a:t>
            </a:r>
            <a:r>
              <a:rPr sz="1200" spc="-40" dirty="0">
                <a:latin typeface="Century Gothic"/>
                <a:cs typeface="Century Gothic"/>
              </a:rPr>
              <a:t>back.</a:t>
            </a:r>
            <a:r>
              <a:rPr sz="1200" spc="25" dirty="0">
                <a:latin typeface="Century Gothic"/>
                <a:cs typeface="Century Gothic"/>
              </a:rPr>
              <a:t> </a:t>
            </a:r>
            <a:r>
              <a:rPr sz="1200" spc="55" dirty="0">
                <a:latin typeface="Century Gothic"/>
                <a:cs typeface="Century Gothic"/>
              </a:rPr>
              <a:t>If</a:t>
            </a:r>
            <a:r>
              <a:rPr sz="1200" spc="40" dirty="0">
                <a:latin typeface="Century Gothic"/>
                <a:cs typeface="Century Gothic"/>
              </a:rPr>
              <a:t> </a:t>
            </a:r>
            <a:r>
              <a:rPr sz="1200" spc="15" dirty="0">
                <a:latin typeface="Century Gothic"/>
                <a:cs typeface="Century Gothic"/>
              </a:rPr>
              <a:t>you</a:t>
            </a:r>
            <a:r>
              <a:rPr sz="1200" spc="20" dirty="0">
                <a:latin typeface="Century Gothic"/>
                <a:cs typeface="Century Gothic"/>
              </a:rPr>
              <a:t> </a:t>
            </a:r>
            <a:r>
              <a:rPr sz="1200" spc="5" dirty="0">
                <a:latin typeface="Century Gothic"/>
                <a:cs typeface="Century Gothic"/>
              </a:rPr>
              <a:t>plan</a:t>
            </a:r>
            <a:r>
              <a:rPr sz="1200" spc="30" dirty="0">
                <a:latin typeface="Century Gothic"/>
                <a:cs typeface="Century Gothic"/>
              </a:rPr>
              <a:t> </a:t>
            </a:r>
            <a:r>
              <a:rPr sz="1200" spc="15" dirty="0">
                <a:latin typeface="Century Gothic"/>
                <a:cs typeface="Century Gothic"/>
              </a:rPr>
              <a:t>to</a:t>
            </a:r>
            <a:r>
              <a:rPr sz="1200" spc="30" dirty="0">
                <a:latin typeface="Century Gothic"/>
                <a:cs typeface="Century Gothic"/>
              </a:rPr>
              <a:t> </a:t>
            </a:r>
            <a:r>
              <a:rPr sz="1200" spc="25" dirty="0">
                <a:latin typeface="Century Gothic"/>
                <a:cs typeface="Century Gothic"/>
              </a:rPr>
              <a:t>follow </a:t>
            </a:r>
            <a:r>
              <a:rPr sz="1200" spc="35" dirty="0">
                <a:latin typeface="Century Gothic"/>
                <a:cs typeface="Century Gothic"/>
              </a:rPr>
              <a:t>up</a:t>
            </a:r>
            <a:r>
              <a:rPr sz="1200" spc="30" dirty="0">
                <a:latin typeface="Century Gothic"/>
                <a:cs typeface="Century Gothic"/>
              </a:rPr>
              <a:t> </a:t>
            </a:r>
            <a:r>
              <a:rPr sz="1200" spc="70" dirty="0">
                <a:latin typeface="Century Gothic"/>
                <a:cs typeface="Century Gothic"/>
              </a:rPr>
              <a:t>with</a:t>
            </a:r>
            <a:r>
              <a:rPr sz="1200" spc="30" dirty="0">
                <a:latin typeface="Century Gothic"/>
                <a:cs typeface="Century Gothic"/>
              </a:rPr>
              <a:t> </a:t>
            </a:r>
            <a:r>
              <a:rPr sz="1200" spc="-125" dirty="0">
                <a:latin typeface="Century Gothic"/>
                <a:cs typeface="Century Gothic"/>
              </a:rPr>
              <a:t>a</a:t>
            </a:r>
            <a:r>
              <a:rPr sz="1200" spc="25" dirty="0">
                <a:latin typeface="Century Gothic"/>
                <a:cs typeface="Century Gothic"/>
              </a:rPr>
              <a:t> </a:t>
            </a:r>
            <a:r>
              <a:rPr sz="1200" spc="5" dirty="0">
                <a:latin typeface="Century Gothic"/>
                <a:cs typeface="Century Gothic"/>
              </a:rPr>
              <a:t>phone</a:t>
            </a:r>
            <a:r>
              <a:rPr sz="1200" spc="-25" dirty="0">
                <a:latin typeface="Century Gothic"/>
                <a:cs typeface="Century Gothic"/>
              </a:rPr>
              <a:t> </a:t>
            </a:r>
            <a:r>
              <a:rPr sz="1200" spc="-30" dirty="0">
                <a:latin typeface="Century Gothic"/>
                <a:cs typeface="Century Gothic"/>
              </a:rPr>
              <a:t>call,</a:t>
            </a:r>
            <a:r>
              <a:rPr sz="1200" spc="-15" dirty="0">
                <a:latin typeface="Century Gothic"/>
                <a:cs typeface="Century Gothic"/>
              </a:rPr>
              <a:t> </a:t>
            </a:r>
            <a:r>
              <a:rPr sz="1200" dirty="0">
                <a:latin typeface="Century Gothic"/>
                <a:cs typeface="Century Gothic"/>
              </a:rPr>
              <a:t>say</a:t>
            </a:r>
            <a:r>
              <a:rPr sz="1200" spc="-15" dirty="0">
                <a:latin typeface="Century Gothic"/>
                <a:cs typeface="Century Gothic"/>
              </a:rPr>
              <a:t> </a:t>
            </a:r>
            <a:r>
              <a:rPr sz="1200" spc="15" dirty="0">
                <a:latin typeface="Century Gothic"/>
                <a:cs typeface="Century Gothic"/>
              </a:rPr>
              <a:t>so!</a:t>
            </a:r>
            <a:r>
              <a:rPr sz="1200" spc="-10" dirty="0">
                <a:latin typeface="Century Gothic"/>
                <a:cs typeface="Century Gothic"/>
              </a:rPr>
              <a:t> </a:t>
            </a:r>
            <a:r>
              <a:rPr sz="1200" spc="55" dirty="0">
                <a:latin typeface="Century Gothic"/>
                <a:cs typeface="Century Gothic"/>
              </a:rPr>
              <a:t>If</a:t>
            </a:r>
            <a:r>
              <a:rPr sz="1200" spc="-10" dirty="0">
                <a:latin typeface="Century Gothic"/>
                <a:cs typeface="Century Gothic"/>
              </a:rPr>
              <a:t> </a:t>
            </a:r>
            <a:r>
              <a:rPr sz="1200" spc="15" dirty="0">
                <a:latin typeface="Century Gothic"/>
                <a:cs typeface="Century Gothic"/>
              </a:rPr>
              <a:t>you</a:t>
            </a:r>
            <a:r>
              <a:rPr sz="1200" spc="-15" dirty="0">
                <a:latin typeface="Century Gothic"/>
                <a:cs typeface="Century Gothic"/>
              </a:rPr>
              <a:t> </a:t>
            </a:r>
            <a:r>
              <a:rPr sz="1200" spc="10" dirty="0">
                <a:latin typeface="Century Gothic"/>
                <a:cs typeface="Century Gothic"/>
              </a:rPr>
              <a:t>plan</a:t>
            </a:r>
            <a:r>
              <a:rPr sz="1200" spc="-5" dirty="0">
                <a:latin typeface="Century Gothic"/>
                <a:cs typeface="Century Gothic"/>
              </a:rPr>
              <a:t> </a:t>
            </a:r>
            <a:r>
              <a:rPr sz="1200" spc="15" dirty="0">
                <a:latin typeface="Century Gothic"/>
                <a:cs typeface="Century Gothic"/>
              </a:rPr>
              <a:t>to</a:t>
            </a:r>
            <a:r>
              <a:rPr sz="1200" spc="-5" dirty="0">
                <a:latin typeface="Century Gothic"/>
                <a:cs typeface="Century Gothic"/>
              </a:rPr>
              <a:t> </a:t>
            </a:r>
            <a:r>
              <a:rPr sz="1200" spc="20" dirty="0">
                <a:latin typeface="Century Gothic"/>
                <a:cs typeface="Century Gothic"/>
              </a:rPr>
              <a:t>wait</a:t>
            </a:r>
            <a:r>
              <a:rPr sz="1200" spc="-5" dirty="0">
                <a:latin typeface="Century Gothic"/>
                <a:cs typeface="Century Gothic"/>
              </a:rPr>
              <a:t> </a:t>
            </a:r>
            <a:r>
              <a:rPr sz="1200" spc="30" dirty="0">
                <a:latin typeface="Century Gothic"/>
                <a:cs typeface="Century Gothic"/>
              </a:rPr>
              <a:t>for</a:t>
            </a:r>
            <a:r>
              <a:rPr sz="1200" spc="-10" dirty="0">
                <a:latin typeface="Century Gothic"/>
                <a:cs typeface="Century Gothic"/>
              </a:rPr>
              <a:t> </a:t>
            </a:r>
            <a:r>
              <a:rPr sz="1200" spc="-125" dirty="0">
                <a:latin typeface="Century Gothic"/>
                <a:cs typeface="Century Gothic"/>
              </a:rPr>
              <a:t>a</a:t>
            </a:r>
            <a:r>
              <a:rPr sz="1200" spc="-10" dirty="0">
                <a:latin typeface="Century Gothic"/>
                <a:cs typeface="Century Gothic"/>
              </a:rPr>
              <a:t> </a:t>
            </a:r>
            <a:r>
              <a:rPr sz="1200" spc="15" dirty="0">
                <a:latin typeface="Century Gothic"/>
                <a:cs typeface="Century Gothic"/>
              </a:rPr>
              <a:t>response,</a:t>
            </a:r>
            <a:r>
              <a:rPr sz="1200" spc="-15" dirty="0">
                <a:latin typeface="Century Gothic"/>
                <a:cs typeface="Century Gothic"/>
              </a:rPr>
              <a:t> </a:t>
            </a:r>
            <a:r>
              <a:rPr sz="1200" spc="-5" dirty="0">
                <a:latin typeface="Century Gothic"/>
                <a:cs typeface="Century Gothic"/>
              </a:rPr>
              <a:t>close</a:t>
            </a:r>
            <a:r>
              <a:rPr sz="1200" spc="-15" dirty="0">
                <a:latin typeface="Century Gothic"/>
                <a:cs typeface="Century Gothic"/>
              </a:rPr>
              <a:t> </a:t>
            </a:r>
            <a:r>
              <a:rPr sz="1200" spc="65" dirty="0">
                <a:latin typeface="Century Gothic"/>
                <a:cs typeface="Century Gothic"/>
              </a:rPr>
              <a:t>with</a:t>
            </a:r>
            <a:r>
              <a:rPr sz="1200" spc="-5" dirty="0">
                <a:latin typeface="Century Gothic"/>
                <a:cs typeface="Century Gothic"/>
              </a:rPr>
              <a:t> </a:t>
            </a:r>
            <a:r>
              <a:rPr sz="1200" spc="-45" dirty="0">
                <a:latin typeface="Century Gothic"/>
                <a:cs typeface="Century Gothic"/>
              </a:rPr>
              <a:t>‘I</a:t>
            </a:r>
            <a:r>
              <a:rPr sz="1200" spc="-15" dirty="0">
                <a:latin typeface="Century Gothic"/>
                <a:cs typeface="Century Gothic"/>
              </a:rPr>
              <a:t> </a:t>
            </a:r>
            <a:r>
              <a:rPr sz="1200" spc="25" dirty="0">
                <a:latin typeface="Century Gothic"/>
                <a:cs typeface="Century Gothic"/>
              </a:rPr>
              <a:t>look</a:t>
            </a:r>
            <a:r>
              <a:rPr sz="1200" spc="-10" dirty="0">
                <a:latin typeface="Century Gothic"/>
                <a:cs typeface="Century Gothic"/>
              </a:rPr>
              <a:t> </a:t>
            </a:r>
            <a:r>
              <a:rPr sz="1200" spc="15" dirty="0">
                <a:latin typeface="Century Gothic"/>
                <a:cs typeface="Century Gothic"/>
              </a:rPr>
              <a:t>forward</a:t>
            </a:r>
            <a:r>
              <a:rPr sz="1200" spc="-10" dirty="0">
                <a:latin typeface="Century Gothic"/>
                <a:cs typeface="Century Gothic"/>
              </a:rPr>
              <a:t> </a:t>
            </a:r>
            <a:r>
              <a:rPr sz="1200" spc="15" dirty="0">
                <a:latin typeface="Century Gothic"/>
                <a:cs typeface="Century Gothic"/>
              </a:rPr>
              <a:t>to</a:t>
            </a:r>
            <a:r>
              <a:rPr sz="1200" spc="-20" dirty="0">
                <a:latin typeface="Century Gothic"/>
                <a:cs typeface="Century Gothic"/>
              </a:rPr>
              <a:t> </a:t>
            </a:r>
            <a:r>
              <a:rPr sz="1200" spc="20" dirty="0">
                <a:latin typeface="Century Gothic"/>
                <a:cs typeface="Century Gothic"/>
              </a:rPr>
              <a:t>hearing</a:t>
            </a:r>
            <a:r>
              <a:rPr sz="1200" spc="5" dirty="0">
                <a:latin typeface="Century Gothic"/>
                <a:cs typeface="Century Gothic"/>
              </a:rPr>
              <a:t> </a:t>
            </a:r>
            <a:r>
              <a:rPr sz="1200" spc="60" dirty="0">
                <a:latin typeface="Century Gothic"/>
                <a:cs typeface="Century Gothic"/>
              </a:rPr>
              <a:t>from</a:t>
            </a:r>
            <a:r>
              <a:rPr sz="1200" spc="-25" dirty="0">
                <a:latin typeface="Century Gothic"/>
                <a:cs typeface="Century Gothic"/>
              </a:rPr>
              <a:t> </a:t>
            </a:r>
            <a:r>
              <a:rPr sz="1200" spc="-45" dirty="0">
                <a:latin typeface="Century Gothic"/>
                <a:cs typeface="Century Gothic"/>
              </a:rPr>
              <a:t>you’.</a:t>
            </a:r>
            <a:r>
              <a:rPr sz="1200" spc="-25" dirty="0">
                <a:latin typeface="Century Gothic"/>
                <a:cs typeface="Century Gothic"/>
              </a:rPr>
              <a:t> </a:t>
            </a:r>
            <a:r>
              <a:rPr sz="1200" spc="60" dirty="0">
                <a:latin typeface="Century Gothic"/>
                <a:cs typeface="Century Gothic"/>
              </a:rPr>
              <a:t>Thank</a:t>
            </a:r>
            <a:r>
              <a:rPr sz="1200" spc="-25" dirty="0">
                <a:latin typeface="Century Gothic"/>
                <a:cs typeface="Century Gothic"/>
              </a:rPr>
              <a:t> </a:t>
            </a:r>
            <a:r>
              <a:rPr sz="1200" spc="55" dirty="0">
                <a:latin typeface="Century Gothic"/>
                <a:cs typeface="Century Gothic"/>
              </a:rPr>
              <a:t>them</a:t>
            </a:r>
            <a:r>
              <a:rPr sz="1200" spc="-25" dirty="0">
                <a:latin typeface="Century Gothic"/>
                <a:cs typeface="Century Gothic"/>
              </a:rPr>
              <a:t> </a:t>
            </a:r>
            <a:r>
              <a:rPr sz="1200" spc="30" dirty="0">
                <a:latin typeface="Century Gothic"/>
                <a:cs typeface="Century Gothic"/>
              </a:rPr>
              <a:t>for</a:t>
            </a:r>
            <a:r>
              <a:rPr sz="1200" spc="-25" dirty="0">
                <a:latin typeface="Century Gothic"/>
                <a:cs typeface="Century Gothic"/>
              </a:rPr>
              <a:t> </a:t>
            </a:r>
            <a:r>
              <a:rPr sz="1200" spc="35" dirty="0">
                <a:latin typeface="Century Gothic"/>
                <a:cs typeface="Century Gothic"/>
              </a:rPr>
              <a:t>taking</a:t>
            </a:r>
            <a:r>
              <a:rPr sz="1200" spc="-20" dirty="0">
                <a:latin typeface="Century Gothic"/>
                <a:cs typeface="Century Gothic"/>
              </a:rPr>
              <a:t> </a:t>
            </a:r>
            <a:r>
              <a:rPr sz="1200" spc="25" dirty="0">
                <a:latin typeface="Century Gothic"/>
                <a:cs typeface="Century Gothic"/>
              </a:rPr>
              <a:t>the</a:t>
            </a:r>
            <a:r>
              <a:rPr sz="1200" spc="-25" dirty="0">
                <a:latin typeface="Century Gothic"/>
                <a:cs typeface="Century Gothic"/>
              </a:rPr>
              <a:t> </a:t>
            </a:r>
            <a:r>
              <a:rPr sz="1200" spc="60" dirty="0">
                <a:latin typeface="Century Gothic"/>
                <a:cs typeface="Century Gothic"/>
              </a:rPr>
              <a:t>time</a:t>
            </a:r>
            <a:r>
              <a:rPr sz="1200" spc="-25" dirty="0">
                <a:latin typeface="Century Gothic"/>
                <a:cs typeface="Century Gothic"/>
              </a:rPr>
              <a:t> </a:t>
            </a:r>
            <a:r>
              <a:rPr sz="1200" spc="15" dirty="0">
                <a:latin typeface="Century Gothic"/>
                <a:cs typeface="Century Gothic"/>
              </a:rPr>
              <a:t>to</a:t>
            </a:r>
            <a:r>
              <a:rPr sz="1200" spc="-30" dirty="0">
                <a:latin typeface="Century Gothic"/>
                <a:cs typeface="Century Gothic"/>
              </a:rPr>
              <a:t> </a:t>
            </a:r>
            <a:r>
              <a:rPr sz="1200" spc="-25" dirty="0">
                <a:latin typeface="Century Gothic"/>
                <a:cs typeface="Century Gothic"/>
              </a:rPr>
              <a:t>read</a:t>
            </a:r>
            <a:r>
              <a:rPr sz="1200" spc="-20" dirty="0">
                <a:latin typeface="Century Gothic"/>
                <a:cs typeface="Century Gothic"/>
              </a:rPr>
              <a:t> </a:t>
            </a:r>
            <a:r>
              <a:rPr sz="1200" spc="35" dirty="0">
                <a:latin typeface="Century Gothic"/>
                <a:cs typeface="Century Gothic"/>
              </a:rPr>
              <a:t>your</a:t>
            </a:r>
            <a:r>
              <a:rPr sz="1200" spc="-25" dirty="0">
                <a:latin typeface="Century Gothic"/>
                <a:cs typeface="Century Gothic"/>
              </a:rPr>
              <a:t> </a:t>
            </a:r>
            <a:r>
              <a:rPr sz="1200" spc="35" dirty="0">
                <a:latin typeface="Century Gothic"/>
                <a:cs typeface="Century Gothic"/>
              </a:rPr>
              <a:t>letter</a:t>
            </a:r>
            <a:r>
              <a:rPr sz="1200" spc="-25" dirty="0">
                <a:latin typeface="Century Gothic"/>
                <a:cs typeface="Century Gothic"/>
              </a:rPr>
              <a:t> and</a:t>
            </a:r>
            <a:r>
              <a:rPr sz="1200" spc="-20" dirty="0">
                <a:latin typeface="Century Gothic"/>
                <a:cs typeface="Century Gothic"/>
              </a:rPr>
              <a:t> </a:t>
            </a:r>
            <a:r>
              <a:rPr sz="1200" spc="70" dirty="0">
                <a:latin typeface="Century Gothic"/>
                <a:cs typeface="Century Gothic"/>
              </a:rPr>
              <a:t>sign</a:t>
            </a:r>
            <a:r>
              <a:rPr sz="1200" spc="-20" dirty="0">
                <a:latin typeface="Century Gothic"/>
                <a:cs typeface="Century Gothic"/>
              </a:rPr>
              <a:t> </a:t>
            </a:r>
            <a:r>
              <a:rPr sz="1200" spc="5" dirty="0">
                <a:latin typeface="Century Gothic"/>
                <a:cs typeface="Century Gothic"/>
              </a:rPr>
              <a:t>off</a:t>
            </a:r>
            <a:r>
              <a:rPr sz="1200" spc="-20" dirty="0">
                <a:latin typeface="Century Gothic"/>
                <a:cs typeface="Century Gothic"/>
              </a:rPr>
              <a:t> </a:t>
            </a:r>
            <a:r>
              <a:rPr sz="1200" spc="40" dirty="0">
                <a:latin typeface="Century Gothic"/>
                <a:cs typeface="Century Gothic"/>
              </a:rPr>
              <a:t>with:</a:t>
            </a:r>
            <a:endParaRPr sz="1200" dirty="0">
              <a:latin typeface="Century Gothic"/>
              <a:cs typeface="Century Gothic"/>
            </a:endParaRPr>
          </a:p>
          <a:p>
            <a:pPr marL="52069" marR="4984115" indent="-40005" algn="just">
              <a:lnSpc>
                <a:spcPct val="200000"/>
              </a:lnSpc>
            </a:pPr>
            <a:r>
              <a:rPr sz="1200" spc="60" dirty="0">
                <a:latin typeface="Century Gothic"/>
                <a:cs typeface="Century Gothic"/>
              </a:rPr>
              <a:t>Yours</a:t>
            </a:r>
            <a:r>
              <a:rPr sz="1200" spc="-25" dirty="0">
                <a:latin typeface="Century Gothic"/>
                <a:cs typeface="Century Gothic"/>
              </a:rPr>
              <a:t> </a:t>
            </a:r>
            <a:r>
              <a:rPr sz="1200" spc="-10" dirty="0">
                <a:latin typeface="Century Gothic"/>
                <a:cs typeface="Century Gothic"/>
              </a:rPr>
              <a:t>sincerely, </a:t>
            </a:r>
            <a:r>
              <a:rPr sz="1200" dirty="0">
                <a:latin typeface="Century Gothic"/>
                <a:cs typeface="Century Gothic"/>
              </a:rPr>
              <a:t>[Your</a:t>
            </a:r>
            <a:r>
              <a:rPr sz="1200" spc="125" dirty="0">
                <a:latin typeface="Century Gothic"/>
                <a:cs typeface="Century Gothic"/>
              </a:rPr>
              <a:t> </a:t>
            </a:r>
            <a:r>
              <a:rPr sz="1200" spc="-10" dirty="0">
                <a:latin typeface="Century Gothic"/>
                <a:cs typeface="Century Gothic"/>
              </a:rPr>
              <a:t>Name]</a:t>
            </a:r>
            <a:endParaRPr sz="1200" dirty="0">
              <a:latin typeface="Century Gothic"/>
              <a:cs typeface="Century Gothic"/>
            </a:endParaRPr>
          </a:p>
        </p:txBody>
      </p:sp>
      <p:pic>
        <p:nvPicPr>
          <p:cNvPr id="5" name="object 5" descr="A close up of a sign  Description automatically generated"/>
          <p:cNvPicPr/>
          <p:nvPr/>
        </p:nvPicPr>
        <p:blipFill>
          <a:blip r:embed="rId2" cstate="print"/>
          <a:stretch>
            <a:fillRect/>
          </a:stretch>
        </p:blipFill>
        <p:spPr>
          <a:xfrm>
            <a:off x="5588508" y="227075"/>
            <a:ext cx="888491" cy="539495"/>
          </a:xfrm>
          <a:prstGeom prst="rect">
            <a:avLst/>
          </a:prstGeom>
        </p:spPr>
      </p:pic>
      <p:sp>
        <p:nvSpPr>
          <p:cNvPr id="6" name="object 6"/>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4</a:t>
            </a:fld>
            <a:endParaRPr spc="-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44750" y="510171"/>
            <a:ext cx="1967230" cy="574040"/>
          </a:xfrm>
          <a:prstGeom prst="rect">
            <a:avLst/>
          </a:prstGeom>
        </p:spPr>
        <p:txBody>
          <a:bodyPr vert="horz" wrap="square" lIns="0" tIns="12700" rIns="0" bIns="0" rtlCol="0">
            <a:spAutoFit/>
          </a:bodyPr>
          <a:lstStyle/>
          <a:p>
            <a:pPr marL="12700" marR="5080" indent="86995">
              <a:lnSpc>
                <a:spcPct val="100000"/>
              </a:lnSpc>
              <a:spcBef>
                <a:spcPts val="100"/>
              </a:spcBef>
            </a:pPr>
            <a:r>
              <a:rPr sz="1800" spc="90" dirty="0">
                <a:latin typeface="Century Gothic"/>
                <a:cs typeface="Century Gothic"/>
              </a:rPr>
              <a:t>APPLYING</a:t>
            </a:r>
            <a:r>
              <a:rPr sz="1800" spc="-30" dirty="0">
                <a:latin typeface="Century Gothic"/>
                <a:cs typeface="Century Gothic"/>
              </a:rPr>
              <a:t> </a:t>
            </a:r>
            <a:r>
              <a:rPr sz="1800" spc="114" dirty="0">
                <a:latin typeface="Century Gothic"/>
                <a:cs typeface="Century Gothic"/>
              </a:rPr>
              <a:t>FOR </a:t>
            </a:r>
            <a:r>
              <a:rPr sz="1800" spc="155" dirty="0">
                <a:latin typeface="Century Gothic"/>
                <a:cs typeface="Century Gothic"/>
              </a:rPr>
              <a:t>OPPORTUNITIES</a:t>
            </a:r>
            <a:endParaRPr sz="1800">
              <a:latin typeface="Century Gothic"/>
              <a:cs typeface="Century Gothic"/>
            </a:endParaRPr>
          </a:p>
        </p:txBody>
      </p:sp>
      <p:sp>
        <p:nvSpPr>
          <p:cNvPr id="3" name="object 3"/>
          <p:cNvSpPr txBox="1"/>
          <p:nvPr/>
        </p:nvSpPr>
        <p:spPr>
          <a:xfrm>
            <a:off x="339738" y="1445816"/>
            <a:ext cx="6178550" cy="7188200"/>
          </a:xfrm>
          <a:prstGeom prst="rect">
            <a:avLst/>
          </a:prstGeom>
        </p:spPr>
        <p:txBody>
          <a:bodyPr vert="horz" wrap="square" lIns="0" tIns="88900" rIns="0" bIns="0" rtlCol="0">
            <a:spAutoFit/>
          </a:bodyPr>
          <a:lstStyle/>
          <a:p>
            <a:pPr marL="12700" algn="just">
              <a:lnSpc>
                <a:spcPct val="100000"/>
              </a:lnSpc>
              <a:spcBef>
                <a:spcPts val="700"/>
              </a:spcBef>
            </a:pPr>
            <a:r>
              <a:rPr sz="1200" b="1" u="sng" spc="150" dirty="0">
                <a:uFill>
                  <a:solidFill>
                    <a:srgbClr val="000000"/>
                  </a:solidFill>
                </a:uFill>
                <a:latin typeface="Calibri"/>
                <a:cs typeface="Calibri"/>
              </a:rPr>
              <a:t>Top</a:t>
            </a:r>
            <a:r>
              <a:rPr sz="1200" b="1" u="sng" spc="55" dirty="0">
                <a:uFill>
                  <a:solidFill>
                    <a:srgbClr val="000000"/>
                  </a:solidFill>
                </a:uFill>
                <a:latin typeface="Calibri"/>
                <a:cs typeface="Calibri"/>
              </a:rPr>
              <a:t> </a:t>
            </a:r>
            <a:r>
              <a:rPr sz="1200" b="1" u="sng" spc="125" dirty="0">
                <a:uFill>
                  <a:solidFill>
                    <a:srgbClr val="000000"/>
                  </a:solidFill>
                </a:uFill>
                <a:latin typeface="Calibri"/>
                <a:cs typeface="Calibri"/>
              </a:rPr>
              <a:t>tips</a:t>
            </a:r>
            <a:r>
              <a:rPr sz="1200" b="1" u="sng" spc="65" dirty="0">
                <a:uFill>
                  <a:solidFill>
                    <a:srgbClr val="000000"/>
                  </a:solidFill>
                </a:uFill>
                <a:latin typeface="Calibri"/>
                <a:cs typeface="Calibri"/>
              </a:rPr>
              <a:t> </a:t>
            </a:r>
            <a:r>
              <a:rPr sz="1200" b="1" u="sng" spc="100" dirty="0">
                <a:uFill>
                  <a:solidFill>
                    <a:srgbClr val="000000"/>
                  </a:solidFill>
                </a:uFill>
                <a:latin typeface="Calibri"/>
                <a:cs typeface="Calibri"/>
              </a:rPr>
              <a:t>for</a:t>
            </a:r>
            <a:r>
              <a:rPr sz="1200" b="1" u="sng" spc="60" dirty="0">
                <a:uFill>
                  <a:solidFill>
                    <a:srgbClr val="000000"/>
                  </a:solidFill>
                </a:uFill>
                <a:latin typeface="Calibri"/>
                <a:cs typeface="Calibri"/>
              </a:rPr>
              <a:t> </a:t>
            </a:r>
            <a:r>
              <a:rPr sz="1200" b="1" u="sng" spc="155" dirty="0">
                <a:uFill>
                  <a:solidFill>
                    <a:srgbClr val="000000"/>
                  </a:solidFill>
                </a:uFill>
                <a:latin typeface="Calibri"/>
                <a:cs typeface="Calibri"/>
              </a:rPr>
              <a:t>success</a:t>
            </a:r>
            <a:endParaRPr sz="1200">
              <a:latin typeface="Calibri"/>
              <a:cs typeface="Calibri"/>
            </a:endParaRPr>
          </a:p>
          <a:p>
            <a:pPr marL="154940" indent="-142240">
              <a:lnSpc>
                <a:spcPct val="100000"/>
              </a:lnSpc>
              <a:spcBef>
                <a:spcPts val="600"/>
              </a:spcBef>
              <a:buAutoNum type="arabicPeriod"/>
              <a:tabLst>
                <a:tab pos="154940" algn="l"/>
              </a:tabLst>
            </a:pPr>
            <a:r>
              <a:rPr sz="1200" b="1" spc="170" dirty="0">
                <a:latin typeface="Calibri"/>
                <a:cs typeface="Calibri"/>
              </a:rPr>
              <a:t>Keep</a:t>
            </a:r>
            <a:r>
              <a:rPr sz="1200" b="1" spc="85" dirty="0">
                <a:latin typeface="Calibri"/>
                <a:cs typeface="Calibri"/>
              </a:rPr>
              <a:t> </a:t>
            </a:r>
            <a:r>
              <a:rPr sz="1200" b="1" spc="75" dirty="0">
                <a:latin typeface="Calibri"/>
                <a:cs typeface="Calibri"/>
              </a:rPr>
              <a:t>it</a:t>
            </a:r>
            <a:r>
              <a:rPr sz="1200" b="1" spc="85" dirty="0">
                <a:latin typeface="Calibri"/>
                <a:cs typeface="Calibri"/>
              </a:rPr>
              <a:t> </a:t>
            </a:r>
            <a:r>
              <a:rPr sz="1200" b="1" spc="130" dirty="0">
                <a:latin typeface="Calibri"/>
                <a:cs typeface="Calibri"/>
              </a:rPr>
              <a:t>Short</a:t>
            </a:r>
            <a:endParaRPr sz="1200">
              <a:latin typeface="Calibri"/>
              <a:cs typeface="Calibri"/>
            </a:endParaRPr>
          </a:p>
          <a:p>
            <a:pPr marL="186055" indent="-173355">
              <a:lnSpc>
                <a:spcPct val="100000"/>
              </a:lnSpc>
              <a:spcBef>
                <a:spcPts val="1200"/>
              </a:spcBef>
              <a:buAutoNum type="arabicPeriod"/>
              <a:tabLst>
                <a:tab pos="186055" algn="l"/>
              </a:tabLst>
            </a:pPr>
            <a:r>
              <a:rPr sz="1200" b="1" spc="125" dirty="0">
                <a:latin typeface="Calibri"/>
                <a:cs typeface="Calibri"/>
              </a:rPr>
              <a:t>Don’t</a:t>
            </a:r>
            <a:r>
              <a:rPr sz="1200" b="1" spc="50" dirty="0">
                <a:latin typeface="Calibri"/>
                <a:cs typeface="Calibri"/>
              </a:rPr>
              <a:t> </a:t>
            </a:r>
            <a:r>
              <a:rPr sz="1200" b="1" spc="120" dirty="0">
                <a:latin typeface="Calibri"/>
                <a:cs typeface="Calibri"/>
              </a:rPr>
              <a:t>just</a:t>
            </a:r>
            <a:r>
              <a:rPr sz="1200" b="1" spc="65" dirty="0">
                <a:latin typeface="Calibri"/>
                <a:cs typeface="Calibri"/>
              </a:rPr>
              <a:t> </a:t>
            </a:r>
            <a:r>
              <a:rPr sz="1200" b="1" spc="110" dirty="0">
                <a:latin typeface="Calibri"/>
                <a:cs typeface="Calibri"/>
              </a:rPr>
              <a:t>re-</a:t>
            </a:r>
            <a:r>
              <a:rPr sz="1200" b="1" spc="125" dirty="0">
                <a:latin typeface="Calibri"/>
                <a:cs typeface="Calibri"/>
              </a:rPr>
              <a:t>write</a:t>
            </a:r>
            <a:r>
              <a:rPr sz="1200" b="1" spc="70" dirty="0">
                <a:latin typeface="Calibri"/>
                <a:cs typeface="Calibri"/>
              </a:rPr>
              <a:t> </a:t>
            </a:r>
            <a:r>
              <a:rPr sz="1200" b="1" spc="135" dirty="0">
                <a:latin typeface="Calibri"/>
                <a:cs typeface="Calibri"/>
              </a:rPr>
              <a:t>your</a:t>
            </a:r>
            <a:r>
              <a:rPr sz="1200" b="1" spc="60" dirty="0">
                <a:latin typeface="Calibri"/>
                <a:cs typeface="Calibri"/>
              </a:rPr>
              <a:t> </a:t>
            </a:r>
            <a:r>
              <a:rPr sz="1200" b="1" spc="105" dirty="0">
                <a:latin typeface="Calibri"/>
                <a:cs typeface="Calibri"/>
              </a:rPr>
              <a:t>C.V</a:t>
            </a:r>
            <a:endParaRPr sz="1200">
              <a:latin typeface="Calibri"/>
              <a:cs typeface="Calibri"/>
            </a:endParaRPr>
          </a:p>
          <a:p>
            <a:pPr marL="185420" indent="-172720">
              <a:lnSpc>
                <a:spcPct val="100000"/>
              </a:lnSpc>
              <a:spcBef>
                <a:spcPts val="1200"/>
              </a:spcBef>
              <a:buAutoNum type="arabicPeriod"/>
              <a:tabLst>
                <a:tab pos="185420" algn="l"/>
              </a:tabLst>
            </a:pPr>
            <a:r>
              <a:rPr sz="1200" b="1" spc="170" dirty="0">
                <a:latin typeface="Calibri"/>
                <a:cs typeface="Calibri"/>
              </a:rPr>
              <a:t>Sign</a:t>
            </a:r>
            <a:r>
              <a:rPr sz="1200" b="1" spc="60" dirty="0">
                <a:latin typeface="Calibri"/>
                <a:cs typeface="Calibri"/>
              </a:rPr>
              <a:t> </a:t>
            </a:r>
            <a:r>
              <a:rPr sz="1200" b="1" spc="160" dirty="0">
                <a:latin typeface="Calibri"/>
                <a:cs typeface="Calibri"/>
              </a:rPr>
              <a:t>by</a:t>
            </a:r>
            <a:r>
              <a:rPr sz="1200" b="1" spc="65" dirty="0">
                <a:latin typeface="Calibri"/>
                <a:cs typeface="Calibri"/>
              </a:rPr>
              <a:t> </a:t>
            </a:r>
            <a:r>
              <a:rPr sz="1200" b="1" spc="140" dirty="0">
                <a:latin typeface="Calibri"/>
                <a:cs typeface="Calibri"/>
              </a:rPr>
              <a:t>hand</a:t>
            </a:r>
            <a:endParaRPr sz="1200">
              <a:latin typeface="Calibri"/>
              <a:cs typeface="Calibri"/>
            </a:endParaRPr>
          </a:p>
          <a:p>
            <a:pPr marL="12700" marR="6350" algn="just">
              <a:lnSpc>
                <a:spcPct val="100000"/>
              </a:lnSpc>
              <a:spcBef>
                <a:spcPts val="600"/>
              </a:spcBef>
            </a:pPr>
            <a:r>
              <a:rPr sz="1200" spc="55" dirty="0">
                <a:latin typeface="Century Gothic"/>
                <a:cs typeface="Century Gothic"/>
              </a:rPr>
              <a:t>If</a:t>
            </a:r>
            <a:r>
              <a:rPr sz="1200" spc="240" dirty="0">
                <a:latin typeface="Century Gothic"/>
                <a:cs typeface="Century Gothic"/>
              </a:rPr>
              <a:t> </a:t>
            </a:r>
            <a:r>
              <a:rPr sz="1200" dirty="0">
                <a:latin typeface="Century Gothic"/>
                <a:cs typeface="Century Gothic"/>
              </a:rPr>
              <a:t>you’re</a:t>
            </a:r>
            <a:r>
              <a:rPr sz="1200" spc="235" dirty="0">
                <a:latin typeface="Century Gothic"/>
                <a:cs typeface="Century Gothic"/>
              </a:rPr>
              <a:t> </a:t>
            </a:r>
            <a:r>
              <a:rPr sz="1200" dirty="0">
                <a:latin typeface="Century Gothic"/>
                <a:cs typeface="Century Gothic"/>
              </a:rPr>
              <a:t>sending</a:t>
            </a:r>
            <a:r>
              <a:rPr sz="1200" spc="240" dirty="0">
                <a:latin typeface="Century Gothic"/>
                <a:cs typeface="Century Gothic"/>
              </a:rPr>
              <a:t> </a:t>
            </a:r>
            <a:r>
              <a:rPr sz="1200" dirty="0">
                <a:latin typeface="Century Gothic"/>
                <a:cs typeface="Century Gothic"/>
              </a:rPr>
              <a:t>the</a:t>
            </a:r>
            <a:r>
              <a:rPr sz="1200" spc="235" dirty="0">
                <a:latin typeface="Century Gothic"/>
                <a:cs typeface="Century Gothic"/>
              </a:rPr>
              <a:t> </a:t>
            </a:r>
            <a:r>
              <a:rPr sz="1200" dirty="0">
                <a:latin typeface="Century Gothic"/>
                <a:cs typeface="Century Gothic"/>
              </a:rPr>
              <a:t>letter</a:t>
            </a:r>
            <a:r>
              <a:rPr sz="1200" spc="235" dirty="0">
                <a:latin typeface="Century Gothic"/>
                <a:cs typeface="Century Gothic"/>
              </a:rPr>
              <a:t> </a:t>
            </a:r>
            <a:r>
              <a:rPr sz="1200" spc="75" dirty="0">
                <a:latin typeface="Century Gothic"/>
                <a:cs typeface="Century Gothic"/>
              </a:rPr>
              <a:t>in</a:t>
            </a:r>
            <a:r>
              <a:rPr sz="1200" spc="240" dirty="0">
                <a:latin typeface="Century Gothic"/>
                <a:cs typeface="Century Gothic"/>
              </a:rPr>
              <a:t> </a:t>
            </a:r>
            <a:r>
              <a:rPr sz="1200" dirty="0">
                <a:latin typeface="Century Gothic"/>
                <a:cs typeface="Century Gothic"/>
              </a:rPr>
              <a:t>the</a:t>
            </a:r>
            <a:r>
              <a:rPr sz="1200" spc="235" dirty="0">
                <a:latin typeface="Century Gothic"/>
                <a:cs typeface="Century Gothic"/>
              </a:rPr>
              <a:t> </a:t>
            </a:r>
            <a:r>
              <a:rPr sz="1200" dirty="0">
                <a:latin typeface="Century Gothic"/>
                <a:cs typeface="Century Gothic"/>
              </a:rPr>
              <a:t>post</a:t>
            </a:r>
            <a:r>
              <a:rPr sz="1200" spc="240" dirty="0">
                <a:latin typeface="Century Gothic"/>
                <a:cs typeface="Century Gothic"/>
              </a:rPr>
              <a:t> </a:t>
            </a:r>
            <a:r>
              <a:rPr sz="1200" dirty="0">
                <a:latin typeface="Century Gothic"/>
                <a:cs typeface="Century Gothic"/>
              </a:rPr>
              <a:t>(old</a:t>
            </a:r>
            <a:r>
              <a:rPr sz="1200" spc="245" dirty="0">
                <a:latin typeface="Century Gothic"/>
                <a:cs typeface="Century Gothic"/>
              </a:rPr>
              <a:t> </a:t>
            </a:r>
            <a:r>
              <a:rPr sz="1200" dirty="0">
                <a:latin typeface="Century Gothic"/>
                <a:cs typeface="Century Gothic"/>
              </a:rPr>
              <a:t>school,</a:t>
            </a:r>
            <a:r>
              <a:rPr sz="1200" spc="235" dirty="0">
                <a:latin typeface="Century Gothic"/>
                <a:cs typeface="Century Gothic"/>
              </a:rPr>
              <a:t> </a:t>
            </a:r>
            <a:r>
              <a:rPr sz="1200" dirty="0">
                <a:latin typeface="Century Gothic"/>
                <a:cs typeface="Century Gothic"/>
              </a:rPr>
              <a:t>we</a:t>
            </a:r>
            <a:r>
              <a:rPr sz="1200" spc="235" dirty="0">
                <a:latin typeface="Century Gothic"/>
                <a:cs typeface="Century Gothic"/>
              </a:rPr>
              <a:t> </a:t>
            </a:r>
            <a:r>
              <a:rPr sz="1200" dirty="0">
                <a:latin typeface="Century Gothic"/>
                <a:cs typeface="Century Gothic"/>
              </a:rPr>
              <a:t>know)</a:t>
            </a:r>
            <a:r>
              <a:rPr sz="1200" spc="240" dirty="0">
                <a:latin typeface="Century Gothic"/>
                <a:cs typeface="Century Gothic"/>
              </a:rPr>
              <a:t> </a:t>
            </a:r>
            <a:r>
              <a:rPr sz="1200" dirty="0">
                <a:latin typeface="Century Gothic"/>
                <a:cs typeface="Century Gothic"/>
              </a:rPr>
              <a:t>then</a:t>
            </a:r>
            <a:r>
              <a:rPr sz="1200" spc="240" dirty="0">
                <a:latin typeface="Century Gothic"/>
                <a:cs typeface="Century Gothic"/>
              </a:rPr>
              <a:t> </a:t>
            </a:r>
            <a:r>
              <a:rPr sz="1200" dirty="0">
                <a:latin typeface="Century Gothic"/>
                <a:cs typeface="Century Gothic"/>
              </a:rPr>
              <a:t>you</a:t>
            </a:r>
            <a:r>
              <a:rPr sz="1200" spc="235" dirty="0">
                <a:latin typeface="Century Gothic"/>
                <a:cs typeface="Century Gothic"/>
              </a:rPr>
              <a:t> </a:t>
            </a:r>
            <a:r>
              <a:rPr sz="1200" spc="-10" dirty="0">
                <a:latin typeface="Century Gothic"/>
                <a:cs typeface="Century Gothic"/>
              </a:rPr>
              <a:t>should </a:t>
            </a:r>
            <a:r>
              <a:rPr sz="1200" spc="70" dirty="0">
                <a:latin typeface="Century Gothic"/>
                <a:cs typeface="Century Gothic"/>
              </a:rPr>
              <a:t>sign</a:t>
            </a:r>
            <a:r>
              <a:rPr sz="1200" spc="290" dirty="0">
                <a:latin typeface="Century Gothic"/>
                <a:cs typeface="Century Gothic"/>
              </a:rPr>
              <a:t> </a:t>
            </a:r>
            <a:r>
              <a:rPr sz="1200" dirty="0">
                <a:latin typeface="Century Gothic"/>
                <a:cs typeface="Century Gothic"/>
              </a:rPr>
              <a:t>the</a:t>
            </a:r>
            <a:r>
              <a:rPr sz="1200" spc="285" dirty="0">
                <a:latin typeface="Century Gothic"/>
                <a:cs typeface="Century Gothic"/>
              </a:rPr>
              <a:t> </a:t>
            </a:r>
            <a:r>
              <a:rPr sz="1200" dirty="0">
                <a:latin typeface="Century Gothic"/>
                <a:cs typeface="Century Gothic"/>
              </a:rPr>
              <a:t>letter</a:t>
            </a:r>
            <a:r>
              <a:rPr sz="1200" spc="285" dirty="0">
                <a:latin typeface="Century Gothic"/>
                <a:cs typeface="Century Gothic"/>
              </a:rPr>
              <a:t> </a:t>
            </a:r>
            <a:r>
              <a:rPr sz="1200" dirty="0">
                <a:latin typeface="Century Gothic"/>
                <a:cs typeface="Century Gothic"/>
              </a:rPr>
              <a:t>by</a:t>
            </a:r>
            <a:r>
              <a:rPr sz="1200" spc="260" dirty="0">
                <a:latin typeface="Century Gothic"/>
                <a:cs typeface="Century Gothic"/>
              </a:rPr>
              <a:t> </a:t>
            </a:r>
            <a:r>
              <a:rPr sz="1200" dirty="0">
                <a:latin typeface="Century Gothic"/>
                <a:cs typeface="Century Gothic"/>
              </a:rPr>
              <a:t>hand</a:t>
            </a:r>
            <a:r>
              <a:rPr sz="1200" spc="295" dirty="0">
                <a:latin typeface="Century Gothic"/>
                <a:cs typeface="Century Gothic"/>
              </a:rPr>
              <a:t> </a:t>
            </a:r>
            <a:r>
              <a:rPr sz="1200" dirty="0">
                <a:latin typeface="Century Gothic"/>
                <a:cs typeface="Century Gothic"/>
              </a:rPr>
              <a:t>before</a:t>
            </a:r>
            <a:r>
              <a:rPr sz="1200" spc="280" dirty="0">
                <a:latin typeface="Century Gothic"/>
                <a:cs typeface="Century Gothic"/>
              </a:rPr>
              <a:t> </a:t>
            </a:r>
            <a:r>
              <a:rPr sz="1200" dirty="0">
                <a:latin typeface="Century Gothic"/>
                <a:cs typeface="Century Gothic"/>
              </a:rPr>
              <a:t>you</a:t>
            </a:r>
            <a:r>
              <a:rPr sz="1200" spc="285" dirty="0">
                <a:latin typeface="Century Gothic"/>
                <a:cs typeface="Century Gothic"/>
              </a:rPr>
              <a:t> </a:t>
            </a:r>
            <a:r>
              <a:rPr sz="1200" dirty="0">
                <a:latin typeface="Century Gothic"/>
                <a:cs typeface="Century Gothic"/>
              </a:rPr>
              <a:t>send</a:t>
            </a:r>
            <a:r>
              <a:rPr sz="1200" spc="290" dirty="0">
                <a:latin typeface="Century Gothic"/>
                <a:cs typeface="Century Gothic"/>
              </a:rPr>
              <a:t> </a:t>
            </a:r>
            <a:r>
              <a:rPr sz="1200" spc="75" dirty="0">
                <a:latin typeface="Century Gothic"/>
                <a:cs typeface="Century Gothic"/>
              </a:rPr>
              <a:t>it</a:t>
            </a:r>
            <a:r>
              <a:rPr sz="1200" spc="285" dirty="0">
                <a:latin typeface="Century Gothic"/>
                <a:cs typeface="Century Gothic"/>
              </a:rPr>
              <a:t> </a:t>
            </a:r>
            <a:r>
              <a:rPr sz="1200" dirty="0">
                <a:latin typeface="Century Gothic"/>
                <a:cs typeface="Century Gothic"/>
              </a:rPr>
              <a:t>off—</a:t>
            </a:r>
            <a:r>
              <a:rPr sz="1200" spc="75" dirty="0">
                <a:latin typeface="Century Gothic"/>
                <a:cs typeface="Century Gothic"/>
              </a:rPr>
              <a:t>it</a:t>
            </a:r>
            <a:r>
              <a:rPr sz="1200" spc="290" dirty="0">
                <a:latin typeface="Century Gothic"/>
                <a:cs typeface="Century Gothic"/>
              </a:rPr>
              <a:t> </a:t>
            </a:r>
            <a:r>
              <a:rPr sz="1200" dirty="0">
                <a:latin typeface="Century Gothic"/>
                <a:cs typeface="Century Gothic"/>
              </a:rPr>
              <a:t>adds</a:t>
            </a:r>
            <a:r>
              <a:rPr sz="1200" spc="280" dirty="0">
                <a:latin typeface="Century Gothic"/>
                <a:cs typeface="Century Gothic"/>
              </a:rPr>
              <a:t> </a:t>
            </a:r>
            <a:r>
              <a:rPr sz="1200" dirty="0">
                <a:latin typeface="Century Gothic"/>
                <a:cs typeface="Century Gothic"/>
              </a:rPr>
              <a:t>a</a:t>
            </a:r>
            <a:r>
              <a:rPr sz="1200" spc="285" dirty="0">
                <a:latin typeface="Century Gothic"/>
                <a:cs typeface="Century Gothic"/>
              </a:rPr>
              <a:t> </a:t>
            </a:r>
            <a:r>
              <a:rPr sz="1200" dirty="0">
                <a:latin typeface="Century Gothic"/>
                <a:cs typeface="Century Gothic"/>
              </a:rPr>
              <a:t>personal</a:t>
            </a:r>
            <a:r>
              <a:rPr sz="1200" spc="290" dirty="0">
                <a:latin typeface="Century Gothic"/>
                <a:cs typeface="Century Gothic"/>
              </a:rPr>
              <a:t> </a:t>
            </a:r>
            <a:r>
              <a:rPr sz="1200" dirty="0">
                <a:latin typeface="Century Gothic"/>
                <a:cs typeface="Century Gothic"/>
              </a:rPr>
              <a:t>and</a:t>
            </a:r>
            <a:r>
              <a:rPr sz="1200" spc="275" dirty="0">
                <a:latin typeface="Century Gothic"/>
                <a:cs typeface="Century Gothic"/>
              </a:rPr>
              <a:t> </a:t>
            </a:r>
            <a:r>
              <a:rPr sz="1200" spc="-20" dirty="0">
                <a:latin typeface="Century Gothic"/>
                <a:cs typeface="Century Gothic"/>
              </a:rPr>
              <a:t>more </a:t>
            </a:r>
            <a:r>
              <a:rPr sz="1200" spc="10" dirty="0">
                <a:latin typeface="Century Gothic"/>
                <a:cs typeface="Century Gothic"/>
              </a:rPr>
              <a:t>professional</a:t>
            </a:r>
            <a:r>
              <a:rPr sz="1200" spc="210" dirty="0">
                <a:latin typeface="Century Gothic"/>
                <a:cs typeface="Century Gothic"/>
              </a:rPr>
              <a:t> </a:t>
            </a:r>
            <a:r>
              <a:rPr sz="1200" spc="-10" dirty="0">
                <a:latin typeface="Century Gothic"/>
                <a:cs typeface="Century Gothic"/>
              </a:rPr>
              <a:t>touch.</a:t>
            </a:r>
            <a:endParaRPr sz="1200">
              <a:latin typeface="Century Gothic"/>
              <a:cs typeface="Century Gothic"/>
            </a:endParaRPr>
          </a:p>
          <a:p>
            <a:pPr marL="200025" indent="-187325">
              <a:lnSpc>
                <a:spcPct val="100000"/>
              </a:lnSpc>
              <a:spcBef>
                <a:spcPts val="600"/>
              </a:spcBef>
              <a:buAutoNum type="arabicPeriod" startAt="4"/>
              <a:tabLst>
                <a:tab pos="200025" algn="l"/>
              </a:tabLst>
            </a:pPr>
            <a:r>
              <a:rPr sz="1200" b="1" spc="170" dirty="0">
                <a:latin typeface="Calibri"/>
                <a:cs typeface="Calibri"/>
              </a:rPr>
              <a:t>Sending</a:t>
            </a:r>
            <a:r>
              <a:rPr sz="1200" b="1" spc="50" dirty="0">
                <a:latin typeface="Calibri"/>
                <a:cs typeface="Calibri"/>
              </a:rPr>
              <a:t> </a:t>
            </a:r>
            <a:r>
              <a:rPr sz="1200" b="1" spc="110" dirty="0">
                <a:latin typeface="Calibri"/>
                <a:cs typeface="Calibri"/>
              </a:rPr>
              <a:t>online</a:t>
            </a:r>
            <a:endParaRPr sz="1200">
              <a:latin typeface="Calibri"/>
              <a:cs typeface="Calibri"/>
            </a:endParaRPr>
          </a:p>
          <a:p>
            <a:pPr marL="12700" marR="5715" algn="just">
              <a:lnSpc>
                <a:spcPct val="100000"/>
              </a:lnSpc>
              <a:spcBef>
                <a:spcPts val="600"/>
              </a:spcBef>
            </a:pPr>
            <a:r>
              <a:rPr sz="1200" dirty="0">
                <a:latin typeface="Century Gothic"/>
                <a:cs typeface="Century Gothic"/>
              </a:rPr>
              <a:t>Macs</a:t>
            </a:r>
            <a:r>
              <a:rPr sz="1200" spc="220" dirty="0">
                <a:latin typeface="Century Gothic"/>
                <a:cs typeface="Century Gothic"/>
              </a:rPr>
              <a:t> </a:t>
            </a:r>
            <a:r>
              <a:rPr sz="1200" dirty="0">
                <a:latin typeface="Century Gothic"/>
                <a:cs typeface="Century Gothic"/>
              </a:rPr>
              <a:t>and</a:t>
            </a:r>
            <a:r>
              <a:rPr sz="1200" spc="225" dirty="0">
                <a:latin typeface="Century Gothic"/>
                <a:cs typeface="Century Gothic"/>
              </a:rPr>
              <a:t> </a:t>
            </a:r>
            <a:r>
              <a:rPr sz="1200" dirty="0">
                <a:latin typeface="Century Gothic"/>
                <a:cs typeface="Century Gothic"/>
              </a:rPr>
              <a:t>PCs</a:t>
            </a:r>
            <a:r>
              <a:rPr sz="1200" spc="225" dirty="0">
                <a:latin typeface="Century Gothic"/>
                <a:cs typeface="Century Gothic"/>
              </a:rPr>
              <a:t> </a:t>
            </a:r>
            <a:r>
              <a:rPr sz="1200" dirty="0">
                <a:latin typeface="Century Gothic"/>
                <a:cs typeface="Century Gothic"/>
              </a:rPr>
              <a:t>haven’t</a:t>
            </a:r>
            <a:r>
              <a:rPr sz="1200" spc="235" dirty="0">
                <a:latin typeface="Century Gothic"/>
                <a:cs typeface="Century Gothic"/>
              </a:rPr>
              <a:t> </a:t>
            </a:r>
            <a:r>
              <a:rPr sz="1200" dirty="0">
                <a:latin typeface="Century Gothic"/>
                <a:cs typeface="Century Gothic"/>
              </a:rPr>
              <a:t>quite</a:t>
            </a:r>
            <a:r>
              <a:rPr sz="1200" spc="215" dirty="0">
                <a:latin typeface="Century Gothic"/>
                <a:cs typeface="Century Gothic"/>
              </a:rPr>
              <a:t> </a:t>
            </a:r>
            <a:r>
              <a:rPr sz="1200" dirty="0">
                <a:latin typeface="Century Gothic"/>
                <a:cs typeface="Century Gothic"/>
              </a:rPr>
              <a:t>learnt</a:t>
            </a:r>
            <a:r>
              <a:rPr sz="1200" spc="235" dirty="0">
                <a:latin typeface="Century Gothic"/>
                <a:cs typeface="Century Gothic"/>
              </a:rPr>
              <a:t> </a:t>
            </a:r>
            <a:r>
              <a:rPr sz="1200" dirty="0">
                <a:latin typeface="Century Gothic"/>
                <a:cs typeface="Century Gothic"/>
              </a:rPr>
              <a:t>to</a:t>
            </a:r>
            <a:r>
              <a:rPr sz="1200" spc="229" dirty="0">
                <a:latin typeface="Century Gothic"/>
                <a:cs typeface="Century Gothic"/>
              </a:rPr>
              <a:t> </a:t>
            </a:r>
            <a:r>
              <a:rPr sz="1200" spc="55" dirty="0">
                <a:latin typeface="Century Gothic"/>
                <a:cs typeface="Century Gothic"/>
              </a:rPr>
              <a:t>work</a:t>
            </a:r>
            <a:r>
              <a:rPr sz="1200" spc="225" dirty="0">
                <a:latin typeface="Century Gothic"/>
                <a:cs typeface="Century Gothic"/>
              </a:rPr>
              <a:t> </a:t>
            </a:r>
            <a:r>
              <a:rPr sz="1200" spc="75" dirty="0">
                <a:latin typeface="Century Gothic"/>
                <a:cs typeface="Century Gothic"/>
              </a:rPr>
              <a:t>in</a:t>
            </a:r>
            <a:r>
              <a:rPr sz="1200" spc="229" dirty="0">
                <a:latin typeface="Century Gothic"/>
                <a:cs typeface="Century Gothic"/>
              </a:rPr>
              <a:t> </a:t>
            </a:r>
            <a:r>
              <a:rPr sz="1200" dirty="0">
                <a:latin typeface="Century Gothic"/>
                <a:cs typeface="Century Gothic"/>
              </a:rPr>
              <a:t>total</a:t>
            </a:r>
            <a:r>
              <a:rPr sz="1200" spc="225" dirty="0">
                <a:latin typeface="Century Gothic"/>
                <a:cs typeface="Century Gothic"/>
              </a:rPr>
              <a:t> </a:t>
            </a:r>
            <a:r>
              <a:rPr sz="1200" dirty="0">
                <a:latin typeface="Century Gothic"/>
                <a:cs typeface="Century Gothic"/>
              </a:rPr>
              <a:t>harmony</a:t>
            </a:r>
            <a:r>
              <a:rPr sz="1200" spc="220" dirty="0">
                <a:latin typeface="Century Gothic"/>
                <a:cs typeface="Century Gothic"/>
              </a:rPr>
              <a:t> </a:t>
            </a:r>
            <a:r>
              <a:rPr sz="1200" dirty="0">
                <a:latin typeface="Century Gothic"/>
                <a:cs typeface="Century Gothic"/>
              </a:rPr>
              <a:t>yet,</a:t>
            </a:r>
            <a:r>
              <a:rPr sz="1200" spc="215" dirty="0">
                <a:latin typeface="Century Gothic"/>
                <a:cs typeface="Century Gothic"/>
              </a:rPr>
              <a:t> </a:t>
            </a:r>
            <a:r>
              <a:rPr sz="1200" dirty="0">
                <a:latin typeface="Century Gothic"/>
                <a:cs typeface="Century Gothic"/>
              </a:rPr>
              <a:t>and</a:t>
            </a:r>
            <a:r>
              <a:rPr sz="1200" spc="225" dirty="0">
                <a:latin typeface="Century Gothic"/>
                <a:cs typeface="Century Gothic"/>
              </a:rPr>
              <a:t> </a:t>
            </a:r>
            <a:r>
              <a:rPr sz="1200" dirty="0">
                <a:latin typeface="Century Gothic"/>
                <a:cs typeface="Century Gothic"/>
              </a:rPr>
              <a:t>the</a:t>
            </a:r>
            <a:r>
              <a:rPr sz="1200" spc="220" dirty="0">
                <a:latin typeface="Century Gothic"/>
                <a:cs typeface="Century Gothic"/>
              </a:rPr>
              <a:t> </a:t>
            </a:r>
            <a:r>
              <a:rPr sz="1200" spc="-20" dirty="0">
                <a:latin typeface="Century Gothic"/>
                <a:cs typeface="Century Gothic"/>
              </a:rPr>
              <a:t>last </a:t>
            </a:r>
            <a:r>
              <a:rPr sz="1200" spc="60" dirty="0">
                <a:latin typeface="Century Gothic"/>
                <a:cs typeface="Century Gothic"/>
              </a:rPr>
              <a:t>thing</a:t>
            </a:r>
            <a:r>
              <a:rPr sz="1200" spc="240" dirty="0">
                <a:latin typeface="Century Gothic"/>
                <a:cs typeface="Century Gothic"/>
              </a:rPr>
              <a:t> </a:t>
            </a:r>
            <a:r>
              <a:rPr sz="1200" dirty="0">
                <a:latin typeface="Century Gothic"/>
                <a:cs typeface="Century Gothic"/>
              </a:rPr>
              <a:t>you</a:t>
            </a:r>
            <a:r>
              <a:rPr sz="1200" spc="235" dirty="0">
                <a:latin typeface="Century Gothic"/>
                <a:cs typeface="Century Gothic"/>
              </a:rPr>
              <a:t> </a:t>
            </a:r>
            <a:r>
              <a:rPr sz="1200" dirty="0">
                <a:latin typeface="Century Gothic"/>
                <a:cs typeface="Century Gothic"/>
              </a:rPr>
              <a:t>want</a:t>
            </a:r>
            <a:r>
              <a:rPr sz="1200" spc="240" dirty="0">
                <a:latin typeface="Century Gothic"/>
                <a:cs typeface="Century Gothic"/>
              </a:rPr>
              <a:t> </a:t>
            </a:r>
            <a:r>
              <a:rPr sz="1200" spc="100" dirty="0">
                <a:latin typeface="Century Gothic"/>
                <a:cs typeface="Century Gothic"/>
              </a:rPr>
              <a:t>is</a:t>
            </a:r>
            <a:r>
              <a:rPr sz="1200" spc="240" dirty="0">
                <a:latin typeface="Century Gothic"/>
                <a:cs typeface="Century Gothic"/>
              </a:rPr>
              <a:t> </a:t>
            </a:r>
            <a:r>
              <a:rPr sz="1200" dirty="0">
                <a:latin typeface="Century Gothic"/>
                <a:cs typeface="Century Gothic"/>
              </a:rPr>
              <a:t>the</a:t>
            </a:r>
            <a:r>
              <a:rPr sz="1200" spc="235" dirty="0">
                <a:latin typeface="Century Gothic"/>
                <a:cs typeface="Century Gothic"/>
              </a:rPr>
              <a:t> </a:t>
            </a:r>
            <a:r>
              <a:rPr sz="1200" dirty="0">
                <a:latin typeface="Century Gothic"/>
                <a:cs typeface="Century Gothic"/>
              </a:rPr>
              <a:t>recruiter</a:t>
            </a:r>
            <a:r>
              <a:rPr sz="1200" spc="235" dirty="0">
                <a:latin typeface="Century Gothic"/>
                <a:cs typeface="Century Gothic"/>
              </a:rPr>
              <a:t> </a:t>
            </a:r>
            <a:r>
              <a:rPr sz="1200" dirty="0">
                <a:latin typeface="Century Gothic"/>
                <a:cs typeface="Century Gothic"/>
              </a:rPr>
              <a:t>being</a:t>
            </a:r>
            <a:r>
              <a:rPr sz="1200" spc="260" dirty="0">
                <a:latin typeface="Century Gothic"/>
                <a:cs typeface="Century Gothic"/>
              </a:rPr>
              <a:t> </a:t>
            </a:r>
            <a:r>
              <a:rPr sz="1200" dirty="0">
                <a:latin typeface="Century Gothic"/>
                <a:cs typeface="Century Gothic"/>
              </a:rPr>
              <a:t>unable</a:t>
            </a:r>
            <a:r>
              <a:rPr sz="1200" spc="235" dirty="0">
                <a:latin typeface="Century Gothic"/>
                <a:cs typeface="Century Gothic"/>
              </a:rPr>
              <a:t> </a:t>
            </a:r>
            <a:r>
              <a:rPr sz="1200" dirty="0">
                <a:latin typeface="Century Gothic"/>
                <a:cs typeface="Century Gothic"/>
              </a:rPr>
              <a:t>to</a:t>
            </a:r>
            <a:r>
              <a:rPr sz="1200" spc="240" dirty="0">
                <a:latin typeface="Century Gothic"/>
                <a:cs typeface="Century Gothic"/>
              </a:rPr>
              <a:t> </a:t>
            </a:r>
            <a:r>
              <a:rPr sz="1200" dirty="0">
                <a:latin typeface="Century Gothic"/>
                <a:cs typeface="Century Gothic"/>
              </a:rPr>
              <a:t>open</a:t>
            </a:r>
            <a:r>
              <a:rPr sz="1200" spc="240" dirty="0">
                <a:latin typeface="Century Gothic"/>
                <a:cs typeface="Century Gothic"/>
              </a:rPr>
              <a:t> </a:t>
            </a:r>
            <a:r>
              <a:rPr sz="1200" dirty="0">
                <a:latin typeface="Century Gothic"/>
                <a:cs typeface="Century Gothic"/>
              </a:rPr>
              <a:t>your</a:t>
            </a:r>
            <a:r>
              <a:rPr sz="1200" spc="235" dirty="0">
                <a:latin typeface="Century Gothic"/>
                <a:cs typeface="Century Gothic"/>
              </a:rPr>
              <a:t> </a:t>
            </a:r>
            <a:r>
              <a:rPr sz="1200" dirty="0">
                <a:latin typeface="Century Gothic"/>
                <a:cs typeface="Century Gothic"/>
              </a:rPr>
              <a:t>document.</a:t>
            </a:r>
            <a:r>
              <a:rPr sz="1200" spc="235" dirty="0">
                <a:latin typeface="Century Gothic"/>
                <a:cs typeface="Century Gothic"/>
              </a:rPr>
              <a:t> </a:t>
            </a:r>
            <a:r>
              <a:rPr sz="1200" spc="-10" dirty="0">
                <a:latin typeface="Century Gothic"/>
                <a:cs typeface="Century Gothic"/>
              </a:rPr>
              <a:t>Instead </a:t>
            </a:r>
            <a:r>
              <a:rPr sz="1200" dirty="0">
                <a:latin typeface="Century Gothic"/>
                <a:cs typeface="Century Gothic"/>
              </a:rPr>
              <a:t>save</a:t>
            </a:r>
            <a:r>
              <a:rPr sz="1200" spc="90" dirty="0">
                <a:latin typeface="Century Gothic"/>
                <a:cs typeface="Century Gothic"/>
              </a:rPr>
              <a:t> </a:t>
            </a:r>
            <a:r>
              <a:rPr sz="1200" dirty="0">
                <a:latin typeface="Century Gothic"/>
                <a:cs typeface="Century Gothic"/>
              </a:rPr>
              <a:t>your</a:t>
            </a:r>
            <a:r>
              <a:rPr sz="1200" spc="100" dirty="0">
                <a:latin typeface="Century Gothic"/>
                <a:cs typeface="Century Gothic"/>
              </a:rPr>
              <a:t> </a:t>
            </a:r>
            <a:r>
              <a:rPr sz="1200" dirty="0">
                <a:latin typeface="Century Gothic"/>
                <a:cs typeface="Century Gothic"/>
              </a:rPr>
              <a:t>final</a:t>
            </a:r>
            <a:r>
              <a:rPr sz="1200" spc="100" dirty="0">
                <a:latin typeface="Century Gothic"/>
                <a:cs typeface="Century Gothic"/>
              </a:rPr>
              <a:t> </a:t>
            </a:r>
            <a:r>
              <a:rPr sz="1200" spc="-20" dirty="0">
                <a:latin typeface="Century Gothic"/>
                <a:cs typeface="Century Gothic"/>
              </a:rPr>
              <a:t>C.V</a:t>
            </a:r>
            <a:r>
              <a:rPr sz="1200" spc="105" dirty="0">
                <a:latin typeface="Century Gothic"/>
                <a:cs typeface="Century Gothic"/>
              </a:rPr>
              <a:t> </a:t>
            </a:r>
            <a:r>
              <a:rPr sz="1200" dirty="0">
                <a:latin typeface="Century Gothic"/>
                <a:cs typeface="Century Gothic"/>
              </a:rPr>
              <a:t>as</a:t>
            </a:r>
            <a:r>
              <a:rPr sz="1200" spc="100" dirty="0">
                <a:latin typeface="Century Gothic"/>
                <a:cs typeface="Century Gothic"/>
              </a:rPr>
              <a:t> </a:t>
            </a:r>
            <a:r>
              <a:rPr sz="1200" dirty="0">
                <a:latin typeface="Century Gothic"/>
                <a:cs typeface="Century Gothic"/>
              </a:rPr>
              <a:t>a</a:t>
            </a:r>
            <a:r>
              <a:rPr sz="1200" spc="95" dirty="0">
                <a:latin typeface="Century Gothic"/>
                <a:cs typeface="Century Gothic"/>
              </a:rPr>
              <a:t> </a:t>
            </a:r>
            <a:r>
              <a:rPr sz="1200" dirty="0">
                <a:latin typeface="Century Gothic"/>
                <a:cs typeface="Century Gothic"/>
              </a:rPr>
              <a:t>pdf</a:t>
            </a:r>
            <a:r>
              <a:rPr sz="1200" spc="100" dirty="0">
                <a:latin typeface="Century Gothic"/>
                <a:cs typeface="Century Gothic"/>
              </a:rPr>
              <a:t> </a:t>
            </a:r>
            <a:r>
              <a:rPr sz="1200" dirty="0">
                <a:latin typeface="Century Gothic"/>
                <a:cs typeface="Century Gothic"/>
              </a:rPr>
              <a:t>file;</a:t>
            </a:r>
            <a:r>
              <a:rPr sz="1200" spc="100" dirty="0">
                <a:latin typeface="Century Gothic"/>
                <a:cs typeface="Century Gothic"/>
              </a:rPr>
              <a:t> </a:t>
            </a:r>
            <a:r>
              <a:rPr sz="1200" dirty="0">
                <a:latin typeface="Century Gothic"/>
                <a:cs typeface="Century Gothic"/>
              </a:rPr>
              <a:t>that</a:t>
            </a:r>
            <a:r>
              <a:rPr sz="1200" spc="105" dirty="0">
                <a:latin typeface="Century Gothic"/>
                <a:cs typeface="Century Gothic"/>
              </a:rPr>
              <a:t> </a:t>
            </a:r>
            <a:r>
              <a:rPr sz="1200" dirty="0">
                <a:latin typeface="Century Gothic"/>
                <a:cs typeface="Century Gothic"/>
              </a:rPr>
              <a:t>way</a:t>
            </a:r>
            <a:r>
              <a:rPr sz="1200" spc="100" dirty="0">
                <a:latin typeface="Century Gothic"/>
                <a:cs typeface="Century Gothic"/>
              </a:rPr>
              <a:t> </a:t>
            </a:r>
            <a:r>
              <a:rPr sz="1200" dirty="0">
                <a:latin typeface="Century Gothic"/>
                <a:cs typeface="Century Gothic"/>
              </a:rPr>
              <a:t>you</a:t>
            </a:r>
            <a:r>
              <a:rPr sz="1200" spc="110" dirty="0">
                <a:latin typeface="Century Gothic"/>
                <a:cs typeface="Century Gothic"/>
              </a:rPr>
              <a:t> </a:t>
            </a:r>
            <a:r>
              <a:rPr sz="1200" dirty="0">
                <a:latin typeface="Century Gothic"/>
                <a:cs typeface="Century Gothic"/>
              </a:rPr>
              <a:t>know</a:t>
            </a:r>
            <a:r>
              <a:rPr sz="1200" spc="100" dirty="0">
                <a:latin typeface="Century Gothic"/>
                <a:cs typeface="Century Gothic"/>
              </a:rPr>
              <a:t> </a:t>
            </a:r>
            <a:r>
              <a:rPr sz="1200" dirty="0">
                <a:latin typeface="Century Gothic"/>
                <a:cs typeface="Century Gothic"/>
              </a:rPr>
              <a:t>they’ll</a:t>
            </a:r>
            <a:r>
              <a:rPr sz="1200" spc="85" dirty="0">
                <a:latin typeface="Century Gothic"/>
                <a:cs typeface="Century Gothic"/>
              </a:rPr>
              <a:t> </a:t>
            </a:r>
            <a:r>
              <a:rPr sz="1200" dirty="0">
                <a:latin typeface="Century Gothic"/>
                <a:cs typeface="Century Gothic"/>
              </a:rPr>
              <a:t>be</a:t>
            </a:r>
            <a:r>
              <a:rPr sz="1200" spc="95" dirty="0">
                <a:latin typeface="Century Gothic"/>
                <a:cs typeface="Century Gothic"/>
              </a:rPr>
              <a:t> </a:t>
            </a:r>
            <a:r>
              <a:rPr sz="1200" dirty="0">
                <a:latin typeface="Century Gothic"/>
                <a:cs typeface="Century Gothic"/>
              </a:rPr>
              <a:t>able</a:t>
            </a:r>
            <a:r>
              <a:rPr sz="1200" spc="95" dirty="0">
                <a:latin typeface="Century Gothic"/>
                <a:cs typeface="Century Gothic"/>
              </a:rPr>
              <a:t> </a:t>
            </a:r>
            <a:r>
              <a:rPr sz="1200" dirty="0">
                <a:latin typeface="Century Gothic"/>
                <a:cs typeface="Century Gothic"/>
              </a:rPr>
              <a:t>to</a:t>
            </a:r>
            <a:r>
              <a:rPr sz="1200" spc="105" dirty="0">
                <a:latin typeface="Century Gothic"/>
                <a:cs typeface="Century Gothic"/>
              </a:rPr>
              <a:t> </a:t>
            </a:r>
            <a:r>
              <a:rPr sz="1200" dirty="0">
                <a:latin typeface="Century Gothic"/>
                <a:cs typeface="Century Gothic"/>
              </a:rPr>
              <a:t>open</a:t>
            </a:r>
            <a:r>
              <a:rPr sz="1200" spc="105" dirty="0">
                <a:latin typeface="Century Gothic"/>
                <a:cs typeface="Century Gothic"/>
              </a:rPr>
              <a:t> </a:t>
            </a:r>
            <a:r>
              <a:rPr sz="1200" spc="75" dirty="0">
                <a:latin typeface="Century Gothic"/>
                <a:cs typeface="Century Gothic"/>
              </a:rPr>
              <a:t>it</a:t>
            </a:r>
            <a:r>
              <a:rPr sz="1200" spc="105" dirty="0">
                <a:latin typeface="Century Gothic"/>
                <a:cs typeface="Century Gothic"/>
              </a:rPr>
              <a:t> </a:t>
            </a:r>
            <a:r>
              <a:rPr sz="1200" spc="-25" dirty="0">
                <a:latin typeface="Century Gothic"/>
                <a:cs typeface="Century Gothic"/>
              </a:rPr>
              <a:t>on </a:t>
            </a:r>
            <a:r>
              <a:rPr sz="1200" dirty="0">
                <a:latin typeface="Century Gothic"/>
                <a:cs typeface="Century Gothic"/>
              </a:rPr>
              <a:t>any</a:t>
            </a:r>
            <a:r>
              <a:rPr sz="1200" spc="-60" dirty="0">
                <a:latin typeface="Century Gothic"/>
                <a:cs typeface="Century Gothic"/>
              </a:rPr>
              <a:t> </a:t>
            </a:r>
            <a:r>
              <a:rPr sz="1200" spc="-10" dirty="0">
                <a:latin typeface="Century Gothic"/>
                <a:cs typeface="Century Gothic"/>
              </a:rPr>
              <a:t>device.</a:t>
            </a:r>
            <a:endParaRPr sz="1200">
              <a:latin typeface="Century Gothic"/>
              <a:cs typeface="Century Gothic"/>
            </a:endParaRPr>
          </a:p>
          <a:p>
            <a:pPr marL="186055" indent="-173355">
              <a:lnSpc>
                <a:spcPct val="100000"/>
              </a:lnSpc>
              <a:spcBef>
                <a:spcPts val="600"/>
              </a:spcBef>
              <a:buAutoNum type="arabicPeriod" startAt="5"/>
              <a:tabLst>
                <a:tab pos="186055" algn="l"/>
              </a:tabLst>
            </a:pPr>
            <a:r>
              <a:rPr sz="1200" b="1" spc="125" dirty="0">
                <a:latin typeface="Calibri"/>
                <a:cs typeface="Calibri"/>
              </a:rPr>
              <a:t>Proofread</a:t>
            </a:r>
            <a:endParaRPr sz="1200">
              <a:latin typeface="Calibri"/>
              <a:cs typeface="Calibri"/>
            </a:endParaRPr>
          </a:p>
          <a:p>
            <a:pPr marL="12700" marR="6350" algn="just">
              <a:lnSpc>
                <a:spcPct val="100000"/>
              </a:lnSpc>
              <a:spcBef>
                <a:spcPts val="600"/>
              </a:spcBef>
            </a:pPr>
            <a:r>
              <a:rPr sz="1200" dirty="0">
                <a:latin typeface="Century Gothic"/>
                <a:cs typeface="Century Gothic"/>
              </a:rPr>
              <a:t>Once</a:t>
            </a:r>
            <a:r>
              <a:rPr sz="1200" spc="220" dirty="0">
                <a:latin typeface="Century Gothic"/>
                <a:cs typeface="Century Gothic"/>
              </a:rPr>
              <a:t> </a:t>
            </a:r>
            <a:r>
              <a:rPr sz="1200" dirty="0">
                <a:latin typeface="Century Gothic"/>
                <a:cs typeface="Century Gothic"/>
              </a:rPr>
              <a:t>you’ve</a:t>
            </a:r>
            <a:r>
              <a:rPr sz="1200" spc="220" dirty="0">
                <a:latin typeface="Century Gothic"/>
                <a:cs typeface="Century Gothic"/>
              </a:rPr>
              <a:t> </a:t>
            </a:r>
            <a:r>
              <a:rPr sz="1200" spc="55" dirty="0">
                <a:latin typeface="Century Gothic"/>
                <a:cs typeface="Century Gothic"/>
              </a:rPr>
              <a:t>written</a:t>
            </a:r>
            <a:r>
              <a:rPr sz="1200" spc="229" dirty="0">
                <a:latin typeface="Century Gothic"/>
                <a:cs typeface="Century Gothic"/>
              </a:rPr>
              <a:t> </a:t>
            </a:r>
            <a:r>
              <a:rPr sz="1200" dirty="0">
                <a:latin typeface="Century Gothic"/>
                <a:cs typeface="Century Gothic"/>
              </a:rPr>
              <a:t>your</a:t>
            </a:r>
            <a:r>
              <a:rPr sz="1200" spc="225" dirty="0">
                <a:latin typeface="Century Gothic"/>
                <a:cs typeface="Century Gothic"/>
              </a:rPr>
              <a:t> </a:t>
            </a:r>
            <a:r>
              <a:rPr sz="1200" dirty="0">
                <a:latin typeface="Century Gothic"/>
                <a:cs typeface="Century Gothic"/>
              </a:rPr>
              <a:t>letter,</a:t>
            </a:r>
            <a:r>
              <a:rPr sz="1200" spc="210" dirty="0">
                <a:latin typeface="Century Gothic"/>
                <a:cs typeface="Century Gothic"/>
              </a:rPr>
              <a:t> </a:t>
            </a:r>
            <a:r>
              <a:rPr sz="1200" dirty="0">
                <a:latin typeface="Century Gothic"/>
                <a:cs typeface="Century Gothic"/>
              </a:rPr>
              <a:t>check</a:t>
            </a:r>
            <a:r>
              <a:rPr sz="1200" spc="225" dirty="0">
                <a:latin typeface="Century Gothic"/>
                <a:cs typeface="Century Gothic"/>
              </a:rPr>
              <a:t> </a:t>
            </a:r>
            <a:r>
              <a:rPr sz="1200" spc="75" dirty="0">
                <a:latin typeface="Century Gothic"/>
                <a:cs typeface="Century Gothic"/>
              </a:rPr>
              <a:t>it</a:t>
            </a:r>
            <a:r>
              <a:rPr sz="1200" spc="235" dirty="0">
                <a:latin typeface="Century Gothic"/>
                <a:cs typeface="Century Gothic"/>
              </a:rPr>
              <a:t> </a:t>
            </a:r>
            <a:r>
              <a:rPr sz="1200" dirty="0">
                <a:latin typeface="Century Gothic"/>
                <a:cs typeface="Century Gothic"/>
              </a:rPr>
              <a:t>over</a:t>
            </a:r>
            <a:r>
              <a:rPr sz="1200" spc="210" dirty="0">
                <a:latin typeface="Century Gothic"/>
                <a:cs typeface="Century Gothic"/>
              </a:rPr>
              <a:t> </a:t>
            </a:r>
            <a:r>
              <a:rPr sz="1200" dirty="0">
                <a:latin typeface="Century Gothic"/>
                <a:cs typeface="Century Gothic"/>
              </a:rPr>
              <a:t>for</a:t>
            </a:r>
            <a:r>
              <a:rPr sz="1200" spc="210" dirty="0">
                <a:latin typeface="Century Gothic"/>
                <a:cs typeface="Century Gothic"/>
              </a:rPr>
              <a:t> </a:t>
            </a:r>
            <a:r>
              <a:rPr sz="1200" spc="60" dirty="0">
                <a:latin typeface="Century Gothic"/>
                <a:cs typeface="Century Gothic"/>
              </a:rPr>
              <a:t>mistakes</a:t>
            </a:r>
            <a:r>
              <a:rPr sz="1200" spc="225" dirty="0">
                <a:latin typeface="Century Gothic"/>
                <a:cs typeface="Century Gothic"/>
              </a:rPr>
              <a:t> </a:t>
            </a:r>
            <a:r>
              <a:rPr sz="1200" dirty="0">
                <a:latin typeface="Century Gothic"/>
                <a:cs typeface="Century Gothic"/>
              </a:rPr>
              <a:t>and</a:t>
            </a:r>
            <a:r>
              <a:rPr sz="1200" spc="225" dirty="0">
                <a:latin typeface="Century Gothic"/>
                <a:cs typeface="Century Gothic"/>
              </a:rPr>
              <a:t> </a:t>
            </a:r>
            <a:r>
              <a:rPr sz="1200" dirty="0">
                <a:latin typeface="Century Gothic"/>
                <a:cs typeface="Century Gothic"/>
              </a:rPr>
              <a:t>perhaps</a:t>
            </a:r>
            <a:r>
              <a:rPr sz="1200" spc="225" dirty="0">
                <a:latin typeface="Century Gothic"/>
                <a:cs typeface="Century Gothic"/>
              </a:rPr>
              <a:t> </a:t>
            </a:r>
            <a:r>
              <a:rPr sz="1200" spc="-20" dirty="0">
                <a:latin typeface="Century Gothic"/>
                <a:cs typeface="Century Gothic"/>
              </a:rPr>
              <a:t>even </a:t>
            </a:r>
            <a:r>
              <a:rPr sz="1200" spc="-10" dirty="0">
                <a:latin typeface="Century Gothic"/>
                <a:cs typeface="Century Gothic"/>
              </a:rPr>
              <a:t>have</a:t>
            </a:r>
            <a:r>
              <a:rPr sz="1200" spc="25" dirty="0">
                <a:latin typeface="Century Gothic"/>
                <a:cs typeface="Century Gothic"/>
              </a:rPr>
              <a:t> </a:t>
            </a:r>
            <a:r>
              <a:rPr sz="1200" dirty="0">
                <a:latin typeface="Century Gothic"/>
                <a:cs typeface="Century Gothic"/>
              </a:rPr>
              <a:t>someone</a:t>
            </a:r>
            <a:r>
              <a:rPr sz="1200" spc="30" dirty="0">
                <a:latin typeface="Century Gothic"/>
                <a:cs typeface="Century Gothic"/>
              </a:rPr>
              <a:t> </a:t>
            </a:r>
            <a:r>
              <a:rPr sz="1200" dirty="0">
                <a:latin typeface="Century Gothic"/>
                <a:cs typeface="Century Gothic"/>
              </a:rPr>
              <a:t>else</a:t>
            </a:r>
            <a:r>
              <a:rPr sz="1200" spc="40" dirty="0">
                <a:latin typeface="Century Gothic"/>
                <a:cs typeface="Century Gothic"/>
              </a:rPr>
              <a:t> </a:t>
            </a:r>
            <a:r>
              <a:rPr sz="1200" dirty="0">
                <a:latin typeface="Century Gothic"/>
                <a:cs typeface="Century Gothic"/>
              </a:rPr>
              <a:t>read</a:t>
            </a:r>
            <a:r>
              <a:rPr sz="1200" spc="40" dirty="0">
                <a:latin typeface="Century Gothic"/>
                <a:cs typeface="Century Gothic"/>
              </a:rPr>
              <a:t> </a:t>
            </a:r>
            <a:r>
              <a:rPr sz="1200" spc="75" dirty="0">
                <a:latin typeface="Century Gothic"/>
                <a:cs typeface="Century Gothic"/>
              </a:rPr>
              <a:t>it</a:t>
            </a:r>
            <a:r>
              <a:rPr sz="1200" spc="35" dirty="0">
                <a:latin typeface="Century Gothic"/>
                <a:cs typeface="Century Gothic"/>
              </a:rPr>
              <a:t> </a:t>
            </a:r>
            <a:r>
              <a:rPr sz="1200" dirty="0">
                <a:latin typeface="Century Gothic"/>
                <a:cs typeface="Century Gothic"/>
              </a:rPr>
              <a:t>over</a:t>
            </a:r>
            <a:r>
              <a:rPr sz="1200" spc="35" dirty="0">
                <a:latin typeface="Century Gothic"/>
                <a:cs typeface="Century Gothic"/>
              </a:rPr>
              <a:t> </a:t>
            </a:r>
            <a:r>
              <a:rPr sz="1200" dirty="0">
                <a:latin typeface="Century Gothic"/>
                <a:cs typeface="Century Gothic"/>
              </a:rPr>
              <a:t>too.</a:t>
            </a:r>
            <a:r>
              <a:rPr sz="1200" spc="30" dirty="0">
                <a:latin typeface="Century Gothic"/>
                <a:cs typeface="Century Gothic"/>
              </a:rPr>
              <a:t> </a:t>
            </a:r>
            <a:r>
              <a:rPr sz="1200" spc="45" dirty="0">
                <a:latin typeface="Century Gothic"/>
                <a:cs typeface="Century Gothic"/>
              </a:rPr>
              <a:t>Recruiters</a:t>
            </a:r>
            <a:r>
              <a:rPr sz="1200" spc="35" dirty="0">
                <a:latin typeface="Century Gothic"/>
                <a:cs typeface="Century Gothic"/>
              </a:rPr>
              <a:t> </a:t>
            </a:r>
            <a:r>
              <a:rPr sz="1200" dirty="0">
                <a:latin typeface="Century Gothic"/>
                <a:cs typeface="Century Gothic"/>
              </a:rPr>
              <a:t>aren’t</a:t>
            </a:r>
            <a:r>
              <a:rPr sz="1200" spc="40" dirty="0">
                <a:latin typeface="Century Gothic"/>
                <a:cs typeface="Century Gothic"/>
              </a:rPr>
              <a:t> </a:t>
            </a:r>
            <a:r>
              <a:rPr sz="1200" dirty="0">
                <a:latin typeface="Century Gothic"/>
                <a:cs typeface="Century Gothic"/>
              </a:rPr>
              <a:t>going</a:t>
            </a:r>
            <a:r>
              <a:rPr sz="1200" spc="25" dirty="0">
                <a:latin typeface="Century Gothic"/>
                <a:cs typeface="Century Gothic"/>
              </a:rPr>
              <a:t> </a:t>
            </a:r>
            <a:r>
              <a:rPr sz="1200" dirty="0">
                <a:latin typeface="Century Gothic"/>
                <a:cs typeface="Century Gothic"/>
              </a:rPr>
              <a:t>to</a:t>
            </a:r>
            <a:r>
              <a:rPr sz="1200" spc="40" dirty="0">
                <a:latin typeface="Century Gothic"/>
                <a:cs typeface="Century Gothic"/>
              </a:rPr>
              <a:t> </a:t>
            </a:r>
            <a:r>
              <a:rPr sz="1200" dirty="0">
                <a:latin typeface="Century Gothic"/>
                <a:cs typeface="Century Gothic"/>
              </a:rPr>
              <a:t>take</a:t>
            </a:r>
            <a:r>
              <a:rPr sz="1200" spc="25" dirty="0">
                <a:latin typeface="Century Gothic"/>
                <a:cs typeface="Century Gothic"/>
              </a:rPr>
              <a:t> </a:t>
            </a:r>
            <a:r>
              <a:rPr sz="1200" dirty="0">
                <a:latin typeface="Century Gothic"/>
                <a:cs typeface="Century Gothic"/>
              </a:rPr>
              <a:t>you</a:t>
            </a:r>
            <a:r>
              <a:rPr sz="1200" spc="30" dirty="0">
                <a:latin typeface="Century Gothic"/>
                <a:cs typeface="Century Gothic"/>
              </a:rPr>
              <a:t> </a:t>
            </a:r>
            <a:r>
              <a:rPr sz="1200" spc="45" dirty="0">
                <a:latin typeface="Century Gothic"/>
                <a:cs typeface="Century Gothic"/>
              </a:rPr>
              <a:t>seriously </a:t>
            </a:r>
            <a:r>
              <a:rPr sz="1200" spc="55" dirty="0">
                <a:latin typeface="Century Gothic"/>
                <a:cs typeface="Century Gothic"/>
              </a:rPr>
              <a:t>if</a:t>
            </a:r>
            <a:r>
              <a:rPr sz="1200" spc="20" dirty="0">
                <a:latin typeface="Century Gothic"/>
                <a:cs typeface="Century Gothic"/>
              </a:rPr>
              <a:t> </a:t>
            </a:r>
            <a:r>
              <a:rPr sz="1200" spc="-30" dirty="0">
                <a:latin typeface="Century Gothic"/>
                <a:cs typeface="Century Gothic"/>
              </a:rPr>
              <a:t>you’ve</a:t>
            </a:r>
            <a:r>
              <a:rPr sz="1200" spc="25" dirty="0">
                <a:latin typeface="Century Gothic"/>
                <a:cs typeface="Century Gothic"/>
              </a:rPr>
              <a:t> </a:t>
            </a:r>
            <a:r>
              <a:rPr sz="1200" dirty="0">
                <a:latin typeface="Century Gothic"/>
                <a:cs typeface="Century Gothic"/>
              </a:rPr>
              <a:t>made</a:t>
            </a:r>
            <a:r>
              <a:rPr sz="1200" spc="30" dirty="0">
                <a:latin typeface="Century Gothic"/>
                <a:cs typeface="Century Gothic"/>
              </a:rPr>
              <a:t> </a:t>
            </a:r>
            <a:r>
              <a:rPr sz="1200" spc="75" dirty="0">
                <a:latin typeface="Century Gothic"/>
                <a:cs typeface="Century Gothic"/>
              </a:rPr>
              <a:t>silly</a:t>
            </a:r>
            <a:r>
              <a:rPr sz="1200" spc="25" dirty="0">
                <a:latin typeface="Century Gothic"/>
                <a:cs typeface="Century Gothic"/>
              </a:rPr>
              <a:t> </a:t>
            </a:r>
            <a:r>
              <a:rPr sz="1200" spc="45" dirty="0">
                <a:latin typeface="Century Gothic"/>
                <a:cs typeface="Century Gothic"/>
              </a:rPr>
              <a:t>spelling</a:t>
            </a:r>
            <a:r>
              <a:rPr sz="1200" spc="10" dirty="0">
                <a:latin typeface="Century Gothic"/>
                <a:cs typeface="Century Gothic"/>
              </a:rPr>
              <a:t> </a:t>
            </a:r>
            <a:r>
              <a:rPr sz="1200" dirty="0">
                <a:latin typeface="Century Gothic"/>
                <a:cs typeface="Century Gothic"/>
              </a:rPr>
              <a:t>or</a:t>
            </a:r>
            <a:r>
              <a:rPr sz="1200" spc="15" dirty="0">
                <a:latin typeface="Century Gothic"/>
                <a:cs typeface="Century Gothic"/>
              </a:rPr>
              <a:t> </a:t>
            </a:r>
            <a:r>
              <a:rPr sz="1200" dirty="0">
                <a:latin typeface="Century Gothic"/>
                <a:cs typeface="Century Gothic"/>
              </a:rPr>
              <a:t>grammar</a:t>
            </a:r>
            <a:r>
              <a:rPr sz="1200" spc="20" dirty="0">
                <a:latin typeface="Century Gothic"/>
                <a:cs typeface="Century Gothic"/>
              </a:rPr>
              <a:t> </a:t>
            </a:r>
            <a:r>
              <a:rPr sz="1200" spc="-10" dirty="0">
                <a:latin typeface="Century Gothic"/>
                <a:cs typeface="Century Gothic"/>
              </a:rPr>
              <a:t>mistakes.</a:t>
            </a:r>
            <a:endParaRPr sz="1200">
              <a:latin typeface="Century Gothic"/>
              <a:cs typeface="Century Gothic"/>
            </a:endParaRPr>
          </a:p>
          <a:p>
            <a:pPr marL="191770" indent="-179070">
              <a:lnSpc>
                <a:spcPct val="100000"/>
              </a:lnSpc>
              <a:spcBef>
                <a:spcPts val="600"/>
              </a:spcBef>
              <a:buAutoNum type="arabicPeriod" startAt="6"/>
              <a:tabLst>
                <a:tab pos="191770" algn="l"/>
              </a:tabLst>
            </a:pPr>
            <a:r>
              <a:rPr sz="1200" b="1" spc="140" dirty="0">
                <a:latin typeface="Calibri"/>
                <a:cs typeface="Calibri"/>
              </a:rPr>
              <a:t>Avoid</a:t>
            </a:r>
            <a:r>
              <a:rPr sz="1200" b="1" spc="55" dirty="0">
                <a:latin typeface="Calibri"/>
                <a:cs typeface="Calibri"/>
              </a:rPr>
              <a:t> </a:t>
            </a:r>
            <a:r>
              <a:rPr sz="1200" b="1" spc="130" dirty="0">
                <a:latin typeface="Calibri"/>
                <a:cs typeface="Calibri"/>
              </a:rPr>
              <a:t>clichés</a:t>
            </a:r>
            <a:endParaRPr sz="1200">
              <a:latin typeface="Calibri"/>
              <a:cs typeface="Calibri"/>
            </a:endParaRPr>
          </a:p>
          <a:p>
            <a:pPr marL="12700" marR="4348480" indent="177800">
              <a:lnSpc>
                <a:spcPct val="183300"/>
              </a:lnSpc>
              <a:buAutoNum type="arabicPeriod" startAt="6"/>
              <a:tabLst>
                <a:tab pos="190500" algn="l"/>
              </a:tabLst>
            </a:pPr>
            <a:r>
              <a:rPr sz="1200" b="1" spc="150" dirty="0">
                <a:latin typeface="Calibri"/>
                <a:cs typeface="Calibri"/>
              </a:rPr>
              <a:t>Use</a:t>
            </a:r>
            <a:r>
              <a:rPr sz="1200" b="1" spc="95" dirty="0">
                <a:latin typeface="Calibri"/>
                <a:cs typeface="Calibri"/>
              </a:rPr>
              <a:t> </a:t>
            </a:r>
            <a:r>
              <a:rPr sz="1200" b="1" spc="114" dirty="0">
                <a:latin typeface="Calibri"/>
                <a:cs typeface="Calibri"/>
              </a:rPr>
              <a:t>bullet</a:t>
            </a:r>
            <a:r>
              <a:rPr sz="1200" b="1" spc="90" dirty="0">
                <a:latin typeface="Calibri"/>
                <a:cs typeface="Calibri"/>
              </a:rPr>
              <a:t> </a:t>
            </a:r>
            <a:r>
              <a:rPr sz="1200" b="1" spc="120" dirty="0">
                <a:latin typeface="Calibri"/>
                <a:cs typeface="Calibri"/>
              </a:rPr>
              <a:t>points </a:t>
            </a:r>
            <a:r>
              <a:rPr sz="1200" b="1" spc="150" dirty="0">
                <a:latin typeface="Calibri"/>
                <a:cs typeface="Calibri"/>
              </a:rPr>
              <a:t>Cover</a:t>
            </a:r>
            <a:r>
              <a:rPr sz="1200" b="1" spc="60" dirty="0">
                <a:latin typeface="Calibri"/>
                <a:cs typeface="Calibri"/>
              </a:rPr>
              <a:t> </a:t>
            </a:r>
            <a:r>
              <a:rPr sz="1200" b="1" spc="114" dirty="0">
                <a:latin typeface="Calibri"/>
                <a:cs typeface="Calibri"/>
              </a:rPr>
              <a:t>letters</a:t>
            </a:r>
            <a:r>
              <a:rPr sz="1200" b="1" spc="85" dirty="0">
                <a:latin typeface="Calibri"/>
                <a:cs typeface="Calibri"/>
              </a:rPr>
              <a:t> </a:t>
            </a:r>
            <a:r>
              <a:rPr sz="1200" b="1" spc="150" dirty="0">
                <a:latin typeface="Calibri"/>
                <a:cs typeface="Calibri"/>
              </a:rPr>
              <a:t>as</a:t>
            </a:r>
            <a:r>
              <a:rPr sz="1200" b="1" spc="75" dirty="0">
                <a:latin typeface="Calibri"/>
                <a:cs typeface="Calibri"/>
              </a:rPr>
              <a:t> </a:t>
            </a:r>
            <a:r>
              <a:rPr sz="1200" b="1" spc="130" dirty="0">
                <a:latin typeface="Calibri"/>
                <a:cs typeface="Calibri"/>
              </a:rPr>
              <a:t>emails</a:t>
            </a:r>
            <a:endParaRPr sz="1200">
              <a:latin typeface="Calibri"/>
              <a:cs typeface="Calibri"/>
            </a:endParaRPr>
          </a:p>
          <a:p>
            <a:pPr marL="12700" marR="6350" algn="just">
              <a:lnSpc>
                <a:spcPct val="100000"/>
              </a:lnSpc>
              <a:spcBef>
                <a:spcPts val="600"/>
              </a:spcBef>
            </a:pPr>
            <a:r>
              <a:rPr sz="1200" spc="60" dirty="0">
                <a:latin typeface="Century Gothic"/>
                <a:cs typeface="Century Gothic"/>
              </a:rPr>
              <a:t>Sometimes</a:t>
            </a:r>
            <a:r>
              <a:rPr sz="1200" spc="240" dirty="0">
                <a:latin typeface="Century Gothic"/>
                <a:cs typeface="Century Gothic"/>
              </a:rPr>
              <a:t> </a:t>
            </a:r>
            <a:r>
              <a:rPr sz="1200" dirty="0">
                <a:latin typeface="Century Gothic"/>
                <a:cs typeface="Century Gothic"/>
              </a:rPr>
              <a:t>you</a:t>
            </a:r>
            <a:r>
              <a:rPr sz="1200" spc="235" dirty="0">
                <a:latin typeface="Century Gothic"/>
                <a:cs typeface="Century Gothic"/>
              </a:rPr>
              <a:t> </a:t>
            </a:r>
            <a:r>
              <a:rPr sz="1200" spc="75" dirty="0">
                <a:latin typeface="Century Gothic"/>
                <a:cs typeface="Century Gothic"/>
              </a:rPr>
              <a:t>will</a:t>
            </a:r>
            <a:r>
              <a:rPr sz="1200" spc="245" dirty="0">
                <a:latin typeface="Century Gothic"/>
                <a:cs typeface="Century Gothic"/>
              </a:rPr>
              <a:t> </a:t>
            </a:r>
            <a:r>
              <a:rPr sz="1200" dirty="0">
                <a:latin typeface="Century Gothic"/>
                <a:cs typeface="Century Gothic"/>
              </a:rPr>
              <a:t>not</a:t>
            </a:r>
            <a:r>
              <a:rPr sz="1200" spc="229" dirty="0">
                <a:latin typeface="Century Gothic"/>
                <a:cs typeface="Century Gothic"/>
              </a:rPr>
              <a:t> </a:t>
            </a:r>
            <a:r>
              <a:rPr sz="1200" dirty="0">
                <a:latin typeface="Century Gothic"/>
                <a:cs typeface="Century Gothic"/>
              </a:rPr>
              <a:t>be</a:t>
            </a:r>
            <a:r>
              <a:rPr sz="1200" spc="235" dirty="0">
                <a:latin typeface="Century Gothic"/>
                <a:cs typeface="Century Gothic"/>
              </a:rPr>
              <a:t> </a:t>
            </a:r>
            <a:r>
              <a:rPr sz="1200" dirty="0">
                <a:latin typeface="Century Gothic"/>
                <a:cs typeface="Century Gothic"/>
              </a:rPr>
              <a:t>required</a:t>
            </a:r>
            <a:r>
              <a:rPr sz="1200" spc="245" dirty="0">
                <a:latin typeface="Century Gothic"/>
                <a:cs typeface="Century Gothic"/>
              </a:rPr>
              <a:t> </a:t>
            </a:r>
            <a:r>
              <a:rPr sz="1200" dirty="0">
                <a:latin typeface="Century Gothic"/>
                <a:cs typeface="Century Gothic"/>
              </a:rPr>
              <a:t>to</a:t>
            </a:r>
            <a:r>
              <a:rPr sz="1200" spc="229" dirty="0">
                <a:latin typeface="Century Gothic"/>
                <a:cs typeface="Century Gothic"/>
              </a:rPr>
              <a:t> </a:t>
            </a:r>
            <a:r>
              <a:rPr sz="1200" dirty="0">
                <a:latin typeface="Century Gothic"/>
                <a:cs typeface="Century Gothic"/>
              </a:rPr>
              <a:t>attach</a:t>
            </a:r>
            <a:r>
              <a:rPr sz="1200" spc="245" dirty="0">
                <a:latin typeface="Century Gothic"/>
                <a:cs typeface="Century Gothic"/>
              </a:rPr>
              <a:t> </a:t>
            </a:r>
            <a:r>
              <a:rPr sz="1200" dirty="0">
                <a:latin typeface="Century Gothic"/>
                <a:cs typeface="Century Gothic"/>
              </a:rPr>
              <a:t>your</a:t>
            </a:r>
            <a:r>
              <a:rPr sz="1200" spc="235" dirty="0">
                <a:latin typeface="Century Gothic"/>
                <a:cs typeface="Century Gothic"/>
              </a:rPr>
              <a:t> </a:t>
            </a:r>
            <a:r>
              <a:rPr sz="1200" dirty="0">
                <a:latin typeface="Century Gothic"/>
                <a:cs typeface="Century Gothic"/>
              </a:rPr>
              <a:t>cover</a:t>
            </a:r>
            <a:r>
              <a:rPr sz="1200" spc="225" dirty="0">
                <a:latin typeface="Century Gothic"/>
                <a:cs typeface="Century Gothic"/>
              </a:rPr>
              <a:t> </a:t>
            </a:r>
            <a:r>
              <a:rPr sz="1200" dirty="0">
                <a:latin typeface="Century Gothic"/>
                <a:cs typeface="Century Gothic"/>
              </a:rPr>
              <a:t>letter</a:t>
            </a:r>
            <a:r>
              <a:rPr sz="1200" spc="240" dirty="0">
                <a:latin typeface="Century Gothic"/>
                <a:cs typeface="Century Gothic"/>
              </a:rPr>
              <a:t> </a:t>
            </a:r>
            <a:r>
              <a:rPr sz="1200" dirty="0">
                <a:latin typeface="Century Gothic"/>
                <a:cs typeface="Century Gothic"/>
              </a:rPr>
              <a:t>as</a:t>
            </a:r>
            <a:r>
              <a:rPr sz="1200" spc="240" dirty="0">
                <a:latin typeface="Century Gothic"/>
                <a:cs typeface="Century Gothic"/>
              </a:rPr>
              <a:t> </a:t>
            </a:r>
            <a:r>
              <a:rPr sz="1200" dirty="0">
                <a:latin typeface="Century Gothic"/>
                <a:cs typeface="Century Gothic"/>
              </a:rPr>
              <a:t>a</a:t>
            </a:r>
            <a:r>
              <a:rPr sz="1200" spc="245" dirty="0">
                <a:latin typeface="Century Gothic"/>
                <a:cs typeface="Century Gothic"/>
              </a:rPr>
              <a:t> </a:t>
            </a:r>
            <a:r>
              <a:rPr sz="1200" spc="-10" dirty="0">
                <a:latin typeface="Century Gothic"/>
                <a:cs typeface="Century Gothic"/>
              </a:rPr>
              <a:t>separate </a:t>
            </a:r>
            <a:r>
              <a:rPr sz="1200" dirty="0">
                <a:latin typeface="Century Gothic"/>
                <a:cs typeface="Century Gothic"/>
              </a:rPr>
              <a:t>document,</a:t>
            </a:r>
            <a:r>
              <a:rPr sz="1200" spc="105" dirty="0">
                <a:latin typeface="Century Gothic"/>
                <a:cs typeface="Century Gothic"/>
              </a:rPr>
              <a:t> </a:t>
            </a:r>
            <a:r>
              <a:rPr sz="1200" dirty="0">
                <a:latin typeface="Century Gothic"/>
                <a:cs typeface="Century Gothic"/>
              </a:rPr>
              <a:t>but</a:t>
            </a:r>
            <a:r>
              <a:rPr sz="1200" spc="110" dirty="0">
                <a:latin typeface="Century Gothic"/>
                <a:cs typeface="Century Gothic"/>
              </a:rPr>
              <a:t> </a:t>
            </a:r>
            <a:r>
              <a:rPr sz="1200" spc="75" dirty="0">
                <a:latin typeface="Century Gothic"/>
                <a:cs typeface="Century Gothic"/>
              </a:rPr>
              <a:t>will</a:t>
            </a:r>
            <a:r>
              <a:rPr sz="1200" spc="110" dirty="0">
                <a:latin typeface="Century Gothic"/>
                <a:cs typeface="Century Gothic"/>
              </a:rPr>
              <a:t> </a:t>
            </a:r>
            <a:r>
              <a:rPr sz="1200" dirty="0">
                <a:latin typeface="Century Gothic"/>
                <a:cs typeface="Century Gothic"/>
              </a:rPr>
              <a:t>instead</a:t>
            </a:r>
            <a:r>
              <a:rPr sz="1200" spc="110" dirty="0">
                <a:latin typeface="Century Gothic"/>
                <a:cs typeface="Century Gothic"/>
              </a:rPr>
              <a:t> </a:t>
            </a:r>
            <a:r>
              <a:rPr sz="1200" spc="-10" dirty="0">
                <a:latin typeface="Century Gothic"/>
                <a:cs typeface="Century Gothic"/>
              </a:rPr>
              <a:t>have</a:t>
            </a:r>
            <a:r>
              <a:rPr sz="1200" spc="105" dirty="0">
                <a:latin typeface="Century Gothic"/>
                <a:cs typeface="Century Gothic"/>
              </a:rPr>
              <a:t> </a:t>
            </a:r>
            <a:r>
              <a:rPr sz="1200" dirty="0">
                <a:latin typeface="Century Gothic"/>
                <a:cs typeface="Century Gothic"/>
              </a:rPr>
              <a:t>to</a:t>
            </a:r>
            <a:r>
              <a:rPr sz="1200" spc="114" dirty="0">
                <a:latin typeface="Century Gothic"/>
                <a:cs typeface="Century Gothic"/>
              </a:rPr>
              <a:t> </a:t>
            </a:r>
            <a:r>
              <a:rPr sz="1200" dirty="0">
                <a:latin typeface="Century Gothic"/>
                <a:cs typeface="Century Gothic"/>
              </a:rPr>
              <a:t>use</a:t>
            </a:r>
            <a:r>
              <a:rPr sz="1200" spc="125" dirty="0">
                <a:latin typeface="Century Gothic"/>
                <a:cs typeface="Century Gothic"/>
              </a:rPr>
              <a:t> </a:t>
            </a:r>
            <a:r>
              <a:rPr sz="1200" dirty="0">
                <a:latin typeface="Century Gothic"/>
                <a:cs typeface="Century Gothic"/>
              </a:rPr>
              <a:t>the</a:t>
            </a:r>
            <a:r>
              <a:rPr sz="1200" spc="105" dirty="0">
                <a:latin typeface="Century Gothic"/>
                <a:cs typeface="Century Gothic"/>
              </a:rPr>
              <a:t> </a:t>
            </a:r>
            <a:r>
              <a:rPr sz="1200" dirty="0">
                <a:latin typeface="Century Gothic"/>
                <a:cs typeface="Century Gothic"/>
              </a:rPr>
              <a:t>body</a:t>
            </a:r>
            <a:r>
              <a:rPr sz="1200" spc="110" dirty="0">
                <a:latin typeface="Century Gothic"/>
                <a:cs typeface="Century Gothic"/>
              </a:rPr>
              <a:t> </a:t>
            </a:r>
            <a:r>
              <a:rPr sz="1200" dirty="0">
                <a:latin typeface="Century Gothic"/>
                <a:cs typeface="Century Gothic"/>
              </a:rPr>
              <a:t>of</a:t>
            </a:r>
            <a:r>
              <a:rPr sz="1200" spc="110" dirty="0">
                <a:latin typeface="Century Gothic"/>
                <a:cs typeface="Century Gothic"/>
              </a:rPr>
              <a:t> </a:t>
            </a:r>
            <a:r>
              <a:rPr sz="1200" dirty="0">
                <a:latin typeface="Century Gothic"/>
                <a:cs typeface="Century Gothic"/>
              </a:rPr>
              <a:t>an</a:t>
            </a:r>
            <a:r>
              <a:rPr sz="1200" spc="110" dirty="0">
                <a:latin typeface="Century Gothic"/>
                <a:cs typeface="Century Gothic"/>
              </a:rPr>
              <a:t> </a:t>
            </a:r>
            <a:r>
              <a:rPr sz="1200" dirty="0">
                <a:latin typeface="Century Gothic"/>
                <a:cs typeface="Century Gothic"/>
              </a:rPr>
              <a:t>email</a:t>
            </a:r>
            <a:r>
              <a:rPr sz="1200" spc="110" dirty="0">
                <a:latin typeface="Century Gothic"/>
                <a:cs typeface="Century Gothic"/>
              </a:rPr>
              <a:t> </a:t>
            </a:r>
            <a:r>
              <a:rPr sz="1200" dirty="0">
                <a:latin typeface="Century Gothic"/>
                <a:cs typeface="Century Gothic"/>
              </a:rPr>
              <a:t>as</a:t>
            </a:r>
            <a:r>
              <a:rPr sz="1200" spc="114" dirty="0">
                <a:latin typeface="Century Gothic"/>
                <a:cs typeface="Century Gothic"/>
              </a:rPr>
              <a:t> </a:t>
            </a:r>
            <a:r>
              <a:rPr sz="1200" dirty="0">
                <a:latin typeface="Century Gothic"/>
                <a:cs typeface="Century Gothic"/>
              </a:rPr>
              <a:t>your</a:t>
            </a:r>
            <a:r>
              <a:rPr sz="1200" spc="105" dirty="0">
                <a:latin typeface="Century Gothic"/>
                <a:cs typeface="Century Gothic"/>
              </a:rPr>
              <a:t> </a:t>
            </a:r>
            <a:r>
              <a:rPr sz="1200" dirty="0">
                <a:latin typeface="Century Gothic"/>
                <a:cs typeface="Century Gothic"/>
              </a:rPr>
              <a:t>letter—</a:t>
            </a:r>
            <a:r>
              <a:rPr sz="1200" spc="60" dirty="0">
                <a:latin typeface="Century Gothic"/>
                <a:cs typeface="Century Gothic"/>
              </a:rPr>
              <a:t>this </a:t>
            </a:r>
            <a:r>
              <a:rPr sz="1200" spc="-50" dirty="0">
                <a:latin typeface="Century Gothic"/>
                <a:cs typeface="Century Gothic"/>
              </a:rPr>
              <a:t>can</a:t>
            </a:r>
            <a:r>
              <a:rPr sz="1200" spc="55" dirty="0">
                <a:latin typeface="Century Gothic"/>
                <a:cs typeface="Century Gothic"/>
              </a:rPr>
              <a:t> </a:t>
            </a:r>
            <a:r>
              <a:rPr sz="1200" dirty="0">
                <a:latin typeface="Century Gothic"/>
                <a:cs typeface="Century Gothic"/>
              </a:rPr>
              <a:t>often</a:t>
            </a:r>
            <a:r>
              <a:rPr sz="1200" spc="55" dirty="0">
                <a:latin typeface="Century Gothic"/>
                <a:cs typeface="Century Gothic"/>
              </a:rPr>
              <a:t> </a:t>
            </a:r>
            <a:r>
              <a:rPr sz="1200" dirty="0">
                <a:latin typeface="Century Gothic"/>
                <a:cs typeface="Century Gothic"/>
              </a:rPr>
              <a:t>happen</a:t>
            </a:r>
            <a:r>
              <a:rPr sz="1200" spc="55" dirty="0">
                <a:latin typeface="Century Gothic"/>
                <a:cs typeface="Century Gothic"/>
              </a:rPr>
              <a:t> </a:t>
            </a:r>
            <a:r>
              <a:rPr sz="1200" dirty="0">
                <a:latin typeface="Century Gothic"/>
                <a:cs typeface="Century Gothic"/>
              </a:rPr>
              <a:t>when</a:t>
            </a:r>
            <a:r>
              <a:rPr sz="1200" spc="40" dirty="0">
                <a:latin typeface="Century Gothic"/>
                <a:cs typeface="Century Gothic"/>
              </a:rPr>
              <a:t> </a:t>
            </a:r>
            <a:r>
              <a:rPr sz="1200" dirty="0">
                <a:latin typeface="Century Gothic"/>
                <a:cs typeface="Century Gothic"/>
              </a:rPr>
              <a:t>applying</a:t>
            </a:r>
            <a:r>
              <a:rPr sz="1200" spc="60" dirty="0">
                <a:latin typeface="Century Gothic"/>
                <a:cs typeface="Century Gothic"/>
              </a:rPr>
              <a:t> </a:t>
            </a:r>
            <a:r>
              <a:rPr sz="1200" spc="50" dirty="0">
                <a:latin typeface="Century Gothic"/>
                <a:cs typeface="Century Gothic"/>
              </a:rPr>
              <a:t>through</a:t>
            </a:r>
            <a:r>
              <a:rPr sz="1200" spc="25" dirty="0">
                <a:latin typeface="Century Gothic"/>
                <a:cs typeface="Century Gothic"/>
              </a:rPr>
              <a:t> </a:t>
            </a:r>
            <a:r>
              <a:rPr sz="1200" dirty="0">
                <a:latin typeface="Century Gothic"/>
                <a:cs typeface="Century Gothic"/>
              </a:rPr>
              <a:t>online</a:t>
            </a:r>
            <a:r>
              <a:rPr sz="1200" spc="45" dirty="0">
                <a:latin typeface="Century Gothic"/>
                <a:cs typeface="Century Gothic"/>
              </a:rPr>
              <a:t> </a:t>
            </a:r>
            <a:r>
              <a:rPr sz="1200" dirty="0">
                <a:latin typeface="Century Gothic"/>
                <a:cs typeface="Century Gothic"/>
              </a:rPr>
              <a:t>job</a:t>
            </a:r>
            <a:r>
              <a:rPr sz="1200" spc="45" dirty="0">
                <a:latin typeface="Century Gothic"/>
                <a:cs typeface="Century Gothic"/>
              </a:rPr>
              <a:t> </a:t>
            </a:r>
            <a:r>
              <a:rPr sz="1200" spc="-10" dirty="0">
                <a:latin typeface="Century Gothic"/>
                <a:cs typeface="Century Gothic"/>
              </a:rPr>
              <a:t>sites.</a:t>
            </a:r>
            <a:endParaRPr sz="1200">
              <a:latin typeface="Century Gothic"/>
              <a:cs typeface="Century Gothic"/>
            </a:endParaRPr>
          </a:p>
          <a:p>
            <a:pPr marL="12700" marR="5715" algn="just">
              <a:lnSpc>
                <a:spcPct val="100000"/>
              </a:lnSpc>
              <a:spcBef>
                <a:spcPts val="600"/>
              </a:spcBef>
            </a:pPr>
            <a:r>
              <a:rPr sz="1200" spc="75" dirty="0">
                <a:latin typeface="Century Gothic"/>
                <a:cs typeface="Century Gothic"/>
              </a:rPr>
              <a:t>In</a:t>
            </a:r>
            <a:r>
              <a:rPr sz="1200" spc="140" dirty="0">
                <a:latin typeface="Century Gothic"/>
                <a:cs typeface="Century Gothic"/>
              </a:rPr>
              <a:t> </a:t>
            </a:r>
            <a:r>
              <a:rPr sz="1200" spc="85" dirty="0">
                <a:latin typeface="Century Gothic"/>
                <a:cs typeface="Century Gothic"/>
              </a:rPr>
              <a:t>this</a:t>
            </a:r>
            <a:r>
              <a:rPr sz="1200" spc="150" dirty="0">
                <a:latin typeface="Century Gothic"/>
                <a:cs typeface="Century Gothic"/>
              </a:rPr>
              <a:t> </a:t>
            </a:r>
            <a:r>
              <a:rPr sz="1200" dirty="0">
                <a:latin typeface="Century Gothic"/>
                <a:cs typeface="Century Gothic"/>
              </a:rPr>
              <a:t>instance,</a:t>
            </a:r>
            <a:r>
              <a:rPr sz="1200" spc="150" dirty="0">
                <a:latin typeface="Century Gothic"/>
                <a:cs typeface="Century Gothic"/>
              </a:rPr>
              <a:t> </a:t>
            </a:r>
            <a:r>
              <a:rPr sz="1200" dirty="0">
                <a:latin typeface="Century Gothic"/>
                <a:cs typeface="Century Gothic"/>
              </a:rPr>
              <a:t>you</a:t>
            </a:r>
            <a:r>
              <a:rPr sz="1200" spc="155" dirty="0">
                <a:latin typeface="Century Gothic"/>
                <a:cs typeface="Century Gothic"/>
              </a:rPr>
              <a:t> </a:t>
            </a:r>
            <a:r>
              <a:rPr sz="1200" dirty="0">
                <a:latin typeface="Century Gothic"/>
                <a:cs typeface="Century Gothic"/>
              </a:rPr>
              <a:t>should</a:t>
            </a:r>
            <a:r>
              <a:rPr sz="1200" spc="155" dirty="0">
                <a:latin typeface="Century Gothic"/>
                <a:cs typeface="Century Gothic"/>
              </a:rPr>
              <a:t> </a:t>
            </a:r>
            <a:r>
              <a:rPr sz="1200" spc="85" dirty="0">
                <a:latin typeface="Century Gothic"/>
                <a:cs typeface="Century Gothic"/>
              </a:rPr>
              <a:t>still</a:t>
            </a:r>
            <a:r>
              <a:rPr sz="1200" spc="145" dirty="0">
                <a:latin typeface="Century Gothic"/>
                <a:cs typeface="Century Gothic"/>
              </a:rPr>
              <a:t> </a:t>
            </a:r>
            <a:r>
              <a:rPr sz="1200" dirty="0">
                <a:latin typeface="Century Gothic"/>
                <a:cs typeface="Century Gothic"/>
              </a:rPr>
              <a:t>follow</a:t>
            </a:r>
            <a:r>
              <a:rPr sz="1200" spc="150" dirty="0">
                <a:latin typeface="Century Gothic"/>
                <a:cs typeface="Century Gothic"/>
              </a:rPr>
              <a:t> </a:t>
            </a:r>
            <a:r>
              <a:rPr sz="1200" dirty="0">
                <a:latin typeface="Century Gothic"/>
                <a:cs typeface="Century Gothic"/>
              </a:rPr>
              <a:t>the</a:t>
            </a:r>
            <a:r>
              <a:rPr sz="1200" spc="140" dirty="0">
                <a:latin typeface="Century Gothic"/>
                <a:cs typeface="Century Gothic"/>
              </a:rPr>
              <a:t> </a:t>
            </a:r>
            <a:r>
              <a:rPr sz="1200" dirty="0">
                <a:latin typeface="Century Gothic"/>
                <a:cs typeface="Century Gothic"/>
              </a:rPr>
              <a:t>basic</a:t>
            </a:r>
            <a:r>
              <a:rPr sz="1200" spc="160" dirty="0">
                <a:latin typeface="Century Gothic"/>
                <a:cs typeface="Century Gothic"/>
              </a:rPr>
              <a:t> </a:t>
            </a:r>
            <a:r>
              <a:rPr sz="1200" dirty="0">
                <a:latin typeface="Century Gothic"/>
                <a:cs typeface="Century Gothic"/>
              </a:rPr>
              <a:t>format</a:t>
            </a:r>
            <a:r>
              <a:rPr sz="1200" spc="150" dirty="0">
                <a:latin typeface="Century Gothic"/>
                <a:cs typeface="Century Gothic"/>
              </a:rPr>
              <a:t> </a:t>
            </a:r>
            <a:r>
              <a:rPr sz="1200" dirty="0">
                <a:latin typeface="Century Gothic"/>
                <a:cs typeface="Century Gothic"/>
              </a:rPr>
              <a:t>of</a:t>
            </a:r>
            <a:r>
              <a:rPr sz="1200" spc="155" dirty="0">
                <a:latin typeface="Century Gothic"/>
                <a:cs typeface="Century Gothic"/>
              </a:rPr>
              <a:t> </a:t>
            </a:r>
            <a:r>
              <a:rPr sz="1200" dirty="0">
                <a:latin typeface="Century Gothic"/>
                <a:cs typeface="Century Gothic"/>
              </a:rPr>
              <a:t>the</a:t>
            </a:r>
            <a:r>
              <a:rPr sz="1200" spc="140" dirty="0">
                <a:latin typeface="Century Gothic"/>
                <a:cs typeface="Century Gothic"/>
              </a:rPr>
              <a:t> </a:t>
            </a:r>
            <a:r>
              <a:rPr sz="1200" dirty="0">
                <a:latin typeface="Century Gothic"/>
                <a:cs typeface="Century Gothic"/>
              </a:rPr>
              <a:t>letter,</a:t>
            </a:r>
            <a:r>
              <a:rPr sz="1200" spc="145" dirty="0">
                <a:latin typeface="Century Gothic"/>
                <a:cs typeface="Century Gothic"/>
              </a:rPr>
              <a:t> </a:t>
            </a:r>
            <a:r>
              <a:rPr sz="1200" dirty="0">
                <a:latin typeface="Century Gothic"/>
                <a:cs typeface="Century Gothic"/>
              </a:rPr>
              <a:t>but</a:t>
            </a:r>
            <a:r>
              <a:rPr sz="1200" spc="155" dirty="0">
                <a:latin typeface="Century Gothic"/>
                <a:cs typeface="Century Gothic"/>
              </a:rPr>
              <a:t> </a:t>
            </a:r>
            <a:r>
              <a:rPr sz="1200" spc="-10" dirty="0">
                <a:latin typeface="Century Gothic"/>
                <a:cs typeface="Century Gothic"/>
              </a:rPr>
              <a:t>there’s </a:t>
            </a:r>
            <a:r>
              <a:rPr sz="1200" dirty="0">
                <a:latin typeface="Century Gothic"/>
                <a:cs typeface="Century Gothic"/>
              </a:rPr>
              <a:t>no</a:t>
            </a:r>
            <a:r>
              <a:rPr sz="1200" spc="300" dirty="0">
                <a:latin typeface="Century Gothic"/>
                <a:cs typeface="Century Gothic"/>
              </a:rPr>
              <a:t> </a:t>
            </a:r>
            <a:r>
              <a:rPr sz="1200" dirty="0">
                <a:latin typeface="Century Gothic"/>
                <a:cs typeface="Century Gothic"/>
              </a:rPr>
              <a:t>need</a:t>
            </a:r>
            <a:r>
              <a:rPr sz="1200" spc="300" dirty="0">
                <a:latin typeface="Century Gothic"/>
                <a:cs typeface="Century Gothic"/>
              </a:rPr>
              <a:t> </a:t>
            </a:r>
            <a:r>
              <a:rPr sz="1200" dirty="0">
                <a:latin typeface="Century Gothic"/>
                <a:cs typeface="Century Gothic"/>
              </a:rPr>
              <a:t>for</a:t>
            </a:r>
            <a:r>
              <a:rPr sz="1200" spc="295" dirty="0">
                <a:latin typeface="Century Gothic"/>
                <a:cs typeface="Century Gothic"/>
              </a:rPr>
              <a:t> </a:t>
            </a:r>
            <a:r>
              <a:rPr sz="1200" dirty="0">
                <a:latin typeface="Century Gothic"/>
                <a:cs typeface="Century Gothic"/>
              </a:rPr>
              <a:t>the</a:t>
            </a:r>
            <a:r>
              <a:rPr sz="1200" spc="295" dirty="0">
                <a:latin typeface="Century Gothic"/>
                <a:cs typeface="Century Gothic"/>
              </a:rPr>
              <a:t> </a:t>
            </a:r>
            <a:r>
              <a:rPr sz="1200" dirty="0">
                <a:latin typeface="Century Gothic"/>
                <a:cs typeface="Century Gothic"/>
              </a:rPr>
              <a:t>formality</a:t>
            </a:r>
            <a:r>
              <a:rPr sz="1200" spc="295" dirty="0">
                <a:latin typeface="Century Gothic"/>
                <a:cs typeface="Century Gothic"/>
              </a:rPr>
              <a:t> </a:t>
            </a:r>
            <a:r>
              <a:rPr sz="1200" dirty="0">
                <a:latin typeface="Century Gothic"/>
                <a:cs typeface="Century Gothic"/>
              </a:rPr>
              <a:t>of</a:t>
            </a:r>
            <a:r>
              <a:rPr sz="1200" spc="300" dirty="0">
                <a:latin typeface="Century Gothic"/>
                <a:cs typeface="Century Gothic"/>
              </a:rPr>
              <a:t> </a:t>
            </a:r>
            <a:r>
              <a:rPr sz="1200" dirty="0">
                <a:latin typeface="Century Gothic"/>
                <a:cs typeface="Century Gothic"/>
              </a:rPr>
              <a:t>the</a:t>
            </a:r>
            <a:r>
              <a:rPr sz="1200" spc="295" dirty="0">
                <a:latin typeface="Century Gothic"/>
                <a:cs typeface="Century Gothic"/>
              </a:rPr>
              <a:t> </a:t>
            </a:r>
            <a:r>
              <a:rPr sz="1200" dirty="0">
                <a:latin typeface="Century Gothic"/>
                <a:cs typeface="Century Gothic"/>
              </a:rPr>
              <a:t>addresses</a:t>
            </a:r>
            <a:r>
              <a:rPr sz="1200" spc="305" dirty="0">
                <a:latin typeface="Century Gothic"/>
                <a:cs typeface="Century Gothic"/>
              </a:rPr>
              <a:t> </a:t>
            </a:r>
            <a:r>
              <a:rPr sz="1200" dirty="0">
                <a:latin typeface="Century Gothic"/>
                <a:cs typeface="Century Gothic"/>
              </a:rPr>
              <a:t>at</a:t>
            </a:r>
            <a:r>
              <a:rPr sz="1200" spc="305" dirty="0">
                <a:latin typeface="Century Gothic"/>
                <a:cs typeface="Century Gothic"/>
              </a:rPr>
              <a:t> </a:t>
            </a:r>
            <a:r>
              <a:rPr sz="1200" dirty="0">
                <a:latin typeface="Century Gothic"/>
                <a:cs typeface="Century Gothic"/>
              </a:rPr>
              <a:t>the</a:t>
            </a:r>
            <a:r>
              <a:rPr sz="1200" spc="295" dirty="0">
                <a:latin typeface="Century Gothic"/>
                <a:cs typeface="Century Gothic"/>
              </a:rPr>
              <a:t> </a:t>
            </a:r>
            <a:r>
              <a:rPr sz="1200" dirty="0">
                <a:latin typeface="Century Gothic"/>
                <a:cs typeface="Century Gothic"/>
              </a:rPr>
              <a:t>top.</a:t>
            </a:r>
            <a:r>
              <a:rPr sz="1200" spc="285" dirty="0">
                <a:latin typeface="Century Gothic"/>
                <a:cs typeface="Century Gothic"/>
              </a:rPr>
              <a:t> </a:t>
            </a:r>
            <a:r>
              <a:rPr sz="1200" dirty="0">
                <a:latin typeface="Century Gothic"/>
                <a:cs typeface="Century Gothic"/>
              </a:rPr>
              <a:t>You</a:t>
            </a:r>
            <a:r>
              <a:rPr sz="1200" spc="295" dirty="0">
                <a:latin typeface="Century Gothic"/>
                <a:cs typeface="Century Gothic"/>
              </a:rPr>
              <a:t> </a:t>
            </a:r>
            <a:r>
              <a:rPr sz="1200" dirty="0">
                <a:latin typeface="Century Gothic"/>
                <a:cs typeface="Century Gothic"/>
              </a:rPr>
              <a:t>should</a:t>
            </a:r>
            <a:r>
              <a:rPr sz="1200" spc="300" dirty="0">
                <a:latin typeface="Century Gothic"/>
                <a:cs typeface="Century Gothic"/>
              </a:rPr>
              <a:t> </a:t>
            </a:r>
            <a:r>
              <a:rPr sz="1200" dirty="0">
                <a:latin typeface="Century Gothic"/>
                <a:cs typeface="Century Gothic"/>
              </a:rPr>
              <a:t>instead</a:t>
            </a:r>
            <a:r>
              <a:rPr sz="1200" spc="300" dirty="0">
                <a:latin typeface="Century Gothic"/>
                <a:cs typeface="Century Gothic"/>
              </a:rPr>
              <a:t> </a:t>
            </a:r>
            <a:r>
              <a:rPr sz="1200" spc="-25" dirty="0">
                <a:latin typeface="Century Gothic"/>
                <a:cs typeface="Century Gothic"/>
              </a:rPr>
              <a:t>go </a:t>
            </a:r>
            <a:r>
              <a:rPr sz="1200" spc="50" dirty="0">
                <a:latin typeface="Century Gothic"/>
                <a:cs typeface="Century Gothic"/>
              </a:rPr>
              <a:t>straight</a:t>
            </a:r>
            <a:r>
              <a:rPr sz="1200" spc="80" dirty="0">
                <a:latin typeface="Century Gothic"/>
                <a:cs typeface="Century Gothic"/>
              </a:rPr>
              <a:t> </a:t>
            </a:r>
            <a:r>
              <a:rPr sz="1200" dirty="0">
                <a:latin typeface="Century Gothic"/>
                <a:cs typeface="Century Gothic"/>
              </a:rPr>
              <a:t>into</a:t>
            </a:r>
            <a:r>
              <a:rPr sz="1200" spc="65" dirty="0">
                <a:latin typeface="Century Gothic"/>
                <a:cs typeface="Century Gothic"/>
              </a:rPr>
              <a:t> </a:t>
            </a:r>
            <a:r>
              <a:rPr sz="1200" dirty="0">
                <a:latin typeface="Century Gothic"/>
                <a:cs typeface="Century Gothic"/>
              </a:rPr>
              <a:t>the</a:t>
            </a:r>
            <a:r>
              <a:rPr sz="1200" spc="70" dirty="0">
                <a:latin typeface="Century Gothic"/>
                <a:cs typeface="Century Gothic"/>
              </a:rPr>
              <a:t> </a:t>
            </a:r>
            <a:r>
              <a:rPr sz="1200" dirty="0">
                <a:latin typeface="Century Gothic"/>
                <a:cs typeface="Century Gothic"/>
              </a:rPr>
              <a:t>body</a:t>
            </a:r>
            <a:r>
              <a:rPr sz="1200" spc="80" dirty="0">
                <a:latin typeface="Century Gothic"/>
                <a:cs typeface="Century Gothic"/>
              </a:rPr>
              <a:t> </a:t>
            </a:r>
            <a:r>
              <a:rPr sz="1200" dirty="0">
                <a:latin typeface="Century Gothic"/>
                <a:cs typeface="Century Gothic"/>
              </a:rPr>
              <a:t>of</a:t>
            </a:r>
            <a:r>
              <a:rPr sz="1200" spc="75" dirty="0">
                <a:latin typeface="Century Gothic"/>
                <a:cs typeface="Century Gothic"/>
              </a:rPr>
              <a:t> </a:t>
            </a:r>
            <a:r>
              <a:rPr sz="1200" dirty="0">
                <a:latin typeface="Century Gothic"/>
                <a:cs typeface="Century Gothic"/>
              </a:rPr>
              <a:t>the</a:t>
            </a:r>
            <a:r>
              <a:rPr sz="1200" spc="70" dirty="0">
                <a:latin typeface="Century Gothic"/>
                <a:cs typeface="Century Gothic"/>
              </a:rPr>
              <a:t> </a:t>
            </a:r>
            <a:r>
              <a:rPr sz="1200" dirty="0">
                <a:latin typeface="Century Gothic"/>
                <a:cs typeface="Century Gothic"/>
              </a:rPr>
              <a:t>text.</a:t>
            </a:r>
            <a:r>
              <a:rPr sz="1200" spc="80" dirty="0">
                <a:latin typeface="Century Gothic"/>
                <a:cs typeface="Century Gothic"/>
              </a:rPr>
              <a:t> </a:t>
            </a:r>
            <a:r>
              <a:rPr sz="1200" spc="75" dirty="0">
                <a:latin typeface="Century Gothic"/>
                <a:cs typeface="Century Gothic"/>
              </a:rPr>
              <a:t>Sign</a:t>
            </a:r>
            <a:r>
              <a:rPr sz="1200" spc="65" dirty="0">
                <a:latin typeface="Century Gothic"/>
                <a:cs typeface="Century Gothic"/>
              </a:rPr>
              <a:t> </a:t>
            </a:r>
            <a:r>
              <a:rPr sz="1200" dirty="0">
                <a:latin typeface="Century Gothic"/>
                <a:cs typeface="Century Gothic"/>
              </a:rPr>
              <a:t>off</a:t>
            </a:r>
            <a:r>
              <a:rPr sz="1200" spc="75" dirty="0">
                <a:latin typeface="Century Gothic"/>
                <a:cs typeface="Century Gothic"/>
              </a:rPr>
              <a:t> </a:t>
            </a:r>
            <a:r>
              <a:rPr sz="1200" dirty="0">
                <a:latin typeface="Century Gothic"/>
                <a:cs typeface="Century Gothic"/>
              </a:rPr>
              <a:t>the</a:t>
            </a:r>
            <a:r>
              <a:rPr sz="1200" spc="70" dirty="0">
                <a:latin typeface="Century Gothic"/>
                <a:cs typeface="Century Gothic"/>
              </a:rPr>
              <a:t> </a:t>
            </a:r>
            <a:r>
              <a:rPr sz="1200" dirty="0">
                <a:latin typeface="Century Gothic"/>
                <a:cs typeface="Century Gothic"/>
              </a:rPr>
              <a:t>email</a:t>
            </a:r>
            <a:r>
              <a:rPr sz="1200" spc="95" dirty="0">
                <a:latin typeface="Century Gothic"/>
                <a:cs typeface="Century Gothic"/>
              </a:rPr>
              <a:t> </a:t>
            </a:r>
            <a:r>
              <a:rPr sz="1200" spc="70" dirty="0">
                <a:latin typeface="Century Gothic"/>
                <a:cs typeface="Century Gothic"/>
              </a:rPr>
              <a:t>with</a:t>
            </a:r>
            <a:r>
              <a:rPr sz="1200" spc="85" dirty="0">
                <a:latin typeface="Century Gothic"/>
                <a:cs typeface="Century Gothic"/>
              </a:rPr>
              <a:t> </a:t>
            </a:r>
            <a:r>
              <a:rPr sz="1200" dirty="0">
                <a:latin typeface="Century Gothic"/>
                <a:cs typeface="Century Gothic"/>
              </a:rPr>
              <a:t>your</a:t>
            </a:r>
            <a:r>
              <a:rPr sz="1200" spc="75" dirty="0">
                <a:latin typeface="Century Gothic"/>
                <a:cs typeface="Century Gothic"/>
              </a:rPr>
              <a:t> </a:t>
            </a:r>
            <a:r>
              <a:rPr sz="1200" dirty="0">
                <a:latin typeface="Century Gothic"/>
                <a:cs typeface="Century Gothic"/>
              </a:rPr>
              <a:t>name</a:t>
            </a:r>
            <a:r>
              <a:rPr sz="1200" spc="70" dirty="0">
                <a:latin typeface="Century Gothic"/>
                <a:cs typeface="Century Gothic"/>
              </a:rPr>
              <a:t> </a:t>
            </a:r>
            <a:r>
              <a:rPr sz="1200" dirty="0">
                <a:latin typeface="Century Gothic"/>
                <a:cs typeface="Century Gothic"/>
              </a:rPr>
              <a:t>and</a:t>
            </a:r>
            <a:r>
              <a:rPr sz="1200" spc="85" dirty="0">
                <a:latin typeface="Century Gothic"/>
                <a:cs typeface="Century Gothic"/>
              </a:rPr>
              <a:t> </a:t>
            </a:r>
            <a:r>
              <a:rPr sz="1200" spc="-10" dirty="0">
                <a:latin typeface="Century Gothic"/>
                <a:cs typeface="Century Gothic"/>
              </a:rPr>
              <a:t>mobile </a:t>
            </a:r>
            <a:r>
              <a:rPr sz="1200" spc="55" dirty="0">
                <a:latin typeface="Century Gothic"/>
                <a:cs typeface="Century Gothic"/>
              </a:rPr>
              <a:t>number</a:t>
            </a:r>
            <a:r>
              <a:rPr sz="1200" spc="-5" dirty="0">
                <a:latin typeface="Century Gothic"/>
                <a:cs typeface="Century Gothic"/>
              </a:rPr>
              <a:t> </a:t>
            </a:r>
            <a:r>
              <a:rPr sz="1200" dirty="0">
                <a:latin typeface="Century Gothic"/>
                <a:cs typeface="Century Gothic"/>
              </a:rPr>
              <a:t>at the</a:t>
            </a:r>
            <a:r>
              <a:rPr sz="1200" spc="-5" dirty="0">
                <a:latin typeface="Century Gothic"/>
                <a:cs typeface="Century Gothic"/>
              </a:rPr>
              <a:t> </a:t>
            </a:r>
            <a:r>
              <a:rPr sz="1200" spc="-10" dirty="0">
                <a:latin typeface="Century Gothic"/>
                <a:cs typeface="Century Gothic"/>
              </a:rPr>
              <a:t>bottom.</a:t>
            </a:r>
            <a:endParaRPr sz="1200">
              <a:latin typeface="Century Gothic"/>
              <a:cs typeface="Century Gothic"/>
            </a:endParaRPr>
          </a:p>
          <a:p>
            <a:pPr marL="12700" marR="6985" algn="just">
              <a:lnSpc>
                <a:spcPct val="100000"/>
              </a:lnSpc>
              <a:spcBef>
                <a:spcPts val="1200"/>
              </a:spcBef>
            </a:pPr>
            <a:r>
              <a:rPr sz="1200" spc="60" dirty="0">
                <a:latin typeface="Century Gothic"/>
                <a:cs typeface="Century Gothic"/>
              </a:rPr>
              <a:t>The</a:t>
            </a:r>
            <a:r>
              <a:rPr sz="1200" spc="105" dirty="0">
                <a:latin typeface="Century Gothic"/>
                <a:cs typeface="Century Gothic"/>
              </a:rPr>
              <a:t> </a:t>
            </a:r>
            <a:r>
              <a:rPr sz="1200" dirty="0">
                <a:latin typeface="Century Gothic"/>
                <a:cs typeface="Century Gothic"/>
              </a:rPr>
              <a:t>subject</a:t>
            </a:r>
            <a:r>
              <a:rPr sz="1200" spc="125" dirty="0">
                <a:latin typeface="Century Gothic"/>
                <a:cs typeface="Century Gothic"/>
              </a:rPr>
              <a:t> </a:t>
            </a:r>
            <a:r>
              <a:rPr sz="1200" dirty="0">
                <a:latin typeface="Century Gothic"/>
                <a:cs typeface="Century Gothic"/>
              </a:rPr>
              <a:t>line</a:t>
            </a:r>
            <a:r>
              <a:rPr sz="1200" spc="110" dirty="0">
                <a:latin typeface="Century Gothic"/>
                <a:cs typeface="Century Gothic"/>
              </a:rPr>
              <a:t> </a:t>
            </a:r>
            <a:r>
              <a:rPr sz="1200" dirty="0">
                <a:latin typeface="Century Gothic"/>
                <a:cs typeface="Century Gothic"/>
              </a:rPr>
              <a:t>of</a:t>
            </a:r>
            <a:r>
              <a:rPr sz="1200" spc="114" dirty="0">
                <a:latin typeface="Century Gothic"/>
                <a:cs typeface="Century Gothic"/>
              </a:rPr>
              <a:t> </a:t>
            </a:r>
            <a:r>
              <a:rPr sz="1200" dirty="0">
                <a:latin typeface="Century Gothic"/>
                <a:cs typeface="Century Gothic"/>
              </a:rPr>
              <a:t>the</a:t>
            </a:r>
            <a:r>
              <a:rPr sz="1200" spc="110" dirty="0">
                <a:latin typeface="Century Gothic"/>
                <a:cs typeface="Century Gothic"/>
              </a:rPr>
              <a:t> </a:t>
            </a:r>
            <a:r>
              <a:rPr sz="1200" dirty="0">
                <a:latin typeface="Century Gothic"/>
                <a:cs typeface="Century Gothic"/>
              </a:rPr>
              <a:t>email</a:t>
            </a:r>
            <a:r>
              <a:rPr sz="1200" spc="125" dirty="0">
                <a:latin typeface="Century Gothic"/>
                <a:cs typeface="Century Gothic"/>
              </a:rPr>
              <a:t> </a:t>
            </a:r>
            <a:r>
              <a:rPr sz="1200" spc="100" dirty="0">
                <a:latin typeface="Century Gothic"/>
                <a:cs typeface="Century Gothic"/>
              </a:rPr>
              <a:t>is</a:t>
            </a:r>
            <a:r>
              <a:rPr sz="1200" spc="114" dirty="0">
                <a:latin typeface="Century Gothic"/>
                <a:cs typeface="Century Gothic"/>
              </a:rPr>
              <a:t> </a:t>
            </a:r>
            <a:r>
              <a:rPr sz="1200" dirty="0">
                <a:latin typeface="Century Gothic"/>
                <a:cs typeface="Century Gothic"/>
              </a:rPr>
              <a:t>very</a:t>
            </a:r>
            <a:r>
              <a:rPr sz="1200" spc="110" dirty="0">
                <a:latin typeface="Century Gothic"/>
                <a:cs typeface="Century Gothic"/>
              </a:rPr>
              <a:t> </a:t>
            </a:r>
            <a:r>
              <a:rPr sz="1200" dirty="0">
                <a:latin typeface="Century Gothic"/>
                <a:cs typeface="Century Gothic"/>
              </a:rPr>
              <a:t>important;</a:t>
            </a:r>
            <a:r>
              <a:rPr sz="1200" spc="110" dirty="0">
                <a:latin typeface="Century Gothic"/>
                <a:cs typeface="Century Gothic"/>
              </a:rPr>
              <a:t> </a:t>
            </a:r>
            <a:r>
              <a:rPr sz="1200" spc="75" dirty="0">
                <a:latin typeface="Century Gothic"/>
                <a:cs typeface="Century Gothic"/>
              </a:rPr>
              <a:t>it</a:t>
            </a:r>
            <a:r>
              <a:rPr sz="1200" spc="120" dirty="0">
                <a:latin typeface="Century Gothic"/>
                <a:cs typeface="Century Gothic"/>
              </a:rPr>
              <a:t> </a:t>
            </a:r>
            <a:r>
              <a:rPr sz="1200" dirty="0">
                <a:latin typeface="Century Gothic"/>
                <a:cs typeface="Century Gothic"/>
              </a:rPr>
              <a:t>should</a:t>
            </a:r>
            <a:r>
              <a:rPr sz="1200" spc="120" dirty="0">
                <a:latin typeface="Century Gothic"/>
                <a:cs typeface="Century Gothic"/>
              </a:rPr>
              <a:t> </a:t>
            </a:r>
            <a:r>
              <a:rPr sz="1200" dirty="0">
                <a:latin typeface="Century Gothic"/>
                <a:cs typeface="Century Gothic"/>
              </a:rPr>
              <a:t>include</a:t>
            </a:r>
            <a:r>
              <a:rPr sz="1200" spc="105" dirty="0">
                <a:latin typeface="Century Gothic"/>
                <a:cs typeface="Century Gothic"/>
              </a:rPr>
              <a:t> </a:t>
            </a:r>
            <a:r>
              <a:rPr sz="1200" dirty="0">
                <a:latin typeface="Century Gothic"/>
                <a:cs typeface="Century Gothic"/>
              </a:rPr>
              <a:t>the</a:t>
            </a:r>
            <a:r>
              <a:rPr sz="1200" spc="110" dirty="0">
                <a:latin typeface="Century Gothic"/>
                <a:cs typeface="Century Gothic"/>
              </a:rPr>
              <a:t> </a:t>
            </a:r>
            <a:r>
              <a:rPr sz="1200" dirty="0">
                <a:latin typeface="Century Gothic"/>
                <a:cs typeface="Century Gothic"/>
              </a:rPr>
              <a:t>job</a:t>
            </a:r>
            <a:r>
              <a:rPr sz="1200" spc="114" dirty="0">
                <a:latin typeface="Century Gothic"/>
                <a:cs typeface="Century Gothic"/>
              </a:rPr>
              <a:t> </a:t>
            </a:r>
            <a:r>
              <a:rPr sz="1200" spc="50" dirty="0">
                <a:latin typeface="Century Gothic"/>
                <a:cs typeface="Century Gothic"/>
              </a:rPr>
              <a:t>title</a:t>
            </a:r>
            <a:r>
              <a:rPr sz="1200" spc="110" dirty="0">
                <a:latin typeface="Century Gothic"/>
                <a:cs typeface="Century Gothic"/>
              </a:rPr>
              <a:t> </a:t>
            </a:r>
            <a:r>
              <a:rPr sz="1200" spc="-25" dirty="0">
                <a:latin typeface="Century Gothic"/>
                <a:cs typeface="Century Gothic"/>
              </a:rPr>
              <a:t>and </a:t>
            </a:r>
            <a:r>
              <a:rPr sz="1200" dirty="0">
                <a:latin typeface="Century Gothic"/>
                <a:cs typeface="Century Gothic"/>
              </a:rPr>
              <a:t>your</a:t>
            </a:r>
            <a:r>
              <a:rPr sz="1200" spc="30" dirty="0">
                <a:latin typeface="Century Gothic"/>
                <a:cs typeface="Century Gothic"/>
              </a:rPr>
              <a:t> </a:t>
            </a:r>
            <a:r>
              <a:rPr sz="1200" dirty="0">
                <a:latin typeface="Century Gothic"/>
                <a:cs typeface="Century Gothic"/>
              </a:rPr>
              <a:t>name,</a:t>
            </a:r>
            <a:r>
              <a:rPr sz="1200" spc="45" dirty="0">
                <a:latin typeface="Century Gothic"/>
                <a:cs typeface="Century Gothic"/>
              </a:rPr>
              <a:t> </a:t>
            </a:r>
            <a:r>
              <a:rPr sz="1200" dirty="0">
                <a:latin typeface="Century Gothic"/>
                <a:cs typeface="Century Gothic"/>
              </a:rPr>
              <a:t>for</a:t>
            </a:r>
            <a:r>
              <a:rPr sz="1200" spc="20" dirty="0">
                <a:latin typeface="Century Gothic"/>
                <a:cs typeface="Century Gothic"/>
              </a:rPr>
              <a:t> </a:t>
            </a:r>
            <a:r>
              <a:rPr sz="1200" dirty="0">
                <a:latin typeface="Century Gothic"/>
                <a:cs typeface="Century Gothic"/>
              </a:rPr>
              <a:t>example:</a:t>
            </a:r>
            <a:r>
              <a:rPr sz="1200" spc="45" dirty="0">
                <a:latin typeface="Century Gothic"/>
                <a:cs typeface="Century Gothic"/>
              </a:rPr>
              <a:t> </a:t>
            </a:r>
            <a:r>
              <a:rPr sz="1200" i="1" dirty="0">
                <a:latin typeface="Century Gothic"/>
                <a:cs typeface="Century Gothic"/>
              </a:rPr>
              <a:t>Application</a:t>
            </a:r>
            <a:r>
              <a:rPr sz="1200" i="1" spc="30" dirty="0">
                <a:latin typeface="Century Gothic"/>
                <a:cs typeface="Century Gothic"/>
              </a:rPr>
              <a:t> </a:t>
            </a:r>
            <a:r>
              <a:rPr sz="1200" i="1" dirty="0">
                <a:latin typeface="Century Gothic"/>
                <a:cs typeface="Century Gothic"/>
              </a:rPr>
              <a:t>for</a:t>
            </a:r>
            <a:r>
              <a:rPr sz="1200" i="1" spc="20" dirty="0">
                <a:latin typeface="Century Gothic"/>
                <a:cs typeface="Century Gothic"/>
              </a:rPr>
              <a:t> </a:t>
            </a:r>
            <a:r>
              <a:rPr sz="1200" i="1" dirty="0">
                <a:latin typeface="Century Gothic"/>
                <a:cs typeface="Century Gothic"/>
              </a:rPr>
              <a:t>[Job</a:t>
            </a:r>
            <a:r>
              <a:rPr sz="1200" i="1" spc="35" dirty="0">
                <a:latin typeface="Century Gothic"/>
                <a:cs typeface="Century Gothic"/>
              </a:rPr>
              <a:t> </a:t>
            </a:r>
            <a:r>
              <a:rPr sz="1200" i="1" spc="50" dirty="0">
                <a:latin typeface="Century Gothic"/>
                <a:cs typeface="Century Gothic"/>
              </a:rPr>
              <a:t>Title]</a:t>
            </a:r>
            <a:r>
              <a:rPr sz="1200" i="1" spc="55" dirty="0">
                <a:latin typeface="Century Gothic"/>
                <a:cs typeface="Century Gothic"/>
              </a:rPr>
              <a:t> </a:t>
            </a:r>
            <a:r>
              <a:rPr sz="1200" i="1" dirty="0">
                <a:latin typeface="Century Gothic"/>
                <a:cs typeface="Century Gothic"/>
              </a:rPr>
              <a:t>–</a:t>
            </a:r>
            <a:r>
              <a:rPr sz="1200" i="1" spc="30" dirty="0">
                <a:latin typeface="Century Gothic"/>
                <a:cs typeface="Century Gothic"/>
              </a:rPr>
              <a:t> </a:t>
            </a:r>
            <a:r>
              <a:rPr sz="1200" i="1" dirty="0">
                <a:latin typeface="Century Gothic"/>
                <a:cs typeface="Century Gothic"/>
              </a:rPr>
              <a:t>[Your</a:t>
            </a:r>
            <a:r>
              <a:rPr sz="1200" i="1" spc="20" dirty="0">
                <a:latin typeface="Century Gothic"/>
                <a:cs typeface="Century Gothic"/>
              </a:rPr>
              <a:t> </a:t>
            </a:r>
            <a:r>
              <a:rPr sz="1200" i="1" spc="-10" dirty="0">
                <a:latin typeface="Century Gothic"/>
                <a:cs typeface="Century Gothic"/>
              </a:rPr>
              <a:t>Name].</a:t>
            </a:r>
            <a:endParaRPr sz="1200">
              <a:latin typeface="Century Gothic"/>
              <a:cs typeface="Century Gothic"/>
            </a:endParaRPr>
          </a:p>
          <a:p>
            <a:pPr marL="12700" marR="5080" algn="just">
              <a:lnSpc>
                <a:spcPct val="100000"/>
              </a:lnSpc>
              <a:spcBef>
                <a:spcPts val="1200"/>
              </a:spcBef>
            </a:pPr>
            <a:r>
              <a:rPr sz="1200" spc="75" dirty="0">
                <a:latin typeface="Century Gothic"/>
                <a:cs typeface="Century Gothic"/>
              </a:rPr>
              <a:t>In</a:t>
            </a:r>
            <a:r>
              <a:rPr sz="1200" spc="120" dirty="0">
                <a:latin typeface="Century Gothic"/>
                <a:cs typeface="Century Gothic"/>
              </a:rPr>
              <a:t> </a:t>
            </a:r>
            <a:r>
              <a:rPr sz="1200" dirty="0">
                <a:latin typeface="Century Gothic"/>
                <a:cs typeface="Century Gothic"/>
              </a:rPr>
              <a:t>some</a:t>
            </a:r>
            <a:r>
              <a:rPr sz="1200" spc="114" dirty="0">
                <a:latin typeface="Century Gothic"/>
                <a:cs typeface="Century Gothic"/>
              </a:rPr>
              <a:t> </a:t>
            </a:r>
            <a:r>
              <a:rPr sz="1200" dirty="0">
                <a:latin typeface="Century Gothic"/>
                <a:cs typeface="Century Gothic"/>
              </a:rPr>
              <a:t>cases</a:t>
            </a:r>
            <a:r>
              <a:rPr sz="1200" spc="120" dirty="0">
                <a:latin typeface="Century Gothic"/>
                <a:cs typeface="Century Gothic"/>
              </a:rPr>
              <a:t> </a:t>
            </a:r>
            <a:r>
              <a:rPr sz="1200" dirty="0">
                <a:latin typeface="Century Gothic"/>
                <a:cs typeface="Century Gothic"/>
              </a:rPr>
              <a:t>you</a:t>
            </a:r>
            <a:r>
              <a:rPr sz="1200" spc="145" dirty="0">
                <a:latin typeface="Century Gothic"/>
                <a:cs typeface="Century Gothic"/>
              </a:rPr>
              <a:t> </a:t>
            </a:r>
            <a:r>
              <a:rPr sz="1200" dirty="0">
                <a:latin typeface="Century Gothic"/>
                <a:cs typeface="Century Gothic"/>
              </a:rPr>
              <a:t>may</a:t>
            </a:r>
            <a:r>
              <a:rPr sz="1200" spc="114" dirty="0">
                <a:latin typeface="Century Gothic"/>
                <a:cs typeface="Century Gothic"/>
              </a:rPr>
              <a:t> </a:t>
            </a:r>
            <a:r>
              <a:rPr sz="1200" dirty="0">
                <a:latin typeface="Century Gothic"/>
                <a:cs typeface="Century Gothic"/>
              </a:rPr>
              <a:t>be</a:t>
            </a:r>
            <a:r>
              <a:rPr sz="1200" spc="114" dirty="0">
                <a:latin typeface="Century Gothic"/>
                <a:cs typeface="Century Gothic"/>
              </a:rPr>
              <a:t> </a:t>
            </a:r>
            <a:r>
              <a:rPr sz="1200" dirty="0">
                <a:latin typeface="Century Gothic"/>
                <a:cs typeface="Century Gothic"/>
              </a:rPr>
              <a:t>given</a:t>
            </a:r>
            <a:r>
              <a:rPr sz="1200" spc="140" dirty="0">
                <a:latin typeface="Century Gothic"/>
                <a:cs typeface="Century Gothic"/>
              </a:rPr>
              <a:t> </a:t>
            </a:r>
            <a:r>
              <a:rPr sz="1200" dirty="0">
                <a:latin typeface="Century Gothic"/>
                <a:cs typeface="Century Gothic"/>
              </a:rPr>
              <a:t>a</a:t>
            </a:r>
            <a:r>
              <a:rPr sz="1200" spc="114" dirty="0">
                <a:latin typeface="Century Gothic"/>
                <a:cs typeface="Century Gothic"/>
              </a:rPr>
              <a:t> </a:t>
            </a:r>
            <a:r>
              <a:rPr sz="1200" dirty="0">
                <a:latin typeface="Century Gothic"/>
                <a:cs typeface="Century Gothic"/>
              </a:rPr>
              <a:t>reference</a:t>
            </a:r>
            <a:r>
              <a:rPr sz="1200" spc="114" dirty="0">
                <a:latin typeface="Century Gothic"/>
                <a:cs typeface="Century Gothic"/>
              </a:rPr>
              <a:t> </a:t>
            </a:r>
            <a:r>
              <a:rPr sz="1200" spc="60" dirty="0">
                <a:latin typeface="Century Gothic"/>
                <a:cs typeface="Century Gothic"/>
              </a:rPr>
              <a:t>number</a:t>
            </a:r>
            <a:r>
              <a:rPr sz="1200" spc="120" dirty="0">
                <a:latin typeface="Century Gothic"/>
                <a:cs typeface="Century Gothic"/>
              </a:rPr>
              <a:t> </a:t>
            </a:r>
            <a:r>
              <a:rPr sz="1200" dirty="0">
                <a:latin typeface="Century Gothic"/>
                <a:cs typeface="Century Gothic"/>
              </a:rPr>
              <a:t>for</a:t>
            </a:r>
            <a:r>
              <a:rPr sz="1200" spc="114" dirty="0">
                <a:latin typeface="Century Gothic"/>
                <a:cs typeface="Century Gothic"/>
              </a:rPr>
              <a:t> </a:t>
            </a:r>
            <a:r>
              <a:rPr sz="1200" dirty="0">
                <a:latin typeface="Century Gothic"/>
                <a:cs typeface="Century Gothic"/>
              </a:rPr>
              <a:t>the</a:t>
            </a:r>
            <a:r>
              <a:rPr sz="1200" spc="114" dirty="0">
                <a:latin typeface="Century Gothic"/>
                <a:cs typeface="Century Gothic"/>
              </a:rPr>
              <a:t> </a:t>
            </a:r>
            <a:r>
              <a:rPr sz="1200" dirty="0">
                <a:latin typeface="Century Gothic"/>
                <a:cs typeface="Century Gothic"/>
              </a:rPr>
              <a:t>job</a:t>
            </a:r>
            <a:r>
              <a:rPr sz="1200" spc="120" dirty="0">
                <a:latin typeface="Century Gothic"/>
                <a:cs typeface="Century Gothic"/>
              </a:rPr>
              <a:t> </a:t>
            </a:r>
            <a:r>
              <a:rPr sz="1200" dirty="0">
                <a:latin typeface="Century Gothic"/>
                <a:cs typeface="Century Gothic"/>
              </a:rPr>
              <a:t>role;</a:t>
            </a:r>
            <a:r>
              <a:rPr sz="1200" spc="120" dirty="0">
                <a:latin typeface="Century Gothic"/>
                <a:cs typeface="Century Gothic"/>
              </a:rPr>
              <a:t> </a:t>
            </a:r>
            <a:r>
              <a:rPr sz="1200" spc="55" dirty="0">
                <a:latin typeface="Century Gothic"/>
                <a:cs typeface="Century Gothic"/>
              </a:rPr>
              <a:t>if</a:t>
            </a:r>
            <a:r>
              <a:rPr sz="1200" spc="120" dirty="0">
                <a:latin typeface="Century Gothic"/>
                <a:cs typeface="Century Gothic"/>
              </a:rPr>
              <a:t> </a:t>
            </a:r>
            <a:r>
              <a:rPr sz="1200" dirty="0">
                <a:latin typeface="Century Gothic"/>
                <a:cs typeface="Century Gothic"/>
              </a:rPr>
              <a:t>so,</a:t>
            </a:r>
            <a:r>
              <a:rPr sz="1200" spc="114" dirty="0">
                <a:latin typeface="Century Gothic"/>
                <a:cs typeface="Century Gothic"/>
              </a:rPr>
              <a:t> </a:t>
            </a:r>
            <a:r>
              <a:rPr sz="1200" spc="-25" dirty="0">
                <a:latin typeface="Century Gothic"/>
                <a:cs typeface="Century Gothic"/>
              </a:rPr>
              <a:t>you </a:t>
            </a:r>
            <a:r>
              <a:rPr sz="1200" dirty="0">
                <a:latin typeface="Century Gothic"/>
                <a:cs typeface="Century Gothic"/>
              </a:rPr>
              <a:t>should</a:t>
            </a:r>
            <a:r>
              <a:rPr sz="1200" spc="95" dirty="0">
                <a:latin typeface="Century Gothic"/>
                <a:cs typeface="Century Gothic"/>
              </a:rPr>
              <a:t> </a:t>
            </a:r>
            <a:r>
              <a:rPr sz="1200" dirty="0">
                <a:latin typeface="Century Gothic"/>
                <a:cs typeface="Century Gothic"/>
              </a:rPr>
              <a:t>include</a:t>
            </a:r>
            <a:r>
              <a:rPr sz="1200" spc="105" dirty="0">
                <a:latin typeface="Century Gothic"/>
                <a:cs typeface="Century Gothic"/>
              </a:rPr>
              <a:t> </a:t>
            </a:r>
            <a:r>
              <a:rPr sz="1200" spc="85" dirty="0">
                <a:latin typeface="Century Gothic"/>
                <a:cs typeface="Century Gothic"/>
              </a:rPr>
              <a:t>this</a:t>
            </a:r>
            <a:r>
              <a:rPr sz="1200" spc="80" dirty="0">
                <a:latin typeface="Century Gothic"/>
                <a:cs typeface="Century Gothic"/>
              </a:rPr>
              <a:t> </a:t>
            </a:r>
            <a:r>
              <a:rPr sz="1200" spc="75" dirty="0">
                <a:latin typeface="Century Gothic"/>
                <a:cs typeface="Century Gothic"/>
              </a:rPr>
              <a:t>in</a:t>
            </a:r>
            <a:r>
              <a:rPr sz="1200" spc="100" dirty="0">
                <a:latin typeface="Century Gothic"/>
                <a:cs typeface="Century Gothic"/>
              </a:rPr>
              <a:t> </a:t>
            </a:r>
            <a:r>
              <a:rPr sz="1200" dirty="0">
                <a:latin typeface="Century Gothic"/>
                <a:cs typeface="Century Gothic"/>
              </a:rPr>
              <a:t>the</a:t>
            </a:r>
            <a:r>
              <a:rPr sz="1200" spc="90" dirty="0">
                <a:latin typeface="Century Gothic"/>
                <a:cs typeface="Century Gothic"/>
              </a:rPr>
              <a:t> </a:t>
            </a:r>
            <a:r>
              <a:rPr sz="1200" dirty="0">
                <a:latin typeface="Century Gothic"/>
                <a:cs typeface="Century Gothic"/>
              </a:rPr>
              <a:t>subject</a:t>
            </a:r>
            <a:r>
              <a:rPr sz="1200" spc="120" dirty="0">
                <a:latin typeface="Century Gothic"/>
                <a:cs typeface="Century Gothic"/>
              </a:rPr>
              <a:t> </a:t>
            </a:r>
            <a:r>
              <a:rPr sz="1200" spc="-10" dirty="0">
                <a:latin typeface="Century Gothic"/>
                <a:cs typeface="Century Gothic"/>
              </a:rPr>
              <a:t>line.</a:t>
            </a:r>
            <a:endParaRPr sz="1200">
              <a:latin typeface="Century Gothic"/>
              <a:cs typeface="Century Gothic"/>
            </a:endParaRPr>
          </a:p>
        </p:txBody>
      </p:sp>
      <p:pic>
        <p:nvPicPr>
          <p:cNvPr id="4" name="object 4" descr="A close up of a sign  Description automatically generated"/>
          <p:cNvPicPr/>
          <p:nvPr/>
        </p:nvPicPr>
        <p:blipFill>
          <a:blip r:embed="rId2" cstate="print"/>
          <a:stretch>
            <a:fillRect/>
          </a:stretch>
        </p:blipFill>
        <p:spPr>
          <a:xfrm>
            <a:off x="5588508" y="227075"/>
            <a:ext cx="888491" cy="539495"/>
          </a:xfrm>
          <a:prstGeom prst="rect">
            <a:avLst/>
          </a:prstGeom>
        </p:spPr>
      </p:pic>
      <p:sp>
        <p:nvSpPr>
          <p:cNvPr id="5" name="object 5"/>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6" name="object 6"/>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5</a:t>
            </a:fld>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41955" y="579602"/>
            <a:ext cx="1967230" cy="574040"/>
          </a:xfrm>
          <a:prstGeom prst="rect">
            <a:avLst/>
          </a:prstGeom>
        </p:spPr>
        <p:txBody>
          <a:bodyPr vert="horz" wrap="square" lIns="0" tIns="12700" rIns="0" bIns="0" rtlCol="0">
            <a:spAutoFit/>
          </a:bodyPr>
          <a:lstStyle/>
          <a:p>
            <a:pPr marL="12700" marR="5080" indent="86995">
              <a:lnSpc>
                <a:spcPct val="100000"/>
              </a:lnSpc>
              <a:spcBef>
                <a:spcPts val="100"/>
              </a:spcBef>
            </a:pPr>
            <a:r>
              <a:rPr sz="1800" spc="95" dirty="0">
                <a:latin typeface="Century Gothic"/>
                <a:cs typeface="Century Gothic"/>
              </a:rPr>
              <a:t>APPLYING</a:t>
            </a:r>
            <a:r>
              <a:rPr sz="1800" spc="-20" dirty="0">
                <a:latin typeface="Century Gothic"/>
                <a:cs typeface="Century Gothic"/>
              </a:rPr>
              <a:t> </a:t>
            </a:r>
            <a:r>
              <a:rPr sz="1800" spc="114" dirty="0">
                <a:latin typeface="Century Gothic"/>
                <a:cs typeface="Century Gothic"/>
              </a:rPr>
              <a:t>FOR </a:t>
            </a:r>
            <a:r>
              <a:rPr sz="1800" spc="155" dirty="0">
                <a:latin typeface="Century Gothic"/>
                <a:cs typeface="Century Gothic"/>
              </a:rPr>
              <a:t>OPPORTUNITIES</a:t>
            </a:r>
            <a:endParaRPr sz="1800">
              <a:latin typeface="Century Gothic"/>
              <a:cs typeface="Century Gothic"/>
            </a:endParaRPr>
          </a:p>
        </p:txBody>
      </p:sp>
      <p:grpSp>
        <p:nvGrpSpPr>
          <p:cNvPr id="3" name="object 3"/>
          <p:cNvGrpSpPr/>
          <p:nvPr/>
        </p:nvGrpSpPr>
        <p:grpSpPr>
          <a:xfrm>
            <a:off x="248665" y="227075"/>
            <a:ext cx="6362700" cy="9135110"/>
            <a:chOff x="248665" y="227075"/>
            <a:chExt cx="6362700" cy="9135110"/>
          </a:xfrm>
        </p:grpSpPr>
        <p:sp>
          <p:nvSpPr>
            <p:cNvPr id="4" name="object 4"/>
            <p:cNvSpPr/>
            <p:nvPr/>
          </p:nvSpPr>
          <p:spPr>
            <a:xfrm>
              <a:off x="261365" y="1930146"/>
              <a:ext cx="6337300" cy="7419340"/>
            </a:xfrm>
            <a:custGeom>
              <a:avLst/>
              <a:gdLst/>
              <a:ahLst/>
              <a:cxnLst/>
              <a:rect l="l" t="t" r="r" b="b"/>
              <a:pathLst>
                <a:path w="6337300" h="7419340">
                  <a:moveTo>
                    <a:pt x="0" y="0"/>
                  </a:moveTo>
                  <a:lnTo>
                    <a:pt x="6336792" y="0"/>
                  </a:lnTo>
                  <a:lnTo>
                    <a:pt x="6336792" y="7418832"/>
                  </a:lnTo>
                  <a:lnTo>
                    <a:pt x="0" y="7418832"/>
                  </a:lnTo>
                  <a:lnTo>
                    <a:pt x="0" y="0"/>
                  </a:lnTo>
                  <a:close/>
                </a:path>
              </a:pathLst>
            </a:custGeom>
            <a:ln w="25400">
              <a:solidFill>
                <a:srgbClr val="000000"/>
              </a:solidFill>
            </a:ln>
          </p:spPr>
          <p:txBody>
            <a:bodyPr wrap="square" lIns="0" tIns="0" rIns="0" bIns="0" rtlCol="0"/>
            <a:lstStyle/>
            <a:p>
              <a:endParaRPr/>
            </a:p>
          </p:txBody>
        </p:sp>
        <p:pic>
          <p:nvPicPr>
            <p:cNvPr id="5" name="object 5" descr="A close up of a sign  Description automatically generated"/>
            <p:cNvPicPr/>
            <p:nvPr/>
          </p:nvPicPr>
          <p:blipFill>
            <a:blip r:embed="rId2" cstate="print"/>
            <a:stretch>
              <a:fillRect/>
            </a:stretch>
          </p:blipFill>
          <p:spPr>
            <a:xfrm>
              <a:off x="5588507" y="227075"/>
              <a:ext cx="888491" cy="539495"/>
            </a:xfrm>
            <a:prstGeom prst="rect">
              <a:avLst/>
            </a:prstGeom>
          </p:spPr>
        </p:pic>
      </p:grpSp>
      <p:sp>
        <p:nvSpPr>
          <p:cNvPr id="6" name="object 6"/>
          <p:cNvSpPr txBox="1"/>
          <p:nvPr/>
        </p:nvSpPr>
        <p:spPr>
          <a:xfrm>
            <a:off x="241471" y="1377999"/>
            <a:ext cx="6242685" cy="391160"/>
          </a:xfrm>
          <a:prstGeom prst="rect">
            <a:avLst/>
          </a:prstGeom>
        </p:spPr>
        <p:txBody>
          <a:bodyPr vert="horz" wrap="square" lIns="0" tIns="12700" rIns="0" bIns="0" rtlCol="0">
            <a:spAutoFit/>
          </a:bodyPr>
          <a:lstStyle/>
          <a:p>
            <a:pPr marL="12700" marR="5080">
              <a:lnSpc>
                <a:spcPct val="100000"/>
              </a:lnSpc>
              <a:spcBef>
                <a:spcPts val="100"/>
              </a:spcBef>
            </a:pPr>
            <a:r>
              <a:rPr sz="1200" b="1" spc="105" dirty="0">
                <a:latin typeface="Calibri"/>
                <a:cs typeface="Calibri"/>
              </a:rPr>
              <a:t>Q3)</a:t>
            </a:r>
            <a:r>
              <a:rPr sz="1200" b="1" spc="90" dirty="0">
                <a:latin typeface="Calibri"/>
                <a:cs typeface="Calibri"/>
              </a:rPr>
              <a:t> </a:t>
            </a:r>
            <a:r>
              <a:rPr sz="1200" spc="75" dirty="0">
                <a:latin typeface="Century Gothic"/>
                <a:cs typeface="Century Gothic"/>
              </a:rPr>
              <a:t>Write</a:t>
            </a:r>
            <a:r>
              <a:rPr sz="1200" dirty="0">
                <a:latin typeface="Century Gothic"/>
                <a:cs typeface="Century Gothic"/>
              </a:rPr>
              <a:t> an</a:t>
            </a:r>
            <a:r>
              <a:rPr sz="1200" spc="25" dirty="0">
                <a:latin typeface="Century Gothic"/>
                <a:cs typeface="Century Gothic"/>
              </a:rPr>
              <a:t> </a:t>
            </a:r>
            <a:r>
              <a:rPr sz="1200" spc="-10" dirty="0">
                <a:latin typeface="Century Gothic"/>
                <a:cs typeface="Century Gothic"/>
              </a:rPr>
              <a:t>accompanying</a:t>
            </a:r>
            <a:r>
              <a:rPr sz="1200" spc="5" dirty="0">
                <a:latin typeface="Century Gothic"/>
                <a:cs typeface="Century Gothic"/>
              </a:rPr>
              <a:t> </a:t>
            </a:r>
            <a:r>
              <a:rPr sz="1200" dirty="0">
                <a:latin typeface="Century Gothic"/>
                <a:cs typeface="Century Gothic"/>
              </a:rPr>
              <a:t>letter to</a:t>
            </a:r>
            <a:r>
              <a:rPr sz="1200" spc="-5" dirty="0">
                <a:latin typeface="Century Gothic"/>
                <a:cs typeface="Century Gothic"/>
              </a:rPr>
              <a:t> </a:t>
            </a:r>
            <a:r>
              <a:rPr sz="1200" dirty="0">
                <a:latin typeface="Century Gothic"/>
                <a:cs typeface="Century Gothic"/>
              </a:rPr>
              <a:t>send</a:t>
            </a:r>
            <a:r>
              <a:rPr sz="1200" spc="5" dirty="0">
                <a:latin typeface="Century Gothic"/>
                <a:cs typeface="Century Gothic"/>
              </a:rPr>
              <a:t> </a:t>
            </a:r>
            <a:r>
              <a:rPr sz="1200" dirty="0">
                <a:latin typeface="Century Gothic"/>
                <a:cs typeface="Century Gothic"/>
              </a:rPr>
              <a:t>to</a:t>
            </a:r>
            <a:r>
              <a:rPr sz="1200" spc="-5" dirty="0">
                <a:latin typeface="Century Gothic"/>
                <a:cs typeface="Century Gothic"/>
              </a:rPr>
              <a:t> </a:t>
            </a:r>
            <a:r>
              <a:rPr sz="1200" spc="80" dirty="0">
                <a:latin typeface="Century Gothic"/>
                <a:cs typeface="Century Gothic"/>
              </a:rPr>
              <a:t>submit</a:t>
            </a:r>
            <a:r>
              <a:rPr sz="1200" spc="10" dirty="0">
                <a:latin typeface="Century Gothic"/>
                <a:cs typeface="Century Gothic"/>
              </a:rPr>
              <a:t> </a:t>
            </a:r>
            <a:r>
              <a:rPr sz="1200" spc="70" dirty="0">
                <a:latin typeface="Century Gothic"/>
                <a:cs typeface="Century Gothic"/>
              </a:rPr>
              <a:t>with</a:t>
            </a:r>
            <a:r>
              <a:rPr sz="1200" spc="-5" dirty="0">
                <a:latin typeface="Century Gothic"/>
                <a:cs typeface="Century Gothic"/>
              </a:rPr>
              <a:t> </a:t>
            </a:r>
            <a:r>
              <a:rPr sz="1200" dirty="0">
                <a:latin typeface="Century Gothic"/>
                <a:cs typeface="Century Gothic"/>
              </a:rPr>
              <a:t>an</a:t>
            </a:r>
            <a:r>
              <a:rPr sz="1200" spc="5" dirty="0">
                <a:latin typeface="Century Gothic"/>
                <a:cs typeface="Century Gothic"/>
              </a:rPr>
              <a:t> </a:t>
            </a:r>
            <a:r>
              <a:rPr sz="1200" dirty="0">
                <a:latin typeface="Century Gothic"/>
                <a:cs typeface="Century Gothic"/>
              </a:rPr>
              <a:t>application</a:t>
            </a:r>
            <a:r>
              <a:rPr sz="1200" spc="345" dirty="0">
                <a:latin typeface="Century Gothic"/>
                <a:cs typeface="Century Gothic"/>
              </a:rPr>
              <a:t> </a:t>
            </a:r>
            <a:r>
              <a:rPr sz="1200" dirty="0">
                <a:latin typeface="Century Gothic"/>
                <a:cs typeface="Century Gothic"/>
              </a:rPr>
              <a:t>(Ref</a:t>
            </a:r>
            <a:r>
              <a:rPr sz="1200" spc="20" dirty="0">
                <a:latin typeface="Century Gothic"/>
                <a:cs typeface="Century Gothic"/>
              </a:rPr>
              <a:t> </a:t>
            </a:r>
            <a:r>
              <a:rPr sz="1200" spc="-125" dirty="0">
                <a:latin typeface="Century Gothic"/>
                <a:cs typeface="Century Gothic"/>
              </a:rPr>
              <a:t>C</a:t>
            </a:r>
            <a:r>
              <a:rPr sz="1200" spc="5" dirty="0">
                <a:latin typeface="Century Gothic"/>
                <a:cs typeface="Century Gothic"/>
              </a:rPr>
              <a:t> </a:t>
            </a:r>
            <a:r>
              <a:rPr sz="1200" spc="55" dirty="0">
                <a:latin typeface="Century Gothic"/>
                <a:cs typeface="Century Gothic"/>
              </a:rPr>
              <a:t>-</a:t>
            </a:r>
            <a:r>
              <a:rPr sz="1200" dirty="0">
                <a:latin typeface="Century Gothic"/>
                <a:cs typeface="Century Gothic"/>
              </a:rPr>
              <a:t> </a:t>
            </a:r>
            <a:r>
              <a:rPr sz="1200" spc="-50" dirty="0">
                <a:latin typeface="Century Gothic"/>
                <a:cs typeface="Century Gothic"/>
              </a:rPr>
              <a:t>: </a:t>
            </a:r>
            <a:r>
              <a:rPr sz="1200" spc="-20" dirty="0">
                <a:latin typeface="Century Gothic"/>
                <a:cs typeface="Century Gothic"/>
              </a:rPr>
              <a:t>2.2)</a:t>
            </a:r>
            <a:endParaRPr sz="1200" dirty="0">
              <a:latin typeface="Century Gothic"/>
              <a:cs typeface="Century Gothic"/>
            </a:endParaRPr>
          </a:p>
        </p:txBody>
      </p:sp>
      <p:sp>
        <p:nvSpPr>
          <p:cNvPr id="7" name="object 7"/>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8" name="object 8"/>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6</a:t>
            </a:fld>
            <a:endParaRPr spc="-25" dirty="0"/>
          </a:p>
        </p:txBody>
      </p:sp>
      <p:sp>
        <p:nvSpPr>
          <p:cNvPr id="9" name="TextBox 8">
            <a:extLst>
              <a:ext uri="{FF2B5EF4-FFF2-40B4-BE49-F238E27FC236}">
                <a16:creationId xmlns:a16="http://schemas.microsoft.com/office/drawing/2014/main" id="{147D6FA1-10CD-B5F4-0E3F-FE2C4676D189}"/>
              </a:ext>
            </a:extLst>
          </p:cNvPr>
          <p:cNvSpPr txBox="1"/>
          <p:nvPr/>
        </p:nvSpPr>
        <p:spPr>
          <a:xfrm>
            <a:off x="259334" y="1939698"/>
            <a:ext cx="6337300" cy="6463308"/>
          </a:xfrm>
          <a:prstGeom prst="rect">
            <a:avLst/>
          </a:prstGeom>
          <a:noFill/>
          <a:ln>
            <a:solidFill>
              <a:schemeClr val="tx1"/>
            </a:solidFill>
          </a:ln>
        </p:spPr>
        <p:txBody>
          <a:bodyPr wrap="square" rtlCol="0">
            <a:spAutoFit/>
          </a:bodyPr>
          <a:lstStyle/>
          <a:p>
            <a:r>
              <a:rPr lang="en-GB" dirty="0"/>
              <a:t>Dear [Hiring Manager’s Name],</a:t>
            </a:r>
          </a:p>
          <a:p>
            <a:r>
              <a:rPr lang="en-GB" dirty="0"/>
              <a:t>I am writing to apply for the [Job Title] position, as advertised on [where you found the vacancy]. Please find my CV attached in support of my application.</a:t>
            </a:r>
          </a:p>
          <a:p>
            <a:r>
              <a:rPr lang="en-GB" dirty="0"/>
              <a:t>I am a motivated and reliable individual with relevant skills and experience that closely match the requirements of this role. Through my previous education and experience, I have developed strong communication skills, a positive work ethic, and the ability to work well both independently and as part of a team. I am keen to learn new skills and apply myself fully in a professional working environment.</a:t>
            </a:r>
          </a:p>
          <a:p>
            <a:r>
              <a:rPr lang="en-GB" dirty="0"/>
              <a:t>I am particularly interested in this opportunity because of my interest in [company/industry] and my desire to develop my skills further within a reputable organisation. I believe I would be a positive addition to your team and would work hard to contribute to the success of your organisation.</a:t>
            </a:r>
          </a:p>
          <a:p>
            <a:r>
              <a:rPr lang="en-GB" dirty="0"/>
              <a:t>Thank you for taking the time to consider my application. I would welcome the opportunity to discuss my application further and am available for an interview at your convenience. I look forward to hearing from you.</a:t>
            </a:r>
          </a:p>
          <a:p>
            <a:r>
              <a:rPr lang="en-GB" dirty="0"/>
              <a:t>Yours sincerely,</a:t>
            </a:r>
            <a:br>
              <a:rPr lang="en-GB" dirty="0"/>
            </a:br>
            <a:r>
              <a:rPr lang="en-GB" dirty="0"/>
              <a:t>Noor Saba</a:t>
            </a:r>
          </a:p>
          <a:p>
            <a:endParaRPr lang="en-GB"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44750" y="510171"/>
            <a:ext cx="1967230" cy="574040"/>
          </a:xfrm>
          <a:prstGeom prst="rect">
            <a:avLst/>
          </a:prstGeom>
        </p:spPr>
        <p:txBody>
          <a:bodyPr vert="horz" wrap="square" lIns="0" tIns="12700" rIns="0" bIns="0" rtlCol="0">
            <a:spAutoFit/>
          </a:bodyPr>
          <a:lstStyle/>
          <a:p>
            <a:pPr marL="12700" marR="5080" indent="86995">
              <a:lnSpc>
                <a:spcPct val="100000"/>
              </a:lnSpc>
              <a:spcBef>
                <a:spcPts val="100"/>
              </a:spcBef>
            </a:pPr>
            <a:r>
              <a:rPr sz="1800" spc="90" dirty="0">
                <a:latin typeface="Century Gothic"/>
                <a:cs typeface="Century Gothic"/>
              </a:rPr>
              <a:t>APPLYING</a:t>
            </a:r>
            <a:r>
              <a:rPr sz="1800" spc="-30" dirty="0">
                <a:latin typeface="Century Gothic"/>
                <a:cs typeface="Century Gothic"/>
              </a:rPr>
              <a:t> </a:t>
            </a:r>
            <a:r>
              <a:rPr sz="1800" spc="114" dirty="0">
                <a:latin typeface="Century Gothic"/>
                <a:cs typeface="Century Gothic"/>
              </a:rPr>
              <a:t>FOR </a:t>
            </a:r>
            <a:r>
              <a:rPr sz="1800" spc="155" dirty="0">
                <a:latin typeface="Century Gothic"/>
                <a:cs typeface="Century Gothic"/>
              </a:rPr>
              <a:t>OPPORTUNITIES</a:t>
            </a:r>
            <a:endParaRPr sz="1800">
              <a:latin typeface="Century Gothic"/>
              <a:cs typeface="Century Gothic"/>
            </a:endParaRPr>
          </a:p>
        </p:txBody>
      </p:sp>
      <p:sp>
        <p:nvSpPr>
          <p:cNvPr id="3" name="object 3"/>
          <p:cNvSpPr txBox="1"/>
          <p:nvPr/>
        </p:nvSpPr>
        <p:spPr>
          <a:xfrm>
            <a:off x="242991" y="1456032"/>
            <a:ext cx="6362065" cy="1305560"/>
          </a:xfrm>
          <a:prstGeom prst="rect">
            <a:avLst/>
          </a:prstGeom>
        </p:spPr>
        <p:txBody>
          <a:bodyPr vert="horz" wrap="square" lIns="0" tIns="12700" rIns="0" bIns="0" rtlCol="0">
            <a:spAutoFit/>
          </a:bodyPr>
          <a:lstStyle/>
          <a:p>
            <a:pPr marL="12700" marR="5080">
              <a:lnSpc>
                <a:spcPct val="100000"/>
              </a:lnSpc>
              <a:spcBef>
                <a:spcPts val="100"/>
              </a:spcBef>
              <a:tabLst>
                <a:tab pos="1612265" algn="l"/>
              </a:tabLst>
            </a:pPr>
            <a:r>
              <a:rPr sz="1200" b="1" spc="145" dirty="0">
                <a:latin typeface="Calibri"/>
                <a:cs typeface="Calibri"/>
              </a:rPr>
              <a:t>Q4)</a:t>
            </a:r>
            <a:r>
              <a:rPr sz="1200" b="1" spc="195" dirty="0">
                <a:latin typeface="Calibri"/>
                <a:cs typeface="Calibri"/>
              </a:rPr>
              <a:t> </a:t>
            </a:r>
            <a:r>
              <a:rPr sz="1200" b="1" spc="160" dirty="0">
                <a:latin typeface="Calibri"/>
                <a:cs typeface="Calibri"/>
              </a:rPr>
              <a:t>Using</a:t>
            </a:r>
            <a:r>
              <a:rPr sz="1200" b="1" spc="195" dirty="0">
                <a:latin typeface="Calibri"/>
                <a:cs typeface="Calibri"/>
              </a:rPr>
              <a:t> </a:t>
            </a:r>
            <a:r>
              <a:rPr sz="1200" b="1" spc="150" dirty="0">
                <a:latin typeface="Calibri"/>
                <a:cs typeface="Calibri"/>
              </a:rPr>
              <a:t>sources</a:t>
            </a:r>
            <a:r>
              <a:rPr sz="1200" b="1" spc="200" dirty="0">
                <a:latin typeface="Calibri"/>
                <a:cs typeface="Calibri"/>
              </a:rPr>
              <a:t> </a:t>
            </a:r>
            <a:r>
              <a:rPr sz="1200" b="1" spc="110" dirty="0">
                <a:latin typeface="Calibri"/>
                <a:cs typeface="Calibri"/>
              </a:rPr>
              <a:t>of</a:t>
            </a:r>
            <a:r>
              <a:rPr sz="1200" b="1" spc="200" dirty="0">
                <a:latin typeface="Calibri"/>
                <a:cs typeface="Calibri"/>
              </a:rPr>
              <a:t> </a:t>
            </a:r>
            <a:r>
              <a:rPr sz="1200" b="1" spc="125" dirty="0">
                <a:latin typeface="Calibri"/>
                <a:cs typeface="Calibri"/>
              </a:rPr>
              <a:t>information</a:t>
            </a:r>
            <a:r>
              <a:rPr sz="1200" b="1" spc="195" dirty="0">
                <a:latin typeface="Calibri"/>
                <a:cs typeface="Calibri"/>
              </a:rPr>
              <a:t> </a:t>
            </a:r>
            <a:r>
              <a:rPr sz="1200" b="1" spc="120" dirty="0">
                <a:latin typeface="Calibri"/>
                <a:cs typeface="Calibri"/>
              </a:rPr>
              <a:t>to</a:t>
            </a:r>
            <a:r>
              <a:rPr sz="1200" b="1" spc="204" dirty="0">
                <a:latin typeface="Calibri"/>
                <a:cs typeface="Calibri"/>
              </a:rPr>
              <a:t> </a:t>
            </a:r>
            <a:r>
              <a:rPr sz="1200" b="1" spc="114" dirty="0">
                <a:latin typeface="Calibri"/>
                <a:cs typeface="Calibri"/>
              </a:rPr>
              <a:t>identify</a:t>
            </a:r>
            <a:r>
              <a:rPr sz="1200" b="1" spc="185" dirty="0">
                <a:latin typeface="Calibri"/>
                <a:cs typeface="Calibri"/>
              </a:rPr>
              <a:t> </a:t>
            </a:r>
            <a:r>
              <a:rPr sz="1200" b="1" spc="120" dirty="0">
                <a:latin typeface="Calibri"/>
                <a:cs typeface="Calibri"/>
              </a:rPr>
              <a:t>job</a:t>
            </a:r>
            <a:r>
              <a:rPr sz="1200" b="1" spc="185" dirty="0">
                <a:latin typeface="Calibri"/>
                <a:cs typeface="Calibri"/>
              </a:rPr>
              <a:t> </a:t>
            </a:r>
            <a:r>
              <a:rPr sz="1200" b="1" spc="125" dirty="0">
                <a:latin typeface="Calibri"/>
                <a:cs typeface="Calibri"/>
              </a:rPr>
              <a:t>vacancies</a:t>
            </a:r>
            <a:r>
              <a:rPr sz="1200" spc="125" dirty="0">
                <a:latin typeface="Century Gothic"/>
                <a:cs typeface="Century Gothic"/>
              </a:rPr>
              <a:t>:</a:t>
            </a:r>
            <a:r>
              <a:rPr sz="1200" spc="135" dirty="0">
                <a:latin typeface="Century Gothic"/>
                <a:cs typeface="Century Gothic"/>
              </a:rPr>
              <a:t> </a:t>
            </a:r>
            <a:r>
              <a:rPr sz="1200" dirty="0">
                <a:latin typeface="Century Gothic"/>
                <a:cs typeface="Century Gothic"/>
              </a:rPr>
              <a:t>matching</a:t>
            </a:r>
            <a:r>
              <a:rPr sz="1200" spc="135" dirty="0">
                <a:latin typeface="Century Gothic"/>
                <a:cs typeface="Century Gothic"/>
              </a:rPr>
              <a:t> </a:t>
            </a:r>
            <a:r>
              <a:rPr sz="1200" dirty="0">
                <a:latin typeface="Century Gothic"/>
                <a:cs typeface="Century Gothic"/>
              </a:rPr>
              <a:t>your</a:t>
            </a:r>
            <a:r>
              <a:rPr sz="1200" spc="130" dirty="0">
                <a:latin typeface="Century Gothic"/>
                <a:cs typeface="Century Gothic"/>
              </a:rPr>
              <a:t> </a:t>
            </a:r>
            <a:r>
              <a:rPr sz="1200" spc="-25" dirty="0">
                <a:latin typeface="Century Gothic"/>
                <a:cs typeface="Century Gothic"/>
              </a:rPr>
              <a:t>own </a:t>
            </a:r>
            <a:r>
              <a:rPr sz="1200" spc="75" dirty="0">
                <a:latin typeface="Century Gothic"/>
                <a:cs typeface="Century Gothic"/>
              </a:rPr>
              <a:t>skills, </a:t>
            </a:r>
            <a:r>
              <a:rPr sz="1200" spc="60" dirty="0">
                <a:latin typeface="Century Gothic"/>
                <a:cs typeface="Century Gothic"/>
              </a:rPr>
              <a:t>interests</a:t>
            </a:r>
            <a:r>
              <a:rPr sz="1200" spc="85" dirty="0">
                <a:latin typeface="Century Gothic"/>
                <a:cs typeface="Century Gothic"/>
              </a:rPr>
              <a:t> </a:t>
            </a:r>
            <a:r>
              <a:rPr sz="1200" dirty="0">
                <a:latin typeface="Century Gothic"/>
                <a:cs typeface="Century Gothic"/>
              </a:rPr>
              <a:t>or</a:t>
            </a:r>
            <a:r>
              <a:rPr sz="1200" spc="85" dirty="0">
                <a:latin typeface="Century Gothic"/>
                <a:cs typeface="Century Gothic"/>
              </a:rPr>
              <a:t> </a:t>
            </a:r>
            <a:r>
              <a:rPr sz="1200" dirty="0">
                <a:latin typeface="Century Gothic"/>
                <a:cs typeface="Century Gothic"/>
              </a:rPr>
              <a:t>experience</a:t>
            </a:r>
            <a:r>
              <a:rPr sz="1200" spc="80" dirty="0">
                <a:latin typeface="Century Gothic"/>
                <a:cs typeface="Century Gothic"/>
              </a:rPr>
              <a:t> </a:t>
            </a:r>
            <a:r>
              <a:rPr sz="1200" dirty="0">
                <a:latin typeface="Century Gothic"/>
                <a:cs typeface="Century Gothic"/>
              </a:rPr>
              <a:t>to</a:t>
            </a:r>
            <a:r>
              <a:rPr sz="1200" spc="85" dirty="0">
                <a:latin typeface="Century Gothic"/>
                <a:cs typeface="Century Gothic"/>
              </a:rPr>
              <a:t> </a:t>
            </a:r>
            <a:r>
              <a:rPr sz="1200" dirty="0">
                <a:latin typeface="Century Gothic"/>
                <a:cs typeface="Century Gothic"/>
              </a:rPr>
              <a:t>job</a:t>
            </a:r>
            <a:r>
              <a:rPr sz="1200" spc="85" dirty="0">
                <a:latin typeface="Century Gothic"/>
                <a:cs typeface="Century Gothic"/>
              </a:rPr>
              <a:t> </a:t>
            </a:r>
            <a:r>
              <a:rPr sz="1200" spc="-20" dirty="0">
                <a:latin typeface="Century Gothic"/>
                <a:cs typeface="Century Gothic"/>
              </a:rPr>
              <a:t>vacancies</a:t>
            </a:r>
            <a:r>
              <a:rPr sz="1200" spc="85" dirty="0">
                <a:latin typeface="Century Gothic"/>
                <a:cs typeface="Century Gothic"/>
              </a:rPr>
              <a:t> </a:t>
            </a:r>
            <a:r>
              <a:rPr sz="1200" spc="60" dirty="0">
                <a:latin typeface="Century Gothic"/>
                <a:cs typeface="Century Gothic"/>
              </a:rPr>
              <a:t>from</a:t>
            </a:r>
            <a:r>
              <a:rPr sz="1200" spc="85" dirty="0">
                <a:latin typeface="Century Gothic"/>
                <a:cs typeface="Century Gothic"/>
              </a:rPr>
              <a:t> </a:t>
            </a:r>
            <a:r>
              <a:rPr sz="1200" dirty="0">
                <a:latin typeface="Century Gothic"/>
                <a:cs typeface="Century Gothic"/>
              </a:rPr>
              <a:t>a</a:t>
            </a:r>
            <a:r>
              <a:rPr sz="1200" spc="95" dirty="0">
                <a:latin typeface="Century Gothic"/>
                <a:cs typeface="Century Gothic"/>
              </a:rPr>
              <a:t> </a:t>
            </a:r>
            <a:r>
              <a:rPr sz="1200" dirty="0">
                <a:latin typeface="Century Gothic"/>
                <a:cs typeface="Century Gothic"/>
              </a:rPr>
              <a:t>suitable</a:t>
            </a:r>
            <a:r>
              <a:rPr sz="1200" spc="80" dirty="0">
                <a:latin typeface="Century Gothic"/>
                <a:cs typeface="Century Gothic"/>
              </a:rPr>
              <a:t> </a:t>
            </a:r>
            <a:r>
              <a:rPr sz="1200" dirty="0">
                <a:latin typeface="Century Gothic"/>
                <a:cs typeface="Century Gothic"/>
              </a:rPr>
              <a:t>source;</a:t>
            </a:r>
            <a:r>
              <a:rPr sz="1200" spc="75" dirty="0">
                <a:latin typeface="Century Gothic"/>
                <a:cs typeface="Century Gothic"/>
              </a:rPr>
              <a:t> </a:t>
            </a:r>
            <a:r>
              <a:rPr sz="1200" dirty="0">
                <a:latin typeface="Century Gothic"/>
                <a:cs typeface="Century Gothic"/>
              </a:rPr>
              <a:t>other</a:t>
            </a:r>
            <a:r>
              <a:rPr sz="1200" spc="85" dirty="0">
                <a:latin typeface="Century Gothic"/>
                <a:cs typeface="Century Gothic"/>
              </a:rPr>
              <a:t> </a:t>
            </a:r>
            <a:r>
              <a:rPr sz="1200" spc="-10" dirty="0">
                <a:latin typeface="Century Gothic"/>
                <a:cs typeface="Century Gothic"/>
              </a:rPr>
              <a:t>factors </a:t>
            </a:r>
            <a:r>
              <a:rPr sz="1200" spc="75" dirty="0">
                <a:latin typeface="Century Gothic"/>
                <a:cs typeface="Century Gothic"/>
              </a:rPr>
              <a:t>in</a:t>
            </a:r>
            <a:r>
              <a:rPr sz="1200" spc="30" dirty="0">
                <a:latin typeface="Century Gothic"/>
                <a:cs typeface="Century Gothic"/>
              </a:rPr>
              <a:t> </a:t>
            </a:r>
            <a:r>
              <a:rPr sz="1200" dirty="0">
                <a:latin typeface="Century Gothic"/>
                <a:cs typeface="Century Gothic"/>
              </a:rPr>
              <a:t>deciding</a:t>
            </a:r>
            <a:r>
              <a:rPr sz="1200" spc="35" dirty="0">
                <a:latin typeface="Century Gothic"/>
                <a:cs typeface="Century Gothic"/>
              </a:rPr>
              <a:t> </a:t>
            </a:r>
            <a:r>
              <a:rPr sz="1200" dirty="0">
                <a:latin typeface="Century Gothic"/>
                <a:cs typeface="Century Gothic"/>
              </a:rPr>
              <a:t>the</a:t>
            </a:r>
            <a:r>
              <a:rPr sz="1200" spc="10" dirty="0">
                <a:latin typeface="Century Gothic"/>
                <a:cs typeface="Century Gothic"/>
              </a:rPr>
              <a:t> </a:t>
            </a:r>
            <a:r>
              <a:rPr sz="1200" dirty="0">
                <a:latin typeface="Century Gothic"/>
                <a:cs typeface="Century Gothic"/>
              </a:rPr>
              <a:t>appropriateness</a:t>
            </a:r>
            <a:r>
              <a:rPr sz="1200" spc="15" dirty="0">
                <a:latin typeface="Century Gothic"/>
                <a:cs typeface="Century Gothic"/>
              </a:rPr>
              <a:t> </a:t>
            </a:r>
            <a:r>
              <a:rPr sz="1200" dirty="0">
                <a:latin typeface="Century Gothic"/>
                <a:cs typeface="Century Gothic"/>
              </a:rPr>
              <a:t>of</a:t>
            </a:r>
            <a:r>
              <a:rPr sz="1200" spc="35" dirty="0">
                <a:latin typeface="Century Gothic"/>
                <a:cs typeface="Century Gothic"/>
              </a:rPr>
              <a:t> </a:t>
            </a:r>
            <a:r>
              <a:rPr sz="1200" spc="-130" dirty="0">
                <a:latin typeface="Century Gothic"/>
                <a:cs typeface="Century Gothic"/>
              </a:rPr>
              <a:t>a</a:t>
            </a:r>
            <a:r>
              <a:rPr sz="1200" spc="30" dirty="0">
                <a:latin typeface="Century Gothic"/>
                <a:cs typeface="Century Gothic"/>
              </a:rPr>
              <a:t> </a:t>
            </a:r>
            <a:r>
              <a:rPr sz="1200" dirty="0">
                <a:latin typeface="Century Gothic"/>
                <a:cs typeface="Century Gothic"/>
              </a:rPr>
              <a:t>job</a:t>
            </a:r>
            <a:r>
              <a:rPr sz="1200" spc="30" dirty="0">
                <a:latin typeface="Century Gothic"/>
                <a:cs typeface="Century Gothic"/>
              </a:rPr>
              <a:t> </a:t>
            </a:r>
            <a:r>
              <a:rPr sz="1200" spc="-70" dirty="0">
                <a:latin typeface="Century Gothic"/>
                <a:cs typeface="Century Gothic"/>
              </a:rPr>
              <a:t>vacancy,</a:t>
            </a:r>
            <a:r>
              <a:rPr sz="1200" spc="40" dirty="0">
                <a:latin typeface="Century Gothic"/>
                <a:cs typeface="Century Gothic"/>
              </a:rPr>
              <a:t> </a:t>
            </a:r>
            <a:r>
              <a:rPr sz="1200" spc="-60" dirty="0">
                <a:latin typeface="Century Gothic"/>
                <a:cs typeface="Century Gothic"/>
              </a:rPr>
              <a:t>e.g.</a:t>
            </a:r>
            <a:r>
              <a:rPr sz="1200" spc="30" dirty="0">
                <a:latin typeface="Century Gothic"/>
                <a:cs typeface="Century Gothic"/>
              </a:rPr>
              <a:t> </a:t>
            </a:r>
            <a:r>
              <a:rPr sz="1200" spc="-10" dirty="0">
                <a:latin typeface="Century Gothic"/>
                <a:cs typeface="Century Gothic"/>
              </a:rPr>
              <a:t>location,</a:t>
            </a:r>
            <a:r>
              <a:rPr sz="1200" spc="15" dirty="0">
                <a:latin typeface="Century Gothic"/>
                <a:cs typeface="Century Gothic"/>
              </a:rPr>
              <a:t> </a:t>
            </a:r>
            <a:r>
              <a:rPr sz="1200" spc="55" dirty="0">
                <a:latin typeface="Century Gothic"/>
                <a:cs typeface="Century Gothic"/>
              </a:rPr>
              <a:t>working</a:t>
            </a:r>
            <a:r>
              <a:rPr sz="1200" spc="10" dirty="0">
                <a:latin typeface="Century Gothic"/>
                <a:cs typeface="Century Gothic"/>
              </a:rPr>
              <a:t> </a:t>
            </a:r>
            <a:r>
              <a:rPr sz="1200" spc="45" dirty="0">
                <a:latin typeface="Century Gothic"/>
                <a:cs typeface="Century Gothic"/>
              </a:rPr>
              <a:t>hours </a:t>
            </a:r>
            <a:r>
              <a:rPr sz="1200" b="1" spc="130" dirty="0">
                <a:latin typeface="Calibri"/>
                <a:cs typeface="Calibri"/>
              </a:rPr>
              <a:t>Information</a:t>
            </a:r>
            <a:r>
              <a:rPr sz="1200" b="1" spc="300" dirty="0">
                <a:latin typeface="Calibri"/>
                <a:cs typeface="Calibri"/>
              </a:rPr>
              <a:t> </a:t>
            </a:r>
            <a:r>
              <a:rPr sz="1200" b="1" spc="120" dirty="0">
                <a:latin typeface="Calibri"/>
                <a:cs typeface="Calibri"/>
              </a:rPr>
              <a:t>to</a:t>
            </a:r>
            <a:r>
              <a:rPr sz="1200" b="1" spc="305" dirty="0">
                <a:latin typeface="Calibri"/>
                <a:cs typeface="Calibri"/>
              </a:rPr>
              <a:t> </a:t>
            </a:r>
            <a:r>
              <a:rPr sz="1200" b="1" spc="130" dirty="0">
                <a:latin typeface="Calibri"/>
                <a:cs typeface="Calibri"/>
              </a:rPr>
              <a:t>look</a:t>
            </a:r>
            <a:r>
              <a:rPr sz="1200" b="1" spc="310" dirty="0">
                <a:latin typeface="Calibri"/>
                <a:cs typeface="Calibri"/>
              </a:rPr>
              <a:t> </a:t>
            </a:r>
            <a:r>
              <a:rPr sz="1200" b="1" spc="95" dirty="0">
                <a:latin typeface="Calibri"/>
                <a:cs typeface="Calibri"/>
              </a:rPr>
              <a:t>for</a:t>
            </a:r>
            <a:r>
              <a:rPr sz="1200" b="1" spc="315" dirty="0">
                <a:latin typeface="Calibri"/>
                <a:cs typeface="Calibri"/>
              </a:rPr>
              <a:t> </a:t>
            </a:r>
            <a:r>
              <a:rPr sz="1200" b="1" spc="114" dirty="0">
                <a:latin typeface="Calibri"/>
                <a:cs typeface="Calibri"/>
              </a:rPr>
              <a:t>in</a:t>
            </a:r>
            <a:r>
              <a:rPr sz="1200" b="1" spc="300" dirty="0">
                <a:latin typeface="Calibri"/>
                <a:cs typeface="Calibri"/>
              </a:rPr>
              <a:t> </a:t>
            </a:r>
            <a:r>
              <a:rPr sz="1200" b="1" spc="150" dirty="0">
                <a:latin typeface="Calibri"/>
                <a:cs typeface="Calibri"/>
              </a:rPr>
              <a:t>a</a:t>
            </a:r>
            <a:r>
              <a:rPr sz="1200" b="1" spc="305" dirty="0">
                <a:latin typeface="Calibri"/>
                <a:cs typeface="Calibri"/>
              </a:rPr>
              <a:t> </a:t>
            </a:r>
            <a:r>
              <a:rPr sz="1200" b="1" spc="114" dirty="0">
                <a:latin typeface="Calibri"/>
                <a:cs typeface="Calibri"/>
              </a:rPr>
              <a:t>job</a:t>
            </a:r>
            <a:r>
              <a:rPr sz="1200" b="1" spc="305" dirty="0">
                <a:latin typeface="Calibri"/>
                <a:cs typeface="Calibri"/>
              </a:rPr>
              <a:t> </a:t>
            </a:r>
            <a:r>
              <a:rPr sz="1200" b="1" spc="110" dirty="0">
                <a:latin typeface="Calibri"/>
                <a:cs typeface="Calibri"/>
              </a:rPr>
              <a:t>advert:</a:t>
            </a:r>
            <a:r>
              <a:rPr sz="1200" b="1" spc="310" dirty="0">
                <a:latin typeface="Calibri"/>
                <a:cs typeface="Calibri"/>
              </a:rPr>
              <a:t> </a:t>
            </a:r>
            <a:r>
              <a:rPr sz="1200" dirty="0">
                <a:latin typeface="Century Gothic"/>
                <a:cs typeface="Century Gothic"/>
              </a:rPr>
              <a:t>job</a:t>
            </a:r>
            <a:r>
              <a:rPr sz="1200" spc="250" dirty="0">
                <a:latin typeface="Century Gothic"/>
                <a:cs typeface="Century Gothic"/>
              </a:rPr>
              <a:t> </a:t>
            </a:r>
            <a:r>
              <a:rPr sz="1200" dirty="0">
                <a:latin typeface="Century Gothic"/>
                <a:cs typeface="Century Gothic"/>
              </a:rPr>
              <a:t>description;</a:t>
            </a:r>
            <a:r>
              <a:rPr sz="1200" spc="225" dirty="0">
                <a:latin typeface="Century Gothic"/>
                <a:cs typeface="Century Gothic"/>
              </a:rPr>
              <a:t> </a:t>
            </a:r>
            <a:r>
              <a:rPr sz="1200" dirty="0">
                <a:latin typeface="Century Gothic"/>
                <a:cs typeface="Century Gothic"/>
              </a:rPr>
              <a:t>specific</a:t>
            </a:r>
            <a:r>
              <a:rPr sz="1200" spc="250" dirty="0">
                <a:latin typeface="Century Gothic"/>
                <a:cs typeface="Century Gothic"/>
              </a:rPr>
              <a:t> </a:t>
            </a:r>
            <a:r>
              <a:rPr sz="1200" spc="100" dirty="0">
                <a:latin typeface="Century Gothic"/>
                <a:cs typeface="Century Gothic"/>
              </a:rPr>
              <a:t>skills</a:t>
            </a:r>
            <a:r>
              <a:rPr sz="1200" spc="250" dirty="0">
                <a:latin typeface="Century Gothic"/>
                <a:cs typeface="Century Gothic"/>
              </a:rPr>
              <a:t> </a:t>
            </a:r>
            <a:r>
              <a:rPr sz="1200" spc="-10" dirty="0">
                <a:latin typeface="Century Gothic"/>
                <a:cs typeface="Century Gothic"/>
              </a:rPr>
              <a:t>required; </a:t>
            </a:r>
            <a:r>
              <a:rPr sz="1200" dirty="0">
                <a:latin typeface="Century Gothic"/>
                <a:cs typeface="Century Gothic"/>
              </a:rPr>
              <a:t>specific</a:t>
            </a:r>
            <a:r>
              <a:rPr sz="1200" spc="80" dirty="0">
                <a:latin typeface="Century Gothic"/>
                <a:cs typeface="Century Gothic"/>
              </a:rPr>
              <a:t>  </a:t>
            </a:r>
            <a:r>
              <a:rPr sz="1200" dirty="0">
                <a:latin typeface="Century Gothic"/>
                <a:cs typeface="Century Gothic"/>
              </a:rPr>
              <a:t>qualifications;</a:t>
            </a:r>
            <a:r>
              <a:rPr sz="1200" spc="85" dirty="0">
                <a:latin typeface="Century Gothic"/>
                <a:cs typeface="Century Gothic"/>
              </a:rPr>
              <a:t>  </a:t>
            </a:r>
            <a:r>
              <a:rPr sz="1200" dirty="0">
                <a:latin typeface="Century Gothic"/>
                <a:cs typeface="Century Gothic"/>
              </a:rPr>
              <a:t>location;</a:t>
            </a:r>
            <a:r>
              <a:rPr sz="1200" spc="490" dirty="0">
                <a:latin typeface="Century Gothic"/>
                <a:cs typeface="Century Gothic"/>
              </a:rPr>
              <a:t> </a:t>
            </a:r>
            <a:r>
              <a:rPr sz="1200" spc="55" dirty="0">
                <a:latin typeface="Century Gothic"/>
                <a:cs typeface="Century Gothic"/>
              </a:rPr>
              <a:t>working</a:t>
            </a:r>
            <a:r>
              <a:rPr sz="1200" spc="85" dirty="0">
                <a:latin typeface="Century Gothic"/>
                <a:cs typeface="Century Gothic"/>
              </a:rPr>
              <a:t>  </a:t>
            </a:r>
            <a:r>
              <a:rPr sz="1200" dirty="0">
                <a:latin typeface="Century Gothic"/>
                <a:cs typeface="Century Gothic"/>
              </a:rPr>
              <a:t>hours;</a:t>
            </a:r>
            <a:r>
              <a:rPr sz="1200" spc="85" dirty="0">
                <a:latin typeface="Century Gothic"/>
                <a:cs typeface="Century Gothic"/>
              </a:rPr>
              <a:t>  </a:t>
            </a:r>
            <a:r>
              <a:rPr sz="1200" dirty="0">
                <a:latin typeface="Century Gothic"/>
                <a:cs typeface="Century Gothic"/>
              </a:rPr>
              <a:t>salary</a:t>
            </a:r>
            <a:r>
              <a:rPr sz="1200" spc="85" dirty="0">
                <a:latin typeface="Century Gothic"/>
                <a:cs typeface="Century Gothic"/>
              </a:rPr>
              <a:t>  </a:t>
            </a:r>
            <a:r>
              <a:rPr sz="1200" dirty="0">
                <a:latin typeface="Century Gothic"/>
                <a:cs typeface="Century Gothic"/>
              </a:rPr>
              <a:t>and</a:t>
            </a:r>
            <a:r>
              <a:rPr sz="1200" spc="85" dirty="0">
                <a:latin typeface="Century Gothic"/>
                <a:cs typeface="Century Gothic"/>
              </a:rPr>
              <a:t>  </a:t>
            </a:r>
            <a:r>
              <a:rPr sz="1200" dirty="0">
                <a:latin typeface="Century Gothic"/>
                <a:cs typeface="Century Gothic"/>
              </a:rPr>
              <a:t>any</a:t>
            </a:r>
            <a:r>
              <a:rPr sz="1200" spc="85" dirty="0">
                <a:latin typeface="Century Gothic"/>
                <a:cs typeface="Century Gothic"/>
              </a:rPr>
              <a:t>  </a:t>
            </a:r>
            <a:r>
              <a:rPr sz="1200" dirty="0">
                <a:latin typeface="Century Gothic"/>
                <a:cs typeface="Century Gothic"/>
              </a:rPr>
              <a:t>other</a:t>
            </a:r>
            <a:r>
              <a:rPr sz="1200" spc="85" dirty="0">
                <a:latin typeface="Century Gothic"/>
                <a:cs typeface="Century Gothic"/>
              </a:rPr>
              <a:t>  </a:t>
            </a:r>
            <a:r>
              <a:rPr sz="1200" spc="-10" dirty="0">
                <a:latin typeface="Century Gothic"/>
                <a:cs typeface="Century Gothic"/>
              </a:rPr>
              <a:t>benefits; </a:t>
            </a:r>
            <a:r>
              <a:rPr sz="1200" dirty="0">
                <a:latin typeface="Century Gothic"/>
                <a:cs typeface="Century Gothic"/>
              </a:rPr>
              <a:t>details</a:t>
            </a:r>
            <a:r>
              <a:rPr sz="1200" spc="475" dirty="0">
                <a:latin typeface="Century Gothic"/>
                <a:cs typeface="Century Gothic"/>
              </a:rPr>
              <a:t> </a:t>
            </a:r>
            <a:r>
              <a:rPr sz="1200" dirty="0">
                <a:latin typeface="Century Gothic"/>
                <a:cs typeface="Century Gothic"/>
              </a:rPr>
              <a:t>of</a:t>
            </a:r>
            <a:r>
              <a:rPr sz="1200" spc="475" dirty="0">
                <a:latin typeface="Century Gothic"/>
                <a:cs typeface="Century Gothic"/>
              </a:rPr>
              <a:t> </a:t>
            </a:r>
            <a:r>
              <a:rPr sz="1200" dirty="0">
                <a:latin typeface="Century Gothic"/>
                <a:cs typeface="Century Gothic"/>
              </a:rPr>
              <a:t>how</a:t>
            </a:r>
            <a:r>
              <a:rPr sz="1200" spc="475" dirty="0">
                <a:latin typeface="Century Gothic"/>
                <a:cs typeface="Century Gothic"/>
              </a:rPr>
              <a:t> </a:t>
            </a:r>
            <a:r>
              <a:rPr sz="1200" dirty="0">
                <a:latin typeface="Century Gothic"/>
                <a:cs typeface="Century Gothic"/>
              </a:rPr>
              <a:t>to</a:t>
            </a:r>
            <a:r>
              <a:rPr sz="1200" spc="465" dirty="0">
                <a:latin typeface="Century Gothic"/>
                <a:cs typeface="Century Gothic"/>
              </a:rPr>
              <a:t> </a:t>
            </a:r>
            <a:r>
              <a:rPr sz="1200" dirty="0">
                <a:latin typeface="Century Gothic"/>
                <a:cs typeface="Century Gothic"/>
              </a:rPr>
              <a:t>apply</a:t>
            </a:r>
            <a:r>
              <a:rPr sz="1200" spc="470" dirty="0">
                <a:latin typeface="Century Gothic"/>
                <a:cs typeface="Century Gothic"/>
              </a:rPr>
              <a:t> </a:t>
            </a:r>
            <a:r>
              <a:rPr sz="1200" dirty="0">
                <a:latin typeface="Century Gothic"/>
                <a:cs typeface="Century Gothic"/>
              </a:rPr>
              <a:t>for</a:t>
            </a:r>
            <a:r>
              <a:rPr sz="1200" spc="475" dirty="0">
                <a:latin typeface="Century Gothic"/>
                <a:cs typeface="Century Gothic"/>
              </a:rPr>
              <a:t> </a:t>
            </a:r>
            <a:r>
              <a:rPr sz="1200" dirty="0">
                <a:latin typeface="Century Gothic"/>
                <a:cs typeface="Century Gothic"/>
              </a:rPr>
              <a:t>the</a:t>
            </a:r>
            <a:r>
              <a:rPr sz="1200" spc="470" dirty="0">
                <a:latin typeface="Century Gothic"/>
                <a:cs typeface="Century Gothic"/>
              </a:rPr>
              <a:t> </a:t>
            </a:r>
            <a:r>
              <a:rPr sz="1200" dirty="0">
                <a:latin typeface="Century Gothic"/>
                <a:cs typeface="Century Gothic"/>
              </a:rPr>
              <a:t>job;</a:t>
            </a:r>
            <a:r>
              <a:rPr sz="1200" spc="455" dirty="0">
                <a:latin typeface="Century Gothic"/>
                <a:cs typeface="Century Gothic"/>
              </a:rPr>
              <a:t> </a:t>
            </a:r>
            <a:r>
              <a:rPr sz="1200" dirty="0">
                <a:latin typeface="Century Gothic"/>
                <a:cs typeface="Century Gothic"/>
              </a:rPr>
              <a:t>closing</a:t>
            </a:r>
            <a:r>
              <a:rPr sz="1200" spc="484" dirty="0">
                <a:latin typeface="Century Gothic"/>
                <a:cs typeface="Century Gothic"/>
              </a:rPr>
              <a:t> </a:t>
            </a:r>
            <a:r>
              <a:rPr sz="1200" dirty="0">
                <a:latin typeface="Century Gothic"/>
                <a:cs typeface="Century Gothic"/>
              </a:rPr>
              <a:t>date</a:t>
            </a:r>
            <a:r>
              <a:rPr sz="1200" spc="470" dirty="0">
                <a:latin typeface="Century Gothic"/>
                <a:cs typeface="Century Gothic"/>
              </a:rPr>
              <a:t> </a:t>
            </a:r>
            <a:r>
              <a:rPr sz="1200" dirty="0">
                <a:latin typeface="Century Gothic"/>
                <a:cs typeface="Century Gothic"/>
              </a:rPr>
              <a:t>for</a:t>
            </a:r>
            <a:r>
              <a:rPr sz="1200" spc="475" dirty="0">
                <a:latin typeface="Century Gothic"/>
                <a:cs typeface="Century Gothic"/>
              </a:rPr>
              <a:t> </a:t>
            </a:r>
            <a:r>
              <a:rPr sz="1200" dirty="0">
                <a:latin typeface="Century Gothic"/>
                <a:cs typeface="Century Gothic"/>
              </a:rPr>
              <a:t>applications;</a:t>
            </a:r>
            <a:r>
              <a:rPr sz="1200" spc="470" dirty="0">
                <a:latin typeface="Century Gothic"/>
                <a:cs typeface="Century Gothic"/>
              </a:rPr>
              <a:t> </a:t>
            </a:r>
            <a:r>
              <a:rPr sz="1200" spc="-10" dirty="0">
                <a:latin typeface="Century Gothic"/>
                <a:cs typeface="Century Gothic"/>
              </a:rPr>
              <a:t>promotion </a:t>
            </a:r>
            <a:r>
              <a:rPr sz="1200" spc="45" dirty="0">
                <a:latin typeface="Century Gothic"/>
                <a:cs typeface="Century Gothic"/>
              </a:rPr>
              <a:t>possibilities</a:t>
            </a:r>
            <a:r>
              <a:rPr sz="1200" dirty="0">
                <a:latin typeface="Century Gothic"/>
                <a:cs typeface="Century Gothic"/>
              </a:rPr>
              <a:t>	(Ref</a:t>
            </a:r>
            <a:r>
              <a:rPr sz="1200" spc="5" dirty="0">
                <a:latin typeface="Century Gothic"/>
                <a:cs typeface="Century Gothic"/>
              </a:rPr>
              <a:t> </a:t>
            </a:r>
            <a:r>
              <a:rPr sz="1200" spc="-125" dirty="0">
                <a:latin typeface="Century Gothic"/>
                <a:cs typeface="Century Gothic"/>
              </a:rPr>
              <a:t>C</a:t>
            </a:r>
            <a:r>
              <a:rPr sz="1200" spc="-5" dirty="0">
                <a:latin typeface="Century Gothic"/>
                <a:cs typeface="Century Gothic"/>
              </a:rPr>
              <a:t> </a:t>
            </a:r>
            <a:r>
              <a:rPr sz="1200" spc="55" dirty="0">
                <a:latin typeface="Century Gothic"/>
                <a:cs typeface="Century Gothic"/>
              </a:rPr>
              <a:t>-</a:t>
            </a:r>
            <a:r>
              <a:rPr sz="1200" spc="-10" dirty="0">
                <a:latin typeface="Century Gothic"/>
                <a:cs typeface="Century Gothic"/>
              </a:rPr>
              <a:t> </a:t>
            </a:r>
            <a:r>
              <a:rPr sz="1200" spc="-85" dirty="0">
                <a:latin typeface="Century Gothic"/>
                <a:cs typeface="Century Gothic"/>
              </a:rPr>
              <a:t>:</a:t>
            </a:r>
            <a:r>
              <a:rPr sz="1200" spc="-10" dirty="0">
                <a:latin typeface="Century Gothic"/>
                <a:cs typeface="Century Gothic"/>
              </a:rPr>
              <a:t> </a:t>
            </a:r>
            <a:r>
              <a:rPr sz="1200" spc="-40" dirty="0">
                <a:latin typeface="Century Gothic"/>
                <a:cs typeface="Century Gothic"/>
              </a:rPr>
              <a:t>3.2,</a:t>
            </a:r>
            <a:r>
              <a:rPr sz="1200" spc="-10" dirty="0">
                <a:latin typeface="Century Gothic"/>
                <a:cs typeface="Century Gothic"/>
              </a:rPr>
              <a:t> </a:t>
            </a:r>
            <a:r>
              <a:rPr sz="1200" spc="-20" dirty="0">
                <a:latin typeface="Century Gothic"/>
                <a:cs typeface="Century Gothic"/>
              </a:rPr>
              <a:t>4.1)</a:t>
            </a:r>
            <a:endParaRPr sz="1200" dirty="0">
              <a:latin typeface="Century Gothic"/>
              <a:cs typeface="Century Gothic"/>
            </a:endParaRPr>
          </a:p>
        </p:txBody>
      </p:sp>
      <p:graphicFrame>
        <p:nvGraphicFramePr>
          <p:cNvPr id="4" name="object 4"/>
          <p:cNvGraphicFramePr>
            <a:graphicFrameLocks noGrp="1"/>
          </p:cNvGraphicFramePr>
          <p:nvPr>
            <p:extLst>
              <p:ext uri="{D42A27DB-BD31-4B8C-83A1-F6EECF244321}">
                <p14:modId xmlns:p14="http://schemas.microsoft.com/office/powerpoint/2010/main" val="3575307449"/>
              </p:ext>
            </p:extLst>
          </p:nvPr>
        </p:nvGraphicFramePr>
        <p:xfrm>
          <a:off x="249341" y="2858418"/>
          <a:ext cx="6337299" cy="3156582"/>
        </p:xfrm>
        <a:graphic>
          <a:graphicData uri="http://schemas.openxmlformats.org/drawingml/2006/table">
            <a:tbl>
              <a:tblPr firstRow="1" bandRow="1">
                <a:tableStyleId>{2D5ABB26-0587-4C30-8999-92F81FD0307C}</a:tableStyleId>
              </a:tblPr>
              <a:tblGrid>
                <a:gridCol w="1805305">
                  <a:extLst>
                    <a:ext uri="{9D8B030D-6E8A-4147-A177-3AD203B41FA5}">
                      <a16:colId xmlns:a16="http://schemas.microsoft.com/office/drawing/2014/main" val="20000"/>
                    </a:ext>
                  </a:extLst>
                </a:gridCol>
                <a:gridCol w="2952749">
                  <a:extLst>
                    <a:ext uri="{9D8B030D-6E8A-4147-A177-3AD203B41FA5}">
                      <a16:colId xmlns:a16="http://schemas.microsoft.com/office/drawing/2014/main" val="20001"/>
                    </a:ext>
                  </a:extLst>
                </a:gridCol>
                <a:gridCol w="1579245">
                  <a:extLst>
                    <a:ext uri="{9D8B030D-6E8A-4147-A177-3AD203B41FA5}">
                      <a16:colId xmlns:a16="http://schemas.microsoft.com/office/drawing/2014/main" val="20002"/>
                    </a:ext>
                  </a:extLst>
                </a:gridCol>
              </a:tblGrid>
              <a:tr h="457200">
                <a:tc>
                  <a:txBody>
                    <a:bodyPr/>
                    <a:lstStyle/>
                    <a:p>
                      <a:pPr marL="91440" marR="679450">
                        <a:lnSpc>
                          <a:spcPct val="100000"/>
                        </a:lnSpc>
                        <a:spcBef>
                          <a:spcPts val="300"/>
                        </a:spcBef>
                      </a:pPr>
                      <a:r>
                        <a:rPr sz="1200" b="1" spc="150" dirty="0">
                          <a:latin typeface="Calibri"/>
                          <a:cs typeface="Calibri"/>
                        </a:rPr>
                        <a:t>Types</a:t>
                      </a:r>
                      <a:r>
                        <a:rPr sz="1200" b="1" spc="70" dirty="0">
                          <a:latin typeface="Calibri"/>
                          <a:cs typeface="Calibri"/>
                        </a:rPr>
                        <a:t> </a:t>
                      </a:r>
                      <a:r>
                        <a:rPr sz="1200" b="1" spc="85" dirty="0">
                          <a:latin typeface="Calibri"/>
                          <a:cs typeface="Calibri"/>
                        </a:rPr>
                        <a:t>of </a:t>
                      </a:r>
                      <a:r>
                        <a:rPr sz="1200" b="1" spc="155" dirty="0">
                          <a:latin typeface="Calibri"/>
                          <a:cs typeface="Calibri"/>
                        </a:rPr>
                        <a:t>employment</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00"/>
                        </a:spcBef>
                      </a:pPr>
                      <a:r>
                        <a:rPr sz="1200" b="1" spc="135" dirty="0">
                          <a:latin typeface="Calibri"/>
                          <a:cs typeface="Calibri"/>
                        </a:rPr>
                        <a:t>Features</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marR="95885">
                        <a:lnSpc>
                          <a:spcPct val="100000"/>
                        </a:lnSpc>
                        <a:spcBef>
                          <a:spcPts val="300"/>
                        </a:spcBef>
                      </a:pPr>
                      <a:r>
                        <a:rPr sz="1200" b="1" spc="114" dirty="0">
                          <a:latin typeface="Calibri"/>
                          <a:cs typeface="Calibri"/>
                        </a:rPr>
                        <a:t>Suitability</a:t>
                      </a:r>
                      <a:r>
                        <a:rPr sz="1200" b="1" spc="55" dirty="0">
                          <a:latin typeface="Calibri"/>
                          <a:cs typeface="Calibri"/>
                        </a:rPr>
                        <a:t> </a:t>
                      </a:r>
                      <a:r>
                        <a:rPr sz="1200" b="1" spc="130" dirty="0">
                          <a:latin typeface="Calibri"/>
                          <a:cs typeface="Calibri"/>
                        </a:rPr>
                        <a:t>(Tick</a:t>
                      </a:r>
                      <a:r>
                        <a:rPr sz="1200" b="1" spc="85" dirty="0">
                          <a:latin typeface="Calibri"/>
                          <a:cs typeface="Calibri"/>
                        </a:rPr>
                        <a:t> </a:t>
                      </a:r>
                      <a:r>
                        <a:rPr sz="1200" b="1" spc="40" dirty="0">
                          <a:latin typeface="Calibri"/>
                          <a:cs typeface="Calibri"/>
                        </a:rPr>
                        <a:t>if </a:t>
                      </a:r>
                      <a:r>
                        <a:rPr sz="1200" b="1" spc="110" dirty="0">
                          <a:latin typeface="Calibri"/>
                          <a:cs typeface="Calibri"/>
                        </a:rPr>
                        <a:t>Yes)</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899794">
                <a:tc>
                  <a:txBody>
                    <a:bodyPr/>
                    <a:lstStyle/>
                    <a:p>
                      <a:pPr marL="91440">
                        <a:lnSpc>
                          <a:spcPct val="100000"/>
                        </a:lnSpc>
                        <a:spcBef>
                          <a:spcPts val="300"/>
                        </a:spcBef>
                      </a:pPr>
                      <a:r>
                        <a:rPr sz="1200" b="1" spc="-50" dirty="0">
                          <a:latin typeface="Calibri"/>
                          <a:cs typeface="Calibri"/>
                        </a:rPr>
                        <a:t>1</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marR="815340">
                        <a:lnSpc>
                          <a:spcPct val="100000"/>
                        </a:lnSpc>
                        <a:spcBef>
                          <a:spcPts val="1320"/>
                        </a:spcBef>
                      </a:pPr>
                      <a:r>
                        <a:rPr sz="1200" spc="95" dirty="0">
                          <a:latin typeface="Century Gothic"/>
                          <a:cs typeface="Century Gothic"/>
                        </a:rPr>
                        <a:t>Skills</a:t>
                      </a:r>
                      <a:r>
                        <a:rPr lang="en-GB" sz="1200" spc="95" dirty="0">
                          <a:latin typeface="Century Gothic"/>
                          <a:cs typeface="Century Gothic"/>
                        </a:rPr>
                        <a:t> </a:t>
                      </a:r>
                      <a:r>
                        <a:rPr sz="1200" spc="95" dirty="0">
                          <a:latin typeface="Century Gothic"/>
                          <a:cs typeface="Century Gothic"/>
                        </a:rPr>
                        <a:t> </a:t>
                      </a:r>
                      <a:r>
                        <a:rPr sz="1200" spc="-10" dirty="0">
                          <a:latin typeface="Century Gothic"/>
                          <a:cs typeface="Century Gothic"/>
                        </a:rPr>
                        <a:t>Sector Location</a:t>
                      </a:r>
                      <a:endParaRPr sz="1200" dirty="0">
                        <a:latin typeface="Century Gothic"/>
                        <a:cs typeface="Century Gothic"/>
                      </a:endParaRPr>
                    </a:p>
                  </a:txBody>
                  <a:tcPr marL="0" marR="0" marT="167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899794">
                <a:tc>
                  <a:txBody>
                    <a:bodyPr/>
                    <a:lstStyle/>
                    <a:p>
                      <a:pPr marL="91440">
                        <a:lnSpc>
                          <a:spcPct val="100000"/>
                        </a:lnSpc>
                        <a:spcBef>
                          <a:spcPts val="300"/>
                        </a:spcBef>
                      </a:pPr>
                      <a:r>
                        <a:rPr sz="1200" b="1" spc="40" dirty="0">
                          <a:latin typeface="Calibri"/>
                          <a:cs typeface="Calibri"/>
                        </a:rPr>
                        <a:t>2</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marR="815340">
                        <a:lnSpc>
                          <a:spcPct val="100000"/>
                        </a:lnSpc>
                        <a:spcBef>
                          <a:spcPts val="605"/>
                        </a:spcBef>
                      </a:pPr>
                      <a:r>
                        <a:rPr sz="1200" spc="95" dirty="0">
                          <a:latin typeface="Century Gothic"/>
                          <a:cs typeface="Century Gothic"/>
                        </a:rPr>
                        <a:t>Skills</a:t>
                      </a:r>
                      <a:r>
                        <a:rPr lang="en-GB" sz="1200" spc="95" dirty="0">
                          <a:latin typeface="Century Gothic"/>
                          <a:cs typeface="Century Gothic"/>
                        </a:rPr>
                        <a:t>   </a:t>
                      </a:r>
                      <a:r>
                        <a:rPr sz="1200" spc="95" dirty="0">
                          <a:latin typeface="Century Gothic"/>
                          <a:cs typeface="Century Gothic"/>
                        </a:rPr>
                        <a:t> </a:t>
                      </a:r>
                      <a:r>
                        <a:rPr sz="1200" spc="-10" dirty="0">
                          <a:latin typeface="Century Gothic"/>
                          <a:cs typeface="Century Gothic"/>
                        </a:rPr>
                        <a:t>Sector</a:t>
                      </a:r>
                      <a:r>
                        <a:rPr lang="en-GB" sz="1200" spc="-10" dirty="0">
                          <a:latin typeface="Century Gothic"/>
                          <a:cs typeface="Century Gothic"/>
                        </a:rPr>
                        <a:t> </a:t>
                      </a:r>
                      <a:r>
                        <a:rPr sz="1200" spc="-10" dirty="0">
                          <a:latin typeface="Century Gothic"/>
                          <a:cs typeface="Century Gothic"/>
                        </a:rPr>
                        <a:t> Location</a:t>
                      </a:r>
                      <a:endParaRPr sz="1200" dirty="0">
                        <a:latin typeface="Century Gothic"/>
                        <a:cs typeface="Century Gothic"/>
                      </a:endParaRPr>
                    </a:p>
                  </a:txBody>
                  <a:tcPr marL="0" marR="0" marT="768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899794">
                <a:tc>
                  <a:txBody>
                    <a:bodyPr/>
                    <a:lstStyle/>
                    <a:p>
                      <a:pPr marL="91440">
                        <a:lnSpc>
                          <a:spcPct val="100000"/>
                        </a:lnSpc>
                        <a:spcBef>
                          <a:spcPts val="300"/>
                        </a:spcBef>
                      </a:pPr>
                      <a:r>
                        <a:rPr sz="1200" b="1" spc="40" dirty="0">
                          <a:latin typeface="Calibri"/>
                          <a:cs typeface="Calibri"/>
                        </a:rPr>
                        <a:t>3</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marR="815340">
                        <a:lnSpc>
                          <a:spcPct val="100000"/>
                        </a:lnSpc>
                        <a:spcBef>
                          <a:spcPts val="1325"/>
                        </a:spcBef>
                      </a:pPr>
                      <a:r>
                        <a:rPr sz="1200" spc="95" dirty="0">
                          <a:latin typeface="Century Gothic"/>
                          <a:cs typeface="Century Gothic"/>
                        </a:rPr>
                        <a:t>Skills </a:t>
                      </a:r>
                      <a:r>
                        <a:rPr sz="1200" spc="-10" dirty="0">
                          <a:latin typeface="Century Gothic"/>
                          <a:cs typeface="Century Gothic"/>
                        </a:rPr>
                        <a:t>Sector Location</a:t>
                      </a:r>
                      <a:endParaRPr sz="1200" dirty="0">
                        <a:latin typeface="Century Gothic"/>
                        <a:cs typeface="Century Gothic"/>
                      </a:endParaRPr>
                    </a:p>
                  </a:txBody>
                  <a:tcPr marL="0" marR="0" marT="1682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graphicFrame>
        <p:nvGraphicFramePr>
          <p:cNvPr id="5" name="object 5"/>
          <p:cNvGraphicFramePr>
            <a:graphicFrameLocks noGrp="1"/>
          </p:cNvGraphicFramePr>
          <p:nvPr/>
        </p:nvGraphicFramePr>
        <p:xfrm>
          <a:off x="249341" y="6225833"/>
          <a:ext cx="6336030" cy="3042282"/>
        </p:xfrm>
        <a:graphic>
          <a:graphicData uri="http://schemas.openxmlformats.org/drawingml/2006/table">
            <a:tbl>
              <a:tblPr firstRow="1" bandRow="1">
                <a:tableStyleId>{2D5ABB26-0587-4C30-8999-92F81FD0307C}</a:tableStyleId>
              </a:tblPr>
              <a:tblGrid>
                <a:gridCol w="1661160">
                  <a:extLst>
                    <a:ext uri="{9D8B030D-6E8A-4147-A177-3AD203B41FA5}">
                      <a16:colId xmlns:a16="http://schemas.microsoft.com/office/drawing/2014/main" val="20000"/>
                    </a:ext>
                  </a:extLst>
                </a:gridCol>
                <a:gridCol w="3378835">
                  <a:extLst>
                    <a:ext uri="{9D8B030D-6E8A-4147-A177-3AD203B41FA5}">
                      <a16:colId xmlns:a16="http://schemas.microsoft.com/office/drawing/2014/main" val="20001"/>
                    </a:ext>
                  </a:extLst>
                </a:gridCol>
                <a:gridCol w="1296035">
                  <a:extLst>
                    <a:ext uri="{9D8B030D-6E8A-4147-A177-3AD203B41FA5}">
                      <a16:colId xmlns:a16="http://schemas.microsoft.com/office/drawing/2014/main" val="20002"/>
                    </a:ext>
                  </a:extLst>
                </a:gridCol>
              </a:tblGrid>
              <a:tr h="342900">
                <a:tc>
                  <a:txBody>
                    <a:bodyPr/>
                    <a:lstStyle/>
                    <a:p>
                      <a:pPr marL="91440">
                        <a:lnSpc>
                          <a:spcPct val="100000"/>
                        </a:lnSpc>
                        <a:spcBef>
                          <a:spcPts val="570"/>
                        </a:spcBef>
                      </a:pPr>
                      <a:r>
                        <a:rPr sz="1200" b="1" spc="175" dirty="0">
                          <a:latin typeface="Calibri"/>
                          <a:cs typeface="Calibri"/>
                        </a:rPr>
                        <a:t>Company</a:t>
                      </a:r>
                      <a:endParaRPr sz="1200">
                        <a:latin typeface="Calibri"/>
                        <a:cs typeface="Calibri"/>
                      </a:endParaRPr>
                    </a:p>
                  </a:txBody>
                  <a:tcPr marL="0" marR="0" marT="723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570"/>
                        </a:spcBef>
                      </a:pPr>
                      <a:r>
                        <a:rPr sz="1200" b="1" spc="180" dirty="0">
                          <a:latin typeface="Calibri"/>
                          <a:cs typeface="Calibri"/>
                        </a:rPr>
                        <a:t>Job</a:t>
                      </a:r>
                      <a:r>
                        <a:rPr sz="1200" b="1" spc="70" dirty="0">
                          <a:latin typeface="Calibri"/>
                          <a:cs typeface="Calibri"/>
                        </a:rPr>
                        <a:t> </a:t>
                      </a:r>
                      <a:r>
                        <a:rPr sz="1200" b="1" spc="100" dirty="0">
                          <a:latin typeface="Calibri"/>
                          <a:cs typeface="Calibri"/>
                        </a:rPr>
                        <a:t>Title</a:t>
                      </a:r>
                      <a:r>
                        <a:rPr sz="1200" b="1" spc="70" dirty="0">
                          <a:latin typeface="Calibri"/>
                          <a:cs typeface="Calibri"/>
                        </a:rPr>
                        <a:t> </a:t>
                      </a:r>
                      <a:r>
                        <a:rPr sz="1200" b="1" spc="165" dirty="0">
                          <a:latin typeface="Calibri"/>
                          <a:cs typeface="Calibri"/>
                        </a:rPr>
                        <a:t>and</a:t>
                      </a:r>
                      <a:r>
                        <a:rPr sz="1200" b="1" spc="60" dirty="0">
                          <a:latin typeface="Calibri"/>
                          <a:cs typeface="Calibri"/>
                        </a:rPr>
                        <a:t> </a:t>
                      </a:r>
                      <a:r>
                        <a:rPr sz="1200" b="1" spc="180" dirty="0">
                          <a:latin typeface="Calibri"/>
                          <a:cs typeface="Calibri"/>
                        </a:rPr>
                        <a:t>Job</a:t>
                      </a:r>
                      <a:r>
                        <a:rPr sz="1200" b="1" spc="70" dirty="0">
                          <a:latin typeface="Calibri"/>
                          <a:cs typeface="Calibri"/>
                        </a:rPr>
                        <a:t> </a:t>
                      </a:r>
                      <a:r>
                        <a:rPr sz="1200" b="1" spc="105" dirty="0">
                          <a:latin typeface="Calibri"/>
                          <a:cs typeface="Calibri"/>
                        </a:rPr>
                        <a:t>ref</a:t>
                      </a:r>
                      <a:r>
                        <a:rPr sz="1200" b="1" spc="75" dirty="0">
                          <a:latin typeface="Calibri"/>
                          <a:cs typeface="Calibri"/>
                        </a:rPr>
                        <a:t> </a:t>
                      </a:r>
                      <a:r>
                        <a:rPr sz="1200" b="1" spc="160" dirty="0">
                          <a:latin typeface="Calibri"/>
                          <a:cs typeface="Calibri"/>
                        </a:rPr>
                        <a:t>Number</a:t>
                      </a:r>
                      <a:endParaRPr sz="1200">
                        <a:latin typeface="Calibri"/>
                        <a:cs typeface="Calibri"/>
                      </a:endParaRPr>
                    </a:p>
                  </a:txBody>
                  <a:tcPr marL="0" marR="0" marT="723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570"/>
                        </a:spcBef>
                      </a:pPr>
                      <a:r>
                        <a:rPr sz="1200" b="1" spc="150" dirty="0">
                          <a:latin typeface="Calibri"/>
                          <a:cs typeface="Calibri"/>
                        </a:rPr>
                        <a:t>Closing</a:t>
                      </a:r>
                      <a:r>
                        <a:rPr sz="1200" b="1" spc="75" dirty="0">
                          <a:latin typeface="Calibri"/>
                          <a:cs typeface="Calibri"/>
                        </a:rPr>
                        <a:t> </a:t>
                      </a:r>
                      <a:r>
                        <a:rPr sz="1200" b="1" spc="140" dirty="0">
                          <a:latin typeface="Calibri"/>
                          <a:cs typeface="Calibri"/>
                        </a:rPr>
                        <a:t>Date</a:t>
                      </a:r>
                      <a:endParaRPr sz="1200">
                        <a:latin typeface="Calibri"/>
                        <a:cs typeface="Calibri"/>
                      </a:endParaRPr>
                    </a:p>
                  </a:txBody>
                  <a:tcPr marL="0" marR="0" marT="723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899794">
                <a:tc>
                  <a:txBody>
                    <a:bodyPr/>
                    <a:lstStyle/>
                    <a:p>
                      <a:pPr marL="91440">
                        <a:lnSpc>
                          <a:spcPct val="100000"/>
                        </a:lnSpc>
                        <a:spcBef>
                          <a:spcPts val="300"/>
                        </a:spcBef>
                      </a:pPr>
                      <a:r>
                        <a:rPr sz="1200" b="1" spc="-50" dirty="0">
                          <a:latin typeface="Calibri"/>
                          <a:cs typeface="Calibri"/>
                        </a:rPr>
                        <a:t>1</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899794">
                <a:tc>
                  <a:txBody>
                    <a:bodyPr/>
                    <a:lstStyle/>
                    <a:p>
                      <a:pPr marL="91440">
                        <a:lnSpc>
                          <a:spcPct val="100000"/>
                        </a:lnSpc>
                        <a:spcBef>
                          <a:spcPts val="300"/>
                        </a:spcBef>
                      </a:pPr>
                      <a:r>
                        <a:rPr sz="1200" b="1" spc="40" dirty="0">
                          <a:latin typeface="Calibri"/>
                          <a:cs typeface="Calibri"/>
                        </a:rPr>
                        <a:t>2</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899794">
                <a:tc>
                  <a:txBody>
                    <a:bodyPr/>
                    <a:lstStyle/>
                    <a:p>
                      <a:pPr marL="91440">
                        <a:lnSpc>
                          <a:spcPct val="100000"/>
                        </a:lnSpc>
                        <a:spcBef>
                          <a:spcPts val="300"/>
                        </a:spcBef>
                      </a:pPr>
                      <a:r>
                        <a:rPr sz="1200" b="1" spc="40" dirty="0">
                          <a:latin typeface="Calibri"/>
                          <a:cs typeface="Calibri"/>
                        </a:rPr>
                        <a:t>3</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pic>
        <p:nvPicPr>
          <p:cNvPr id="6" name="object 6" descr="A close up of a sign  Description automatically generated"/>
          <p:cNvPicPr/>
          <p:nvPr/>
        </p:nvPicPr>
        <p:blipFill>
          <a:blip r:embed="rId2" cstate="print"/>
          <a:stretch>
            <a:fillRect/>
          </a:stretch>
        </p:blipFill>
        <p:spPr>
          <a:xfrm>
            <a:off x="5588508" y="227075"/>
            <a:ext cx="888491" cy="539495"/>
          </a:xfrm>
          <a:prstGeom prst="rect">
            <a:avLst/>
          </a:prstGeom>
        </p:spPr>
      </p:pic>
      <p:sp>
        <p:nvSpPr>
          <p:cNvPr id="7" name="object 7"/>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8" name="object 8"/>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7</a:t>
            </a:fld>
            <a:endParaRPr spc="-25" dirty="0"/>
          </a:p>
        </p:txBody>
      </p:sp>
      <p:sp>
        <p:nvSpPr>
          <p:cNvPr id="9" name="TextBox 8">
            <a:extLst>
              <a:ext uri="{FF2B5EF4-FFF2-40B4-BE49-F238E27FC236}">
                <a16:creationId xmlns:a16="http://schemas.microsoft.com/office/drawing/2014/main" id="{BCF68563-D965-9883-EE1B-AEB92866817D}"/>
              </a:ext>
            </a:extLst>
          </p:cNvPr>
          <p:cNvSpPr txBox="1"/>
          <p:nvPr/>
        </p:nvSpPr>
        <p:spPr>
          <a:xfrm>
            <a:off x="445419" y="3352800"/>
            <a:ext cx="1535781" cy="584775"/>
          </a:xfrm>
          <a:prstGeom prst="rect">
            <a:avLst/>
          </a:prstGeom>
          <a:noFill/>
          <a:ln>
            <a:solidFill>
              <a:schemeClr val="tx1"/>
            </a:solidFill>
          </a:ln>
        </p:spPr>
        <p:txBody>
          <a:bodyPr wrap="square" rtlCol="0">
            <a:spAutoFit/>
          </a:bodyPr>
          <a:lstStyle/>
          <a:p>
            <a:r>
              <a:rPr lang="en-GB" sz="1600" dirty="0"/>
              <a:t>Full-time Employment</a:t>
            </a:r>
          </a:p>
        </p:txBody>
      </p:sp>
      <p:sp>
        <p:nvSpPr>
          <p:cNvPr id="10" name="TextBox 9">
            <a:extLst>
              <a:ext uri="{FF2B5EF4-FFF2-40B4-BE49-F238E27FC236}">
                <a16:creationId xmlns:a16="http://schemas.microsoft.com/office/drawing/2014/main" id="{34FF8808-D92C-02FF-A05F-9F48DD319BCF}"/>
              </a:ext>
            </a:extLst>
          </p:cNvPr>
          <p:cNvSpPr txBox="1"/>
          <p:nvPr/>
        </p:nvSpPr>
        <p:spPr>
          <a:xfrm>
            <a:off x="409324" y="4302900"/>
            <a:ext cx="1593533" cy="584775"/>
          </a:xfrm>
          <a:prstGeom prst="rect">
            <a:avLst/>
          </a:prstGeom>
          <a:noFill/>
          <a:ln>
            <a:solidFill>
              <a:schemeClr val="tx1"/>
            </a:solidFill>
          </a:ln>
        </p:spPr>
        <p:txBody>
          <a:bodyPr wrap="square" rtlCol="0">
            <a:spAutoFit/>
          </a:bodyPr>
          <a:lstStyle/>
          <a:p>
            <a:r>
              <a:rPr lang="en-GB" sz="1600" dirty="0"/>
              <a:t>Part-time Employment</a:t>
            </a:r>
          </a:p>
        </p:txBody>
      </p:sp>
      <p:sp>
        <p:nvSpPr>
          <p:cNvPr id="11" name="TextBox 10">
            <a:extLst>
              <a:ext uri="{FF2B5EF4-FFF2-40B4-BE49-F238E27FC236}">
                <a16:creationId xmlns:a16="http://schemas.microsoft.com/office/drawing/2014/main" id="{4122E1B0-41AC-7608-BBD7-A20BA7621D24}"/>
              </a:ext>
            </a:extLst>
          </p:cNvPr>
          <p:cNvSpPr txBox="1"/>
          <p:nvPr/>
        </p:nvSpPr>
        <p:spPr>
          <a:xfrm>
            <a:off x="445419" y="5166169"/>
            <a:ext cx="1521343" cy="830997"/>
          </a:xfrm>
          <a:prstGeom prst="rect">
            <a:avLst/>
          </a:prstGeom>
          <a:noFill/>
          <a:ln>
            <a:solidFill>
              <a:schemeClr val="tx1"/>
            </a:solidFill>
          </a:ln>
        </p:spPr>
        <p:txBody>
          <a:bodyPr wrap="square" rtlCol="0">
            <a:spAutoFit/>
          </a:bodyPr>
          <a:lstStyle/>
          <a:p>
            <a:r>
              <a:rPr lang="en-GB" sz="1600" dirty="0"/>
              <a:t>Apprenticeship / Traineeship</a:t>
            </a:r>
          </a:p>
        </p:txBody>
      </p:sp>
      <p:sp>
        <p:nvSpPr>
          <p:cNvPr id="12" name="TextBox 11">
            <a:extLst>
              <a:ext uri="{FF2B5EF4-FFF2-40B4-BE49-F238E27FC236}">
                <a16:creationId xmlns:a16="http://schemas.microsoft.com/office/drawing/2014/main" id="{F251609E-DAD8-96A2-7103-A73FAD0FA04E}"/>
              </a:ext>
            </a:extLst>
          </p:cNvPr>
          <p:cNvSpPr txBox="1"/>
          <p:nvPr/>
        </p:nvSpPr>
        <p:spPr>
          <a:xfrm>
            <a:off x="1992028" y="3312508"/>
            <a:ext cx="3026345" cy="1015663"/>
          </a:xfrm>
          <a:prstGeom prst="rect">
            <a:avLst/>
          </a:prstGeom>
          <a:noFill/>
          <a:ln>
            <a:solidFill>
              <a:schemeClr val="tx1"/>
            </a:solidFill>
          </a:ln>
        </p:spPr>
        <p:txBody>
          <a:bodyPr wrap="square" rtlCol="0">
            <a:spAutoFit/>
          </a:bodyPr>
          <a:lstStyle/>
          <a:p>
            <a:r>
              <a:rPr lang="en-GB" sz="1200" dirty="0"/>
              <a:t>Usually 35–40 hours per week</a:t>
            </a:r>
          </a:p>
          <a:p>
            <a:r>
              <a:rPr lang="en-GB" sz="1200" dirty="0"/>
              <a:t>Fixed working hours</a:t>
            </a:r>
          </a:p>
          <a:p>
            <a:r>
              <a:rPr lang="en-GB" sz="1200" dirty="0"/>
              <a:t>Regular monthly salary</a:t>
            </a:r>
          </a:p>
          <a:p>
            <a:r>
              <a:rPr lang="en-GB" sz="1200" dirty="0"/>
              <a:t>Employee benefits such as holiday pay and sick pay</a:t>
            </a:r>
          </a:p>
        </p:txBody>
      </p:sp>
      <p:sp>
        <p:nvSpPr>
          <p:cNvPr id="13" name="TextBox 12">
            <a:extLst>
              <a:ext uri="{FF2B5EF4-FFF2-40B4-BE49-F238E27FC236}">
                <a16:creationId xmlns:a16="http://schemas.microsoft.com/office/drawing/2014/main" id="{860E341E-85B5-78B3-5562-2864EFCAC6B6}"/>
              </a:ext>
            </a:extLst>
          </p:cNvPr>
          <p:cNvSpPr txBox="1"/>
          <p:nvPr/>
        </p:nvSpPr>
        <p:spPr>
          <a:xfrm>
            <a:off x="1981200" y="5262340"/>
            <a:ext cx="3048002" cy="830997"/>
          </a:xfrm>
          <a:prstGeom prst="rect">
            <a:avLst/>
          </a:prstGeom>
          <a:noFill/>
          <a:ln>
            <a:solidFill>
              <a:schemeClr val="tx1"/>
            </a:solidFill>
          </a:ln>
        </p:spPr>
        <p:txBody>
          <a:bodyPr wrap="square" rtlCol="0">
            <a:spAutoFit/>
          </a:bodyPr>
          <a:lstStyle/>
          <a:p>
            <a:r>
              <a:rPr lang="en-GB" sz="1200" dirty="0"/>
              <a:t>Combines work with training</a:t>
            </a:r>
          </a:p>
          <a:p>
            <a:r>
              <a:rPr lang="en-GB" sz="1200" dirty="0"/>
              <a:t>Opportunity to gain qualifications</a:t>
            </a:r>
          </a:p>
          <a:p>
            <a:r>
              <a:rPr lang="en-GB" sz="1200" dirty="0"/>
              <a:t>Earn while learning</a:t>
            </a:r>
          </a:p>
          <a:p>
            <a:r>
              <a:rPr lang="en-GB" sz="1200" dirty="0"/>
              <a:t>Good for gaining experience</a:t>
            </a:r>
          </a:p>
        </p:txBody>
      </p:sp>
      <p:sp>
        <p:nvSpPr>
          <p:cNvPr id="14" name="TextBox 13">
            <a:extLst>
              <a:ext uri="{FF2B5EF4-FFF2-40B4-BE49-F238E27FC236}">
                <a16:creationId xmlns:a16="http://schemas.microsoft.com/office/drawing/2014/main" id="{CFB12C6F-7A9F-F46B-66DB-4F6B153036BD}"/>
              </a:ext>
            </a:extLst>
          </p:cNvPr>
          <p:cNvSpPr txBox="1"/>
          <p:nvPr/>
        </p:nvSpPr>
        <p:spPr>
          <a:xfrm>
            <a:off x="1966762" y="4244952"/>
            <a:ext cx="3033564" cy="1015663"/>
          </a:xfrm>
          <a:prstGeom prst="rect">
            <a:avLst/>
          </a:prstGeom>
          <a:noFill/>
          <a:ln>
            <a:solidFill>
              <a:schemeClr val="tx1"/>
            </a:solidFill>
          </a:ln>
        </p:spPr>
        <p:txBody>
          <a:bodyPr wrap="square" rtlCol="0">
            <a:spAutoFit/>
          </a:bodyPr>
          <a:lstStyle/>
          <a:p>
            <a:r>
              <a:rPr lang="en-GB" sz="1200" dirty="0"/>
              <a:t>Fewer working hours than full-time</a:t>
            </a:r>
          </a:p>
          <a:p>
            <a:r>
              <a:rPr lang="en-GB" sz="1200" dirty="0"/>
              <a:t>Flexible shifts</a:t>
            </a:r>
          </a:p>
          <a:p>
            <a:r>
              <a:rPr lang="en-GB" sz="1200" dirty="0"/>
              <a:t>Suitable alongside study or other commitments</a:t>
            </a:r>
          </a:p>
          <a:p>
            <a:r>
              <a:rPr lang="en-GB" sz="1200" dirty="0"/>
              <a:t>Paid hourly or weekly</a:t>
            </a:r>
          </a:p>
        </p:txBody>
      </p:sp>
      <p:sp>
        <p:nvSpPr>
          <p:cNvPr id="15" name="TextBox 14">
            <a:extLst>
              <a:ext uri="{FF2B5EF4-FFF2-40B4-BE49-F238E27FC236}">
                <a16:creationId xmlns:a16="http://schemas.microsoft.com/office/drawing/2014/main" id="{BDDAE0E8-80E2-6AD6-EEAE-171B9FFC8BA1}"/>
              </a:ext>
            </a:extLst>
          </p:cNvPr>
          <p:cNvSpPr txBox="1"/>
          <p:nvPr/>
        </p:nvSpPr>
        <p:spPr>
          <a:xfrm>
            <a:off x="5285245" y="6610651"/>
            <a:ext cx="1241853" cy="646331"/>
          </a:xfrm>
          <a:prstGeom prst="rect">
            <a:avLst/>
          </a:prstGeom>
          <a:noFill/>
          <a:ln>
            <a:solidFill>
              <a:schemeClr val="tx1"/>
            </a:solidFill>
          </a:ln>
        </p:spPr>
        <p:txBody>
          <a:bodyPr wrap="square" rtlCol="0">
            <a:spAutoFit/>
          </a:bodyPr>
          <a:lstStyle/>
          <a:p>
            <a:r>
              <a:rPr lang="en-GB" dirty="0"/>
              <a:t>10/03/2026</a:t>
            </a:r>
          </a:p>
        </p:txBody>
      </p:sp>
      <p:sp>
        <p:nvSpPr>
          <p:cNvPr id="16" name="TextBox 15">
            <a:extLst>
              <a:ext uri="{FF2B5EF4-FFF2-40B4-BE49-F238E27FC236}">
                <a16:creationId xmlns:a16="http://schemas.microsoft.com/office/drawing/2014/main" id="{017C3DF9-2581-FC19-33EA-A867A5E3BACC}"/>
              </a:ext>
            </a:extLst>
          </p:cNvPr>
          <p:cNvSpPr txBox="1"/>
          <p:nvPr/>
        </p:nvSpPr>
        <p:spPr>
          <a:xfrm>
            <a:off x="2002857" y="6610651"/>
            <a:ext cx="3202457" cy="646331"/>
          </a:xfrm>
          <a:prstGeom prst="rect">
            <a:avLst/>
          </a:prstGeom>
          <a:noFill/>
          <a:ln>
            <a:solidFill>
              <a:schemeClr val="tx1"/>
            </a:solidFill>
          </a:ln>
        </p:spPr>
        <p:txBody>
          <a:bodyPr wrap="square" rtlCol="0">
            <a:spAutoFit/>
          </a:bodyPr>
          <a:lstStyle/>
          <a:p>
            <a:r>
              <a:rPr lang="en-GB" dirty="0"/>
              <a:t>Data Analyst (Band 4) – Ref: NHSDA402</a:t>
            </a:r>
          </a:p>
        </p:txBody>
      </p:sp>
      <p:sp>
        <p:nvSpPr>
          <p:cNvPr id="17" name="TextBox 16">
            <a:extLst>
              <a:ext uri="{FF2B5EF4-FFF2-40B4-BE49-F238E27FC236}">
                <a16:creationId xmlns:a16="http://schemas.microsoft.com/office/drawing/2014/main" id="{10BCB224-7A87-5E51-C2E3-9FC148A3B855}"/>
              </a:ext>
            </a:extLst>
          </p:cNvPr>
          <p:cNvSpPr txBox="1"/>
          <p:nvPr/>
        </p:nvSpPr>
        <p:spPr>
          <a:xfrm>
            <a:off x="570123" y="6625788"/>
            <a:ext cx="1241853" cy="369332"/>
          </a:xfrm>
          <a:prstGeom prst="rect">
            <a:avLst/>
          </a:prstGeom>
          <a:noFill/>
          <a:ln>
            <a:solidFill>
              <a:schemeClr val="tx1"/>
            </a:solidFill>
          </a:ln>
        </p:spPr>
        <p:txBody>
          <a:bodyPr wrap="square" rtlCol="0">
            <a:spAutoFit/>
          </a:bodyPr>
          <a:lstStyle/>
          <a:p>
            <a:r>
              <a:rPr lang="en-GB" dirty="0"/>
              <a:t> NHS</a:t>
            </a:r>
          </a:p>
        </p:txBody>
      </p:sp>
      <p:sp>
        <p:nvSpPr>
          <p:cNvPr id="18" name="TextBox 17">
            <a:extLst>
              <a:ext uri="{FF2B5EF4-FFF2-40B4-BE49-F238E27FC236}">
                <a16:creationId xmlns:a16="http://schemas.microsoft.com/office/drawing/2014/main" id="{F30F5773-1848-40E4-022B-F2801FFE63C0}"/>
              </a:ext>
            </a:extLst>
          </p:cNvPr>
          <p:cNvSpPr txBox="1"/>
          <p:nvPr/>
        </p:nvSpPr>
        <p:spPr>
          <a:xfrm>
            <a:off x="5290037" y="7550598"/>
            <a:ext cx="1241853" cy="646331"/>
          </a:xfrm>
          <a:prstGeom prst="rect">
            <a:avLst/>
          </a:prstGeom>
          <a:noFill/>
          <a:ln>
            <a:solidFill>
              <a:schemeClr val="tx1"/>
            </a:solidFill>
          </a:ln>
        </p:spPr>
        <p:txBody>
          <a:bodyPr wrap="square" rtlCol="0">
            <a:spAutoFit/>
          </a:bodyPr>
          <a:lstStyle/>
          <a:p>
            <a:r>
              <a:rPr lang="en-GB" dirty="0"/>
              <a:t>05/03/2026</a:t>
            </a:r>
          </a:p>
        </p:txBody>
      </p:sp>
      <p:sp>
        <p:nvSpPr>
          <p:cNvPr id="19" name="TextBox 18">
            <a:extLst>
              <a:ext uri="{FF2B5EF4-FFF2-40B4-BE49-F238E27FC236}">
                <a16:creationId xmlns:a16="http://schemas.microsoft.com/office/drawing/2014/main" id="{F9AF4848-F7E8-6C83-9D25-054763C61207}"/>
              </a:ext>
            </a:extLst>
          </p:cNvPr>
          <p:cNvSpPr txBox="1"/>
          <p:nvPr/>
        </p:nvSpPr>
        <p:spPr>
          <a:xfrm>
            <a:off x="2007649" y="7550598"/>
            <a:ext cx="3202457" cy="646331"/>
          </a:xfrm>
          <a:prstGeom prst="rect">
            <a:avLst/>
          </a:prstGeom>
          <a:noFill/>
          <a:ln>
            <a:solidFill>
              <a:schemeClr val="tx1"/>
            </a:solidFill>
          </a:ln>
        </p:spPr>
        <p:txBody>
          <a:bodyPr wrap="square" rtlCol="0">
            <a:spAutoFit/>
          </a:bodyPr>
          <a:lstStyle/>
          <a:p>
            <a:r>
              <a:rPr lang="nn-NO" dirty="0"/>
              <a:t>Junior Data Analyst – Ref: JDA1187</a:t>
            </a:r>
            <a:endParaRPr lang="en-GB" dirty="0"/>
          </a:p>
        </p:txBody>
      </p:sp>
      <p:sp>
        <p:nvSpPr>
          <p:cNvPr id="20" name="TextBox 19">
            <a:extLst>
              <a:ext uri="{FF2B5EF4-FFF2-40B4-BE49-F238E27FC236}">
                <a16:creationId xmlns:a16="http://schemas.microsoft.com/office/drawing/2014/main" id="{2FA8DAE1-9D8B-55CD-4741-D25336EFB64F}"/>
              </a:ext>
            </a:extLst>
          </p:cNvPr>
          <p:cNvSpPr txBox="1"/>
          <p:nvPr/>
        </p:nvSpPr>
        <p:spPr>
          <a:xfrm>
            <a:off x="574915" y="7565735"/>
            <a:ext cx="1241853" cy="369332"/>
          </a:xfrm>
          <a:prstGeom prst="rect">
            <a:avLst/>
          </a:prstGeom>
          <a:noFill/>
          <a:ln>
            <a:solidFill>
              <a:schemeClr val="tx1"/>
            </a:solidFill>
          </a:ln>
        </p:spPr>
        <p:txBody>
          <a:bodyPr wrap="square" rtlCol="0">
            <a:spAutoFit/>
          </a:bodyPr>
          <a:lstStyle/>
          <a:p>
            <a:r>
              <a:rPr lang="en-GB" dirty="0"/>
              <a:t>Accenture</a:t>
            </a:r>
          </a:p>
        </p:txBody>
      </p:sp>
      <p:sp>
        <p:nvSpPr>
          <p:cNvPr id="21" name="TextBox 20">
            <a:extLst>
              <a:ext uri="{FF2B5EF4-FFF2-40B4-BE49-F238E27FC236}">
                <a16:creationId xmlns:a16="http://schemas.microsoft.com/office/drawing/2014/main" id="{8A5A9082-768F-9197-75D7-857A11D92CDA}"/>
              </a:ext>
            </a:extLst>
          </p:cNvPr>
          <p:cNvSpPr txBox="1"/>
          <p:nvPr/>
        </p:nvSpPr>
        <p:spPr>
          <a:xfrm>
            <a:off x="5263588" y="8423794"/>
            <a:ext cx="1241853" cy="646331"/>
          </a:xfrm>
          <a:prstGeom prst="rect">
            <a:avLst/>
          </a:prstGeom>
          <a:noFill/>
          <a:ln>
            <a:solidFill>
              <a:schemeClr val="tx1"/>
            </a:solidFill>
          </a:ln>
        </p:spPr>
        <p:txBody>
          <a:bodyPr wrap="square" rtlCol="0">
            <a:spAutoFit/>
          </a:bodyPr>
          <a:lstStyle/>
          <a:p>
            <a:r>
              <a:rPr lang="en-GB" dirty="0"/>
              <a:t>15/03/2026</a:t>
            </a:r>
          </a:p>
        </p:txBody>
      </p:sp>
      <p:sp>
        <p:nvSpPr>
          <p:cNvPr id="22" name="TextBox 21">
            <a:extLst>
              <a:ext uri="{FF2B5EF4-FFF2-40B4-BE49-F238E27FC236}">
                <a16:creationId xmlns:a16="http://schemas.microsoft.com/office/drawing/2014/main" id="{EB9B379F-7290-8EC0-8F6B-7B2E2C2EF268}"/>
              </a:ext>
            </a:extLst>
          </p:cNvPr>
          <p:cNvSpPr txBox="1"/>
          <p:nvPr/>
        </p:nvSpPr>
        <p:spPr>
          <a:xfrm>
            <a:off x="1981200" y="8423794"/>
            <a:ext cx="3202457" cy="646331"/>
          </a:xfrm>
          <a:prstGeom prst="rect">
            <a:avLst/>
          </a:prstGeom>
          <a:noFill/>
          <a:ln>
            <a:solidFill>
              <a:schemeClr val="tx1"/>
            </a:solidFill>
          </a:ln>
        </p:spPr>
        <p:txBody>
          <a:bodyPr wrap="square" rtlCol="0">
            <a:spAutoFit/>
          </a:bodyPr>
          <a:lstStyle/>
          <a:p>
            <a:r>
              <a:rPr lang="en-GB" dirty="0"/>
              <a:t>Business Intelligence Analyst (Entry Level) – Ref: BIA2294</a:t>
            </a:r>
          </a:p>
        </p:txBody>
      </p:sp>
      <p:sp>
        <p:nvSpPr>
          <p:cNvPr id="23" name="TextBox 22">
            <a:extLst>
              <a:ext uri="{FF2B5EF4-FFF2-40B4-BE49-F238E27FC236}">
                <a16:creationId xmlns:a16="http://schemas.microsoft.com/office/drawing/2014/main" id="{04A1A3D3-34D6-6A1E-2616-7E869FB4E7AD}"/>
              </a:ext>
            </a:extLst>
          </p:cNvPr>
          <p:cNvSpPr txBox="1"/>
          <p:nvPr/>
        </p:nvSpPr>
        <p:spPr>
          <a:xfrm>
            <a:off x="548466" y="8438931"/>
            <a:ext cx="1241853" cy="369332"/>
          </a:xfrm>
          <a:prstGeom prst="rect">
            <a:avLst/>
          </a:prstGeom>
          <a:noFill/>
          <a:ln>
            <a:solidFill>
              <a:schemeClr val="tx1"/>
            </a:solidFill>
          </a:ln>
        </p:spPr>
        <p:txBody>
          <a:bodyPr wrap="square" rtlCol="0">
            <a:spAutoFit/>
          </a:bodyPr>
          <a:lstStyle/>
          <a:p>
            <a:r>
              <a:rPr lang="en-GB" dirty="0"/>
              <a:t>Amazon</a:t>
            </a:r>
          </a:p>
        </p:txBody>
      </p:sp>
      <mc:AlternateContent xmlns:mc="http://schemas.openxmlformats.org/markup-compatibility/2006">
        <mc:Choice xmlns:p14="http://schemas.microsoft.com/office/powerpoint/2010/main" Requires="p14">
          <p:contentPart p14:bwMode="auto" r:id="rId3">
            <p14:nvContentPartPr>
              <p14:cNvPr id="27" name="Ink 26">
                <a:extLst>
                  <a:ext uri="{FF2B5EF4-FFF2-40B4-BE49-F238E27FC236}">
                    <a16:creationId xmlns:a16="http://schemas.microsoft.com/office/drawing/2014/main" id="{8FDECE92-E89F-6CD4-1EFC-616F7651CAFC}"/>
                  </a:ext>
                </a:extLst>
              </p14:cNvPr>
              <p14:cNvContentPartPr/>
              <p14:nvPr/>
            </p14:nvContentPartPr>
            <p14:xfrm>
              <a:off x="5709935" y="3510879"/>
              <a:ext cx="181800" cy="131400"/>
            </p14:xfrm>
          </p:contentPart>
        </mc:Choice>
        <mc:Fallback>
          <p:pic>
            <p:nvPicPr>
              <p:cNvPr id="27" name="Ink 26">
                <a:extLst>
                  <a:ext uri="{FF2B5EF4-FFF2-40B4-BE49-F238E27FC236}">
                    <a16:creationId xmlns:a16="http://schemas.microsoft.com/office/drawing/2014/main" id="{8FDECE92-E89F-6CD4-1EFC-616F7651CAFC}"/>
                  </a:ext>
                </a:extLst>
              </p:cNvPr>
              <p:cNvPicPr/>
              <p:nvPr/>
            </p:nvPicPr>
            <p:blipFill>
              <a:blip r:embed="rId4"/>
              <a:stretch>
                <a:fillRect/>
              </a:stretch>
            </p:blipFill>
            <p:spPr>
              <a:xfrm>
                <a:off x="5691935" y="3492879"/>
                <a:ext cx="217440" cy="16704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28" name="Ink 27">
                <a:extLst>
                  <a:ext uri="{FF2B5EF4-FFF2-40B4-BE49-F238E27FC236}">
                    <a16:creationId xmlns:a16="http://schemas.microsoft.com/office/drawing/2014/main" id="{842A42C7-66CF-8E3A-E9A7-0EA9EE41F1D9}"/>
                  </a:ext>
                </a:extLst>
              </p14:cNvPr>
              <p14:cNvContentPartPr/>
              <p14:nvPr/>
            </p14:nvContentPartPr>
            <p14:xfrm>
              <a:off x="5741255" y="3718599"/>
              <a:ext cx="207000" cy="123120"/>
            </p14:xfrm>
          </p:contentPart>
        </mc:Choice>
        <mc:Fallback>
          <p:pic>
            <p:nvPicPr>
              <p:cNvPr id="28" name="Ink 27">
                <a:extLst>
                  <a:ext uri="{FF2B5EF4-FFF2-40B4-BE49-F238E27FC236}">
                    <a16:creationId xmlns:a16="http://schemas.microsoft.com/office/drawing/2014/main" id="{842A42C7-66CF-8E3A-E9A7-0EA9EE41F1D9}"/>
                  </a:ext>
                </a:extLst>
              </p:cNvPr>
              <p:cNvPicPr/>
              <p:nvPr/>
            </p:nvPicPr>
            <p:blipFill>
              <a:blip r:embed="rId6"/>
              <a:stretch>
                <a:fillRect/>
              </a:stretch>
            </p:blipFill>
            <p:spPr>
              <a:xfrm>
                <a:off x="5723615" y="3700599"/>
                <a:ext cx="24264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29" name="Ink 28">
                <a:extLst>
                  <a:ext uri="{FF2B5EF4-FFF2-40B4-BE49-F238E27FC236}">
                    <a16:creationId xmlns:a16="http://schemas.microsoft.com/office/drawing/2014/main" id="{49957E84-DF0D-6CDC-5472-BA86FF22730D}"/>
                  </a:ext>
                </a:extLst>
              </p14:cNvPr>
              <p14:cNvContentPartPr/>
              <p14:nvPr/>
            </p14:nvContentPartPr>
            <p14:xfrm>
              <a:off x="5826215" y="3903279"/>
              <a:ext cx="234720" cy="135720"/>
            </p14:xfrm>
          </p:contentPart>
        </mc:Choice>
        <mc:Fallback>
          <p:pic>
            <p:nvPicPr>
              <p:cNvPr id="29" name="Ink 28">
                <a:extLst>
                  <a:ext uri="{FF2B5EF4-FFF2-40B4-BE49-F238E27FC236}">
                    <a16:creationId xmlns:a16="http://schemas.microsoft.com/office/drawing/2014/main" id="{49957E84-DF0D-6CDC-5472-BA86FF22730D}"/>
                  </a:ext>
                </a:extLst>
              </p:cNvPr>
              <p:cNvPicPr/>
              <p:nvPr/>
            </p:nvPicPr>
            <p:blipFill>
              <a:blip r:embed="rId8"/>
              <a:stretch>
                <a:fillRect/>
              </a:stretch>
            </p:blipFill>
            <p:spPr>
              <a:xfrm>
                <a:off x="5808215" y="3885279"/>
                <a:ext cx="270360" cy="17136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2" name="Ink 31">
                <a:extLst>
                  <a:ext uri="{FF2B5EF4-FFF2-40B4-BE49-F238E27FC236}">
                    <a16:creationId xmlns:a16="http://schemas.microsoft.com/office/drawing/2014/main" id="{9DD9938A-AEBC-251B-57EC-30F4F8A4FA26}"/>
                  </a:ext>
                </a:extLst>
              </p14:cNvPr>
              <p14:cNvContentPartPr/>
              <p14:nvPr/>
            </p14:nvContentPartPr>
            <p14:xfrm>
              <a:off x="5709273" y="4336359"/>
              <a:ext cx="318600" cy="88920"/>
            </p14:xfrm>
          </p:contentPart>
        </mc:Choice>
        <mc:Fallback>
          <p:pic>
            <p:nvPicPr>
              <p:cNvPr id="32" name="Ink 31">
                <a:extLst>
                  <a:ext uri="{FF2B5EF4-FFF2-40B4-BE49-F238E27FC236}">
                    <a16:creationId xmlns:a16="http://schemas.microsoft.com/office/drawing/2014/main" id="{9DD9938A-AEBC-251B-57EC-30F4F8A4FA26}"/>
                  </a:ext>
                </a:extLst>
              </p:cNvPr>
              <p:cNvPicPr/>
              <p:nvPr/>
            </p:nvPicPr>
            <p:blipFill>
              <a:blip r:embed="rId10"/>
              <a:stretch>
                <a:fillRect/>
              </a:stretch>
            </p:blipFill>
            <p:spPr>
              <a:xfrm>
                <a:off x="5691633" y="4318359"/>
                <a:ext cx="354240" cy="12456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35" name="Ink 34">
                <a:extLst>
                  <a:ext uri="{FF2B5EF4-FFF2-40B4-BE49-F238E27FC236}">
                    <a16:creationId xmlns:a16="http://schemas.microsoft.com/office/drawing/2014/main" id="{BEED29D7-D973-5182-54AD-ACA595E0C087}"/>
                  </a:ext>
                </a:extLst>
              </p14:cNvPr>
              <p14:cNvContentPartPr/>
              <p14:nvPr/>
            </p14:nvContentPartPr>
            <p14:xfrm>
              <a:off x="5709633" y="4505199"/>
              <a:ext cx="252000" cy="148680"/>
            </p14:xfrm>
          </p:contentPart>
        </mc:Choice>
        <mc:Fallback>
          <p:pic>
            <p:nvPicPr>
              <p:cNvPr id="35" name="Ink 34">
                <a:extLst>
                  <a:ext uri="{FF2B5EF4-FFF2-40B4-BE49-F238E27FC236}">
                    <a16:creationId xmlns:a16="http://schemas.microsoft.com/office/drawing/2014/main" id="{BEED29D7-D973-5182-54AD-ACA595E0C087}"/>
                  </a:ext>
                </a:extLst>
              </p:cNvPr>
              <p:cNvPicPr/>
              <p:nvPr/>
            </p:nvPicPr>
            <p:blipFill>
              <a:blip r:embed="rId12"/>
              <a:stretch>
                <a:fillRect/>
              </a:stretch>
            </p:blipFill>
            <p:spPr>
              <a:xfrm>
                <a:off x="5691633" y="4487199"/>
                <a:ext cx="28764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36" name="Ink 35">
                <a:extLst>
                  <a:ext uri="{FF2B5EF4-FFF2-40B4-BE49-F238E27FC236}">
                    <a16:creationId xmlns:a16="http://schemas.microsoft.com/office/drawing/2014/main" id="{8D726CDB-16E7-5697-36AB-CDB16B18A7FA}"/>
                  </a:ext>
                </a:extLst>
              </p14:cNvPr>
              <p14:cNvContentPartPr/>
              <p14:nvPr/>
            </p14:nvContentPartPr>
            <p14:xfrm>
              <a:off x="5869113" y="4666839"/>
              <a:ext cx="232200" cy="207720"/>
            </p14:xfrm>
          </p:contentPart>
        </mc:Choice>
        <mc:Fallback>
          <p:pic>
            <p:nvPicPr>
              <p:cNvPr id="36" name="Ink 35">
                <a:extLst>
                  <a:ext uri="{FF2B5EF4-FFF2-40B4-BE49-F238E27FC236}">
                    <a16:creationId xmlns:a16="http://schemas.microsoft.com/office/drawing/2014/main" id="{8D726CDB-16E7-5697-36AB-CDB16B18A7FA}"/>
                  </a:ext>
                </a:extLst>
              </p:cNvPr>
              <p:cNvPicPr/>
              <p:nvPr/>
            </p:nvPicPr>
            <p:blipFill>
              <a:blip r:embed="rId14"/>
              <a:stretch>
                <a:fillRect/>
              </a:stretch>
            </p:blipFill>
            <p:spPr>
              <a:xfrm>
                <a:off x="5851473" y="4648839"/>
                <a:ext cx="267840" cy="24336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37" name="Ink 36">
                <a:extLst>
                  <a:ext uri="{FF2B5EF4-FFF2-40B4-BE49-F238E27FC236}">
                    <a16:creationId xmlns:a16="http://schemas.microsoft.com/office/drawing/2014/main" id="{9674D29B-D95D-CFB0-BA22-47A291CD09F7}"/>
                  </a:ext>
                </a:extLst>
              </p14:cNvPr>
              <p14:cNvContentPartPr/>
              <p14:nvPr/>
            </p14:nvContentPartPr>
            <p14:xfrm>
              <a:off x="5688033" y="5319879"/>
              <a:ext cx="301320" cy="122400"/>
            </p14:xfrm>
          </p:contentPart>
        </mc:Choice>
        <mc:Fallback>
          <p:pic>
            <p:nvPicPr>
              <p:cNvPr id="37" name="Ink 36">
                <a:extLst>
                  <a:ext uri="{FF2B5EF4-FFF2-40B4-BE49-F238E27FC236}">
                    <a16:creationId xmlns:a16="http://schemas.microsoft.com/office/drawing/2014/main" id="{9674D29B-D95D-CFB0-BA22-47A291CD09F7}"/>
                  </a:ext>
                </a:extLst>
              </p:cNvPr>
              <p:cNvPicPr/>
              <p:nvPr/>
            </p:nvPicPr>
            <p:blipFill>
              <a:blip r:embed="rId16"/>
              <a:stretch>
                <a:fillRect/>
              </a:stretch>
            </p:blipFill>
            <p:spPr>
              <a:xfrm>
                <a:off x="5670033" y="5302239"/>
                <a:ext cx="33696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38" name="Ink 37">
                <a:extLst>
                  <a:ext uri="{FF2B5EF4-FFF2-40B4-BE49-F238E27FC236}">
                    <a16:creationId xmlns:a16="http://schemas.microsoft.com/office/drawing/2014/main" id="{8A70A4BC-3F97-5AAA-7C93-7309DD42B831}"/>
                  </a:ext>
                </a:extLst>
              </p14:cNvPr>
              <p14:cNvContentPartPr/>
              <p14:nvPr/>
            </p14:nvContentPartPr>
            <p14:xfrm>
              <a:off x="5793873" y="5581599"/>
              <a:ext cx="262800" cy="126000"/>
            </p14:xfrm>
          </p:contentPart>
        </mc:Choice>
        <mc:Fallback>
          <p:pic>
            <p:nvPicPr>
              <p:cNvPr id="38" name="Ink 37">
                <a:extLst>
                  <a:ext uri="{FF2B5EF4-FFF2-40B4-BE49-F238E27FC236}">
                    <a16:creationId xmlns:a16="http://schemas.microsoft.com/office/drawing/2014/main" id="{8A70A4BC-3F97-5AAA-7C93-7309DD42B831}"/>
                  </a:ext>
                </a:extLst>
              </p:cNvPr>
              <p:cNvPicPr/>
              <p:nvPr/>
            </p:nvPicPr>
            <p:blipFill>
              <a:blip r:embed="rId18"/>
              <a:stretch>
                <a:fillRect/>
              </a:stretch>
            </p:blipFill>
            <p:spPr>
              <a:xfrm>
                <a:off x="5775873" y="5563959"/>
                <a:ext cx="29844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39" name="Ink 38">
                <a:extLst>
                  <a:ext uri="{FF2B5EF4-FFF2-40B4-BE49-F238E27FC236}">
                    <a16:creationId xmlns:a16="http://schemas.microsoft.com/office/drawing/2014/main" id="{A2C8DC9B-414D-7572-BF93-17BE6EB07F00}"/>
                  </a:ext>
                </a:extLst>
              </p14:cNvPr>
              <p14:cNvContentPartPr/>
              <p14:nvPr/>
            </p14:nvContentPartPr>
            <p14:xfrm>
              <a:off x="5900073" y="5806959"/>
              <a:ext cx="320760" cy="86400"/>
            </p14:xfrm>
          </p:contentPart>
        </mc:Choice>
        <mc:Fallback>
          <p:pic>
            <p:nvPicPr>
              <p:cNvPr id="39" name="Ink 38">
                <a:extLst>
                  <a:ext uri="{FF2B5EF4-FFF2-40B4-BE49-F238E27FC236}">
                    <a16:creationId xmlns:a16="http://schemas.microsoft.com/office/drawing/2014/main" id="{A2C8DC9B-414D-7572-BF93-17BE6EB07F00}"/>
                  </a:ext>
                </a:extLst>
              </p:cNvPr>
              <p:cNvPicPr/>
              <p:nvPr/>
            </p:nvPicPr>
            <p:blipFill>
              <a:blip r:embed="rId20"/>
              <a:stretch>
                <a:fillRect/>
              </a:stretch>
            </p:blipFill>
            <p:spPr>
              <a:xfrm>
                <a:off x="5882073" y="5788959"/>
                <a:ext cx="356400" cy="122040"/>
              </a:xfrm>
              <a:prstGeom prst="rect">
                <a:avLst/>
              </a:prstGeom>
            </p:spPr>
          </p:pic>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44750" y="580631"/>
            <a:ext cx="1967230" cy="574040"/>
          </a:xfrm>
          <a:prstGeom prst="rect">
            <a:avLst/>
          </a:prstGeom>
        </p:spPr>
        <p:txBody>
          <a:bodyPr vert="horz" wrap="square" lIns="0" tIns="12700" rIns="0" bIns="0" rtlCol="0">
            <a:spAutoFit/>
          </a:bodyPr>
          <a:lstStyle/>
          <a:p>
            <a:pPr marL="12700" marR="5080" indent="86995">
              <a:lnSpc>
                <a:spcPct val="100000"/>
              </a:lnSpc>
              <a:spcBef>
                <a:spcPts val="100"/>
              </a:spcBef>
            </a:pPr>
            <a:r>
              <a:rPr sz="1800" spc="95" dirty="0">
                <a:latin typeface="Century Gothic"/>
                <a:cs typeface="Century Gothic"/>
              </a:rPr>
              <a:t>APPLYING</a:t>
            </a:r>
            <a:r>
              <a:rPr sz="1800" spc="-20" dirty="0">
                <a:latin typeface="Century Gothic"/>
                <a:cs typeface="Century Gothic"/>
              </a:rPr>
              <a:t> </a:t>
            </a:r>
            <a:r>
              <a:rPr sz="1800" spc="114" dirty="0">
                <a:latin typeface="Century Gothic"/>
                <a:cs typeface="Century Gothic"/>
              </a:rPr>
              <a:t>FOR </a:t>
            </a:r>
            <a:r>
              <a:rPr sz="1800" spc="155" dirty="0">
                <a:latin typeface="Century Gothic"/>
                <a:cs typeface="Century Gothic"/>
              </a:rPr>
              <a:t>OPPORTUNITIES</a:t>
            </a:r>
            <a:endParaRPr sz="1800">
              <a:latin typeface="Century Gothic"/>
              <a:cs typeface="Century Gothic"/>
            </a:endParaRPr>
          </a:p>
        </p:txBody>
      </p:sp>
      <p:graphicFrame>
        <p:nvGraphicFramePr>
          <p:cNvPr id="3" name="object 3"/>
          <p:cNvGraphicFramePr>
            <a:graphicFrameLocks noGrp="1"/>
          </p:cNvGraphicFramePr>
          <p:nvPr/>
        </p:nvGraphicFramePr>
        <p:xfrm>
          <a:off x="320347" y="3859589"/>
          <a:ext cx="6217285" cy="5463540"/>
        </p:xfrm>
        <a:graphic>
          <a:graphicData uri="http://schemas.openxmlformats.org/drawingml/2006/table">
            <a:tbl>
              <a:tblPr firstRow="1" bandRow="1">
                <a:tableStyleId>{2D5ABB26-0587-4C30-8999-92F81FD0307C}</a:tableStyleId>
              </a:tblPr>
              <a:tblGrid>
                <a:gridCol w="949325">
                  <a:extLst>
                    <a:ext uri="{9D8B030D-6E8A-4147-A177-3AD203B41FA5}">
                      <a16:colId xmlns:a16="http://schemas.microsoft.com/office/drawing/2014/main" val="20000"/>
                    </a:ext>
                  </a:extLst>
                </a:gridCol>
                <a:gridCol w="5267960">
                  <a:extLst>
                    <a:ext uri="{9D8B030D-6E8A-4147-A177-3AD203B41FA5}">
                      <a16:colId xmlns:a16="http://schemas.microsoft.com/office/drawing/2014/main" val="20001"/>
                    </a:ext>
                  </a:extLst>
                </a:gridCol>
              </a:tblGrid>
              <a:tr h="254635">
                <a:tc>
                  <a:txBody>
                    <a:bodyPr/>
                    <a:lstStyle/>
                    <a:p>
                      <a:pPr marL="31750">
                        <a:lnSpc>
                          <a:spcPts val="1050"/>
                        </a:lnSpc>
                      </a:pPr>
                      <a:r>
                        <a:rPr sz="900" dirty="0">
                          <a:latin typeface="Century Gothic"/>
                          <a:cs typeface="Century Gothic"/>
                        </a:rPr>
                        <a:t>Sections</a:t>
                      </a:r>
                      <a:r>
                        <a:rPr sz="900" spc="45" dirty="0">
                          <a:latin typeface="Century Gothic"/>
                          <a:cs typeface="Century Gothic"/>
                        </a:rPr>
                        <a:t> </a:t>
                      </a:r>
                      <a:r>
                        <a:rPr sz="900" spc="-180" dirty="0">
                          <a:latin typeface="Century Gothic"/>
                          <a:cs typeface="Century Gothic"/>
                        </a:rPr>
                        <a:t>1</a:t>
                      </a:r>
                      <a:r>
                        <a:rPr sz="900" spc="55" dirty="0">
                          <a:latin typeface="Century Gothic"/>
                          <a:cs typeface="Century Gothic"/>
                        </a:rPr>
                        <a:t> </a:t>
                      </a:r>
                      <a:r>
                        <a:rPr sz="900" dirty="0">
                          <a:latin typeface="Century Gothic"/>
                          <a:cs typeface="Century Gothic"/>
                        </a:rPr>
                        <a:t>to</a:t>
                      </a:r>
                      <a:r>
                        <a:rPr sz="900" spc="60" dirty="0">
                          <a:latin typeface="Century Gothic"/>
                          <a:cs typeface="Century Gothic"/>
                        </a:rPr>
                        <a:t> </a:t>
                      </a:r>
                      <a:r>
                        <a:rPr sz="900" spc="40" dirty="0">
                          <a:latin typeface="Century Gothic"/>
                          <a:cs typeface="Century Gothic"/>
                        </a:rPr>
                        <a:t>4</a:t>
                      </a:r>
                      <a:endParaRPr sz="900">
                        <a:latin typeface="Century Gothic"/>
                        <a:cs typeface="Century Gothic"/>
                      </a:endParaRPr>
                    </a:p>
                  </a:txBody>
                  <a:tcPr marL="0" marR="0" marT="0" marB="0"/>
                </a:tc>
                <a:tc>
                  <a:txBody>
                    <a:bodyPr/>
                    <a:lstStyle/>
                    <a:p>
                      <a:pPr marL="108585">
                        <a:lnSpc>
                          <a:spcPts val="1050"/>
                        </a:lnSpc>
                      </a:pPr>
                      <a:r>
                        <a:rPr sz="900" spc="75" dirty="0">
                          <a:latin typeface="Century Gothic"/>
                          <a:cs typeface="Century Gothic"/>
                        </a:rPr>
                        <a:t>Fill</a:t>
                      </a:r>
                      <a:r>
                        <a:rPr sz="900" spc="35" dirty="0">
                          <a:latin typeface="Century Gothic"/>
                          <a:cs typeface="Century Gothic"/>
                        </a:rPr>
                        <a:t> </a:t>
                      </a:r>
                      <a:r>
                        <a:rPr sz="900" spc="55" dirty="0">
                          <a:latin typeface="Century Gothic"/>
                          <a:cs typeface="Century Gothic"/>
                        </a:rPr>
                        <a:t>in</a:t>
                      </a:r>
                      <a:r>
                        <a:rPr sz="900" spc="40" dirty="0">
                          <a:latin typeface="Century Gothic"/>
                          <a:cs typeface="Century Gothic"/>
                        </a:rPr>
                        <a:t> </a:t>
                      </a:r>
                      <a:r>
                        <a:rPr sz="900" spc="10" dirty="0">
                          <a:latin typeface="Century Gothic"/>
                          <a:cs typeface="Century Gothic"/>
                        </a:rPr>
                        <a:t>all</a:t>
                      </a:r>
                      <a:r>
                        <a:rPr sz="900" spc="25" dirty="0">
                          <a:latin typeface="Century Gothic"/>
                          <a:cs typeface="Century Gothic"/>
                        </a:rPr>
                        <a:t> </a:t>
                      </a:r>
                      <a:r>
                        <a:rPr sz="900" spc="10" dirty="0">
                          <a:latin typeface="Century Gothic"/>
                          <a:cs typeface="Century Gothic"/>
                        </a:rPr>
                        <a:t>details </a:t>
                      </a:r>
                      <a:r>
                        <a:rPr sz="900" spc="50" dirty="0">
                          <a:latin typeface="Century Gothic"/>
                          <a:cs typeface="Century Gothic"/>
                        </a:rPr>
                        <a:t>using</a:t>
                      </a:r>
                      <a:r>
                        <a:rPr sz="900" spc="30" dirty="0">
                          <a:latin typeface="Century Gothic"/>
                          <a:cs typeface="Century Gothic"/>
                        </a:rPr>
                        <a:t> </a:t>
                      </a:r>
                      <a:r>
                        <a:rPr sz="900" spc="10" dirty="0">
                          <a:latin typeface="Century Gothic"/>
                          <a:cs typeface="Century Gothic"/>
                        </a:rPr>
                        <a:t>CAPITAL</a:t>
                      </a:r>
                      <a:r>
                        <a:rPr sz="900" spc="25" dirty="0">
                          <a:latin typeface="Century Gothic"/>
                          <a:cs typeface="Century Gothic"/>
                        </a:rPr>
                        <a:t> </a:t>
                      </a:r>
                      <a:r>
                        <a:rPr sz="900" spc="-10" dirty="0">
                          <a:latin typeface="Century Gothic"/>
                          <a:cs typeface="Century Gothic"/>
                        </a:rPr>
                        <a:t>letters.</a:t>
                      </a:r>
                      <a:endParaRPr sz="900">
                        <a:latin typeface="Century Gothic"/>
                        <a:cs typeface="Century Gothic"/>
                      </a:endParaRPr>
                    </a:p>
                  </a:txBody>
                  <a:tcPr marL="0" marR="0" marT="0" marB="0"/>
                </a:tc>
                <a:extLst>
                  <a:ext uri="{0D108BD9-81ED-4DB2-BD59-A6C34878D82A}">
                    <a16:rowId xmlns:a16="http://schemas.microsoft.com/office/drawing/2014/main" val="10000"/>
                  </a:ext>
                </a:extLst>
              </a:tr>
              <a:tr h="370205">
                <a:tc>
                  <a:txBody>
                    <a:bodyPr/>
                    <a:lstStyle/>
                    <a:p>
                      <a:pPr marL="31750">
                        <a:lnSpc>
                          <a:spcPct val="100000"/>
                        </a:lnSpc>
                        <a:spcBef>
                          <a:spcPts val="880"/>
                        </a:spcBef>
                      </a:pPr>
                      <a:r>
                        <a:rPr sz="900" dirty="0">
                          <a:latin typeface="Century Gothic"/>
                          <a:cs typeface="Century Gothic"/>
                        </a:rPr>
                        <a:t>Section</a:t>
                      </a:r>
                      <a:r>
                        <a:rPr sz="900" spc="80" dirty="0">
                          <a:latin typeface="Century Gothic"/>
                          <a:cs typeface="Century Gothic"/>
                        </a:rPr>
                        <a:t> </a:t>
                      </a:r>
                      <a:r>
                        <a:rPr sz="900" spc="-50" dirty="0">
                          <a:latin typeface="Century Gothic"/>
                          <a:cs typeface="Century Gothic"/>
                        </a:rPr>
                        <a:t>5</a:t>
                      </a:r>
                      <a:endParaRPr sz="900">
                        <a:latin typeface="Century Gothic"/>
                        <a:cs typeface="Century Gothic"/>
                      </a:endParaRPr>
                    </a:p>
                  </a:txBody>
                  <a:tcPr marL="0" marR="0" marT="111760" marB="0"/>
                </a:tc>
                <a:tc>
                  <a:txBody>
                    <a:bodyPr/>
                    <a:lstStyle/>
                    <a:p>
                      <a:pPr marL="107950">
                        <a:lnSpc>
                          <a:spcPct val="100000"/>
                        </a:lnSpc>
                        <a:spcBef>
                          <a:spcPts val="880"/>
                        </a:spcBef>
                      </a:pPr>
                      <a:r>
                        <a:rPr sz="900" spc="-25" dirty="0">
                          <a:latin typeface="Century Gothic"/>
                          <a:cs typeface="Century Gothic"/>
                        </a:rPr>
                        <a:t>Give</a:t>
                      </a:r>
                      <a:r>
                        <a:rPr sz="900" spc="5" dirty="0">
                          <a:latin typeface="Century Gothic"/>
                          <a:cs typeface="Century Gothic"/>
                        </a:rPr>
                        <a:t> </a:t>
                      </a:r>
                      <a:r>
                        <a:rPr sz="900" dirty="0">
                          <a:latin typeface="Century Gothic"/>
                          <a:cs typeface="Century Gothic"/>
                        </a:rPr>
                        <a:t>details</a:t>
                      </a:r>
                      <a:r>
                        <a:rPr sz="900" spc="15" dirty="0">
                          <a:latin typeface="Century Gothic"/>
                          <a:cs typeface="Century Gothic"/>
                        </a:rPr>
                        <a:t> </a:t>
                      </a:r>
                      <a:r>
                        <a:rPr sz="900" dirty="0">
                          <a:latin typeface="Century Gothic"/>
                          <a:cs typeface="Century Gothic"/>
                        </a:rPr>
                        <a:t>of</a:t>
                      </a:r>
                      <a:r>
                        <a:rPr sz="900" spc="20" dirty="0">
                          <a:latin typeface="Century Gothic"/>
                          <a:cs typeface="Century Gothic"/>
                        </a:rPr>
                        <a:t> </a:t>
                      </a:r>
                      <a:r>
                        <a:rPr sz="900" dirty="0">
                          <a:latin typeface="Century Gothic"/>
                          <a:cs typeface="Century Gothic"/>
                        </a:rPr>
                        <a:t>all</a:t>
                      </a:r>
                      <a:r>
                        <a:rPr sz="900" spc="15" dirty="0">
                          <a:latin typeface="Century Gothic"/>
                          <a:cs typeface="Century Gothic"/>
                        </a:rPr>
                        <a:t> </a:t>
                      </a:r>
                      <a:r>
                        <a:rPr sz="900" dirty="0">
                          <a:latin typeface="Century Gothic"/>
                          <a:cs typeface="Century Gothic"/>
                        </a:rPr>
                        <a:t>driving</a:t>
                      </a:r>
                      <a:r>
                        <a:rPr sz="900" spc="5" dirty="0">
                          <a:latin typeface="Century Gothic"/>
                          <a:cs typeface="Century Gothic"/>
                        </a:rPr>
                        <a:t> </a:t>
                      </a:r>
                      <a:r>
                        <a:rPr sz="900" dirty="0">
                          <a:latin typeface="Century Gothic"/>
                          <a:cs typeface="Century Gothic"/>
                        </a:rPr>
                        <a:t>licences</a:t>
                      </a:r>
                      <a:r>
                        <a:rPr sz="900" spc="25" dirty="0">
                          <a:latin typeface="Century Gothic"/>
                          <a:cs typeface="Century Gothic"/>
                        </a:rPr>
                        <a:t> </a:t>
                      </a:r>
                      <a:r>
                        <a:rPr sz="900" dirty="0">
                          <a:latin typeface="Century Gothic"/>
                          <a:cs typeface="Century Gothic"/>
                        </a:rPr>
                        <a:t>you</a:t>
                      </a:r>
                      <a:r>
                        <a:rPr sz="900" spc="10" dirty="0">
                          <a:latin typeface="Century Gothic"/>
                          <a:cs typeface="Century Gothic"/>
                        </a:rPr>
                        <a:t> </a:t>
                      </a:r>
                      <a:r>
                        <a:rPr sz="900" dirty="0">
                          <a:latin typeface="Century Gothic"/>
                          <a:cs typeface="Century Gothic"/>
                        </a:rPr>
                        <a:t>hold.</a:t>
                      </a:r>
                      <a:r>
                        <a:rPr sz="900" spc="15" dirty="0">
                          <a:latin typeface="Century Gothic"/>
                          <a:cs typeface="Century Gothic"/>
                        </a:rPr>
                        <a:t> </a:t>
                      </a:r>
                      <a:r>
                        <a:rPr sz="900" spc="55" dirty="0">
                          <a:latin typeface="Century Gothic"/>
                          <a:cs typeface="Century Gothic"/>
                        </a:rPr>
                        <a:t>For</a:t>
                      </a:r>
                      <a:r>
                        <a:rPr sz="900" spc="40" dirty="0">
                          <a:latin typeface="Century Gothic"/>
                          <a:cs typeface="Century Gothic"/>
                        </a:rPr>
                        <a:t> </a:t>
                      </a:r>
                      <a:r>
                        <a:rPr sz="900" spc="-10" dirty="0">
                          <a:latin typeface="Century Gothic"/>
                          <a:cs typeface="Century Gothic"/>
                        </a:rPr>
                        <a:t>example,</a:t>
                      </a:r>
                      <a:r>
                        <a:rPr sz="900" dirty="0">
                          <a:latin typeface="Century Gothic"/>
                          <a:cs typeface="Century Gothic"/>
                        </a:rPr>
                        <a:t> </a:t>
                      </a:r>
                      <a:r>
                        <a:rPr sz="900" spc="-10" dirty="0">
                          <a:latin typeface="Century Gothic"/>
                          <a:cs typeface="Century Gothic"/>
                        </a:rPr>
                        <a:t>motorcycle,</a:t>
                      </a:r>
                      <a:r>
                        <a:rPr sz="900" spc="15" dirty="0">
                          <a:latin typeface="Century Gothic"/>
                          <a:cs typeface="Century Gothic"/>
                        </a:rPr>
                        <a:t> </a:t>
                      </a:r>
                      <a:r>
                        <a:rPr sz="900" spc="-45" dirty="0">
                          <a:latin typeface="Century Gothic"/>
                          <a:cs typeface="Century Gothic"/>
                        </a:rPr>
                        <a:t>car,</a:t>
                      </a:r>
                      <a:r>
                        <a:rPr sz="900" spc="30" dirty="0">
                          <a:latin typeface="Century Gothic"/>
                          <a:cs typeface="Century Gothic"/>
                        </a:rPr>
                        <a:t> </a:t>
                      </a:r>
                      <a:r>
                        <a:rPr sz="900" dirty="0">
                          <a:latin typeface="Century Gothic"/>
                          <a:cs typeface="Century Gothic"/>
                        </a:rPr>
                        <a:t>HGV</a:t>
                      </a:r>
                      <a:r>
                        <a:rPr sz="900" spc="35" dirty="0">
                          <a:latin typeface="Century Gothic"/>
                          <a:cs typeface="Century Gothic"/>
                        </a:rPr>
                        <a:t> </a:t>
                      </a:r>
                      <a:r>
                        <a:rPr sz="900" dirty="0">
                          <a:latin typeface="Century Gothic"/>
                          <a:cs typeface="Century Gothic"/>
                        </a:rPr>
                        <a:t>and</a:t>
                      </a:r>
                      <a:r>
                        <a:rPr sz="900" spc="15" dirty="0">
                          <a:latin typeface="Century Gothic"/>
                          <a:cs typeface="Century Gothic"/>
                        </a:rPr>
                        <a:t> </a:t>
                      </a:r>
                      <a:r>
                        <a:rPr sz="900" spc="-20" dirty="0">
                          <a:latin typeface="Century Gothic"/>
                          <a:cs typeface="Century Gothic"/>
                        </a:rPr>
                        <a:t>PCV.</a:t>
                      </a:r>
                      <a:endParaRPr sz="900">
                        <a:latin typeface="Century Gothic"/>
                        <a:cs typeface="Century Gothic"/>
                      </a:endParaRPr>
                    </a:p>
                  </a:txBody>
                  <a:tcPr marL="0" marR="0" marT="111760" marB="0"/>
                </a:tc>
                <a:extLst>
                  <a:ext uri="{0D108BD9-81ED-4DB2-BD59-A6C34878D82A}">
                    <a16:rowId xmlns:a16="http://schemas.microsoft.com/office/drawing/2014/main" val="10001"/>
                  </a:ext>
                </a:extLst>
              </a:tr>
              <a:tr h="710565">
                <a:tc>
                  <a:txBody>
                    <a:bodyPr/>
                    <a:lstStyle/>
                    <a:p>
                      <a:pPr marL="31750">
                        <a:lnSpc>
                          <a:spcPct val="100000"/>
                        </a:lnSpc>
                        <a:spcBef>
                          <a:spcPts val="880"/>
                        </a:spcBef>
                      </a:pPr>
                      <a:r>
                        <a:rPr sz="900" dirty="0">
                          <a:latin typeface="Century Gothic"/>
                          <a:cs typeface="Century Gothic"/>
                        </a:rPr>
                        <a:t>Section</a:t>
                      </a:r>
                      <a:r>
                        <a:rPr sz="900" spc="80" dirty="0">
                          <a:latin typeface="Century Gothic"/>
                          <a:cs typeface="Century Gothic"/>
                        </a:rPr>
                        <a:t> </a:t>
                      </a:r>
                      <a:r>
                        <a:rPr sz="900" spc="-50" dirty="0">
                          <a:latin typeface="Century Gothic"/>
                          <a:cs typeface="Century Gothic"/>
                        </a:rPr>
                        <a:t>6</a:t>
                      </a:r>
                      <a:endParaRPr sz="900">
                        <a:latin typeface="Century Gothic"/>
                        <a:cs typeface="Century Gothic"/>
                      </a:endParaRPr>
                    </a:p>
                  </a:txBody>
                  <a:tcPr marL="0" marR="0" marT="111760" marB="0"/>
                </a:tc>
                <a:tc>
                  <a:txBody>
                    <a:bodyPr/>
                    <a:lstStyle/>
                    <a:p>
                      <a:pPr marL="107950" marR="24130" indent="-635" algn="just">
                        <a:lnSpc>
                          <a:spcPct val="100000"/>
                        </a:lnSpc>
                        <a:spcBef>
                          <a:spcPts val="880"/>
                        </a:spcBef>
                      </a:pPr>
                      <a:r>
                        <a:rPr sz="900" dirty="0">
                          <a:latin typeface="Century Gothic"/>
                          <a:cs typeface="Century Gothic"/>
                        </a:rPr>
                        <a:t>Give</a:t>
                      </a:r>
                      <a:r>
                        <a:rPr sz="900" spc="70" dirty="0">
                          <a:latin typeface="Century Gothic"/>
                          <a:cs typeface="Century Gothic"/>
                        </a:rPr>
                        <a:t> </a:t>
                      </a:r>
                      <a:r>
                        <a:rPr sz="900" spc="10" dirty="0">
                          <a:latin typeface="Century Gothic"/>
                          <a:cs typeface="Century Gothic"/>
                        </a:rPr>
                        <a:t>details</a:t>
                      </a:r>
                      <a:r>
                        <a:rPr sz="900" spc="65" dirty="0">
                          <a:latin typeface="Century Gothic"/>
                          <a:cs typeface="Century Gothic"/>
                        </a:rPr>
                        <a:t> </a:t>
                      </a:r>
                      <a:r>
                        <a:rPr sz="900" spc="10" dirty="0">
                          <a:latin typeface="Century Gothic"/>
                          <a:cs typeface="Century Gothic"/>
                        </a:rPr>
                        <a:t>of</a:t>
                      </a:r>
                      <a:r>
                        <a:rPr sz="900" spc="55" dirty="0">
                          <a:latin typeface="Century Gothic"/>
                          <a:cs typeface="Century Gothic"/>
                        </a:rPr>
                        <a:t> </a:t>
                      </a:r>
                      <a:r>
                        <a:rPr sz="900" spc="10" dirty="0">
                          <a:latin typeface="Century Gothic"/>
                          <a:cs typeface="Century Gothic"/>
                        </a:rPr>
                        <a:t>all</a:t>
                      </a:r>
                      <a:r>
                        <a:rPr sz="900" spc="60" dirty="0">
                          <a:latin typeface="Century Gothic"/>
                          <a:cs typeface="Century Gothic"/>
                        </a:rPr>
                        <a:t> </a:t>
                      </a:r>
                      <a:r>
                        <a:rPr sz="900" spc="10" dirty="0">
                          <a:latin typeface="Century Gothic"/>
                          <a:cs typeface="Century Gothic"/>
                        </a:rPr>
                        <a:t>your</a:t>
                      </a:r>
                      <a:r>
                        <a:rPr sz="900" spc="70" dirty="0">
                          <a:latin typeface="Century Gothic"/>
                          <a:cs typeface="Century Gothic"/>
                        </a:rPr>
                        <a:t> </a:t>
                      </a:r>
                      <a:r>
                        <a:rPr sz="900" spc="10" dirty="0">
                          <a:latin typeface="Century Gothic"/>
                          <a:cs typeface="Century Gothic"/>
                        </a:rPr>
                        <a:t>previous</a:t>
                      </a:r>
                      <a:r>
                        <a:rPr sz="900" spc="65" dirty="0">
                          <a:latin typeface="Century Gothic"/>
                          <a:cs typeface="Century Gothic"/>
                        </a:rPr>
                        <a:t> </a:t>
                      </a:r>
                      <a:r>
                        <a:rPr sz="900" spc="10" dirty="0">
                          <a:latin typeface="Century Gothic"/>
                          <a:cs typeface="Century Gothic"/>
                        </a:rPr>
                        <a:t>jobs,</a:t>
                      </a:r>
                      <a:r>
                        <a:rPr sz="900" spc="80" dirty="0">
                          <a:latin typeface="Century Gothic"/>
                          <a:cs typeface="Century Gothic"/>
                        </a:rPr>
                        <a:t> </a:t>
                      </a:r>
                      <a:r>
                        <a:rPr sz="900" spc="10" dirty="0">
                          <a:latin typeface="Century Gothic"/>
                          <a:cs typeface="Century Gothic"/>
                        </a:rPr>
                        <a:t>putting</a:t>
                      </a:r>
                      <a:r>
                        <a:rPr sz="900" spc="55" dirty="0">
                          <a:latin typeface="Century Gothic"/>
                          <a:cs typeface="Century Gothic"/>
                        </a:rPr>
                        <a:t> </a:t>
                      </a:r>
                      <a:r>
                        <a:rPr sz="900" spc="10" dirty="0">
                          <a:latin typeface="Century Gothic"/>
                          <a:cs typeface="Century Gothic"/>
                        </a:rPr>
                        <a:t>the</a:t>
                      </a:r>
                      <a:r>
                        <a:rPr sz="900" spc="55" dirty="0">
                          <a:latin typeface="Century Gothic"/>
                          <a:cs typeface="Century Gothic"/>
                        </a:rPr>
                        <a:t> most </a:t>
                      </a:r>
                      <a:r>
                        <a:rPr sz="900" spc="10" dirty="0">
                          <a:latin typeface="Century Gothic"/>
                          <a:cs typeface="Century Gothic"/>
                        </a:rPr>
                        <a:t>recent</a:t>
                      </a:r>
                      <a:r>
                        <a:rPr sz="900" spc="70" dirty="0">
                          <a:latin typeface="Century Gothic"/>
                          <a:cs typeface="Century Gothic"/>
                        </a:rPr>
                        <a:t> </a:t>
                      </a:r>
                      <a:r>
                        <a:rPr sz="900" spc="10" dirty="0">
                          <a:latin typeface="Century Gothic"/>
                          <a:cs typeface="Century Gothic"/>
                        </a:rPr>
                        <a:t>job</a:t>
                      </a:r>
                      <a:r>
                        <a:rPr sz="900" spc="60" dirty="0">
                          <a:latin typeface="Century Gothic"/>
                          <a:cs typeface="Century Gothic"/>
                        </a:rPr>
                        <a:t> </a:t>
                      </a:r>
                      <a:r>
                        <a:rPr sz="900" spc="55" dirty="0">
                          <a:latin typeface="Century Gothic"/>
                          <a:cs typeface="Century Gothic"/>
                        </a:rPr>
                        <a:t>first </a:t>
                      </a:r>
                      <a:r>
                        <a:rPr sz="900" spc="10" dirty="0">
                          <a:latin typeface="Century Gothic"/>
                          <a:cs typeface="Century Gothic"/>
                        </a:rPr>
                        <a:t>then</a:t>
                      </a:r>
                      <a:r>
                        <a:rPr sz="900" spc="80" dirty="0">
                          <a:latin typeface="Century Gothic"/>
                          <a:cs typeface="Century Gothic"/>
                        </a:rPr>
                        <a:t> </a:t>
                      </a:r>
                      <a:r>
                        <a:rPr sz="900" spc="10" dirty="0">
                          <a:latin typeface="Century Gothic"/>
                          <a:cs typeface="Century Gothic"/>
                        </a:rPr>
                        <a:t>working</a:t>
                      </a:r>
                      <a:r>
                        <a:rPr sz="900" spc="65" dirty="0">
                          <a:latin typeface="Century Gothic"/>
                          <a:cs typeface="Century Gothic"/>
                        </a:rPr>
                        <a:t> </a:t>
                      </a:r>
                      <a:r>
                        <a:rPr sz="900" spc="-10" dirty="0">
                          <a:latin typeface="Century Gothic"/>
                          <a:cs typeface="Century Gothic"/>
                        </a:rPr>
                        <a:t>back. </a:t>
                      </a:r>
                      <a:r>
                        <a:rPr sz="900" dirty="0">
                          <a:latin typeface="Century Gothic"/>
                          <a:cs typeface="Century Gothic"/>
                        </a:rPr>
                        <a:t>Give</a:t>
                      </a:r>
                      <a:r>
                        <a:rPr sz="900" spc="114" dirty="0">
                          <a:latin typeface="Century Gothic"/>
                          <a:cs typeface="Century Gothic"/>
                        </a:rPr>
                        <a:t> </a:t>
                      </a:r>
                      <a:r>
                        <a:rPr sz="900" dirty="0">
                          <a:latin typeface="Century Gothic"/>
                          <a:cs typeface="Century Gothic"/>
                        </a:rPr>
                        <a:t>as</a:t>
                      </a:r>
                      <a:r>
                        <a:rPr sz="900" spc="105" dirty="0">
                          <a:latin typeface="Century Gothic"/>
                          <a:cs typeface="Century Gothic"/>
                        </a:rPr>
                        <a:t> </a:t>
                      </a:r>
                      <a:r>
                        <a:rPr sz="900" dirty="0">
                          <a:latin typeface="Century Gothic"/>
                          <a:cs typeface="Century Gothic"/>
                        </a:rPr>
                        <a:t>much</a:t>
                      </a:r>
                      <a:r>
                        <a:rPr sz="900" spc="125" dirty="0">
                          <a:latin typeface="Century Gothic"/>
                          <a:cs typeface="Century Gothic"/>
                        </a:rPr>
                        <a:t> </a:t>
                      </a:r>
                      <a:r>
                        <a:rPr sz="900" dirty="0">
                          <a:latin typeface="Century Gothic"/>
                          <a:cs typeface="Century Gothic"/>
                        </a:rPr>
                        <a:t>detail</a:t>
                      </a:r>
                      <a:r>
                        <a:rPr sz="900" spc="95" dirty="0">
                          <a:latin typeface="Century Gothic"/>
                          <a:cs typeface="Century Gothic"/>
                        </a:rPr>
                        <a:t> </a:t>
                      </a:r>
                      <a:r>
                        <a:rPr sz="900" dirty="0">
                          <a:latin typeface="Century Gothic"/>
                          <a:cs typeface="Century Gothic"/>
                        </a:rPr>
                        <a:t>as</a:t>
                      </a:r>
                      <a:r>
                        <a:rPr sz="900" spc="110" dirty="0">
                          <a:latin typeface="Century Gothic"/>
                          <a:cs typeface="Century Gothic"/>
                        </a:rPr>
                        <a:t> </a:t>
                      </a:r>
                      <a:r>
                        <a:rPr sz="900" dirty="0">
                          <a:latin typeface="Century Gothic"/>
                          <a:cs typeface="Century Gothic"/>
                        </a:rPr>
                        <a:t>possible</a:t>
                      </a:r>
                      <a:r>
                        <a:rPr sz="900" spc="95" dirty="0">
                          <a:latin typeface="Century Gothic"/>
                          <a:cs typeface="Century Gothic"/>
                        </a:rPr>
                        <a:t> </a:t>
                      </a:r>
                      <a:r>
                        <a:rPr sz="900" dirty="0">
                          <a:latin typeface="Century Gothic"/>
                          <a:cs typeface="Century Gothic"/>
                        </a:rPr>
                        <a:t>about</a:t>
                      </a:r>
                      <a:r>
                        <a:rPr sz="900" spc="95" dirty="0">
                          <a:latin typeface="Century Gothic"/>
                          <a:cs typeface="Century Gothic"/>
                        </a:rPr>
                        <a:t> </a:t>
                      </a:r>
                      <a:r>
                        <a:rPr sz="900" dirty="0">
                          <a:latin typeface="Century Gothic"/>
                          <a:cs typeface="Century Gothic"/>
                        </a:rPr>
                        <a:t>your</a:t>
                      </a:r>
                      <a:r>
                        <a:rPr sz="900" spc="114" dirty="0">
                          <a:latin typeface="Century Gothic"/>
                          <a:cs typeface="Century Gothic"/>
                        </a:rPr>
                        <a:t> </a:t>
                      </a:r>
                      <a:r>
                        <a:rPr sz="900" dirty="0">
                          <a:latin typeface="Century Gothic"/>
                          <a:cs typeface="Century Gothic"/>
                        </a:rPr>
                        <a:t>duties</a:t>
                      </a:r>
                      <a:r>
                        <a:rPr sz="900" spc="110" dirty="0">
                          <a:latin typeface="Century Gothic"/>
                          <a:cs typeface="Century Gothic"/>
                        </a:rPr>
                        <a:t> </a:t>
                      </a:r>
                      <a:r>
                        <a:rPr sz="900" spc="55" dirty="0">
                          <a:latin typeface="Century Gothic"/>
                          <a:cs typeface="Century Gothic"/>
                        </a:rPr>
                        <a:t>in</a:t>
                      </a:r>
                      <a:r>
                        <a:rPr sz="900" spc="105" dirty="0">
                          <a:latin typeface="Century Gothic"/>
                          <a:cs typeface="Century Gothic"/>
                        </a:rPr>
                        <a:t> </a:t>
                      </a:r>
                      <a:r>
                        <a:rPr sz="900" spc="-25" dirty="0">
                          <a:latin typeface="Century Gothic"/>
                          <a:cs typeface="Century Gothic"/>
                        </a:rPr>
                        <a:t>each</a:t>
                      </a:r>
                      <a:r>
                        <a:rPr sz="900" spc="120" dirty="0">
                          <a:latin typeface="Century Gothic"/>
                          <a:cs typeface="Century Gothic"/>
                        </a:rPr>
                        <a:t> </a:t>
                      </a:r>
                      <a:r>
                        <a:rPr sz="900" dirty="0">
                          <a:latin typeface="Century Gothic"/>
                          <a:cs typeface="Century Gothic"/>
                        </a:rPr>
                        <a:t>job,</a:t>
                      </a:r>
                      <a:r>
                        <a:rPr sz="900" spc="114" dirty="0">
                          <a:latin typeface="Century Gothic"/>
                          <a:cs typeface="Century Gothic"/>
                        </a:rPr>
                        <a:t> </a:t>
                      </a:r>
                      <a:r>
                        <a:rPr sz="900" dirty="0">
                          <a:latin typeface="Century Gothic"/>
                          <a:cs typeface="Century Gothic"/>
                        </a:rPr>
                        <a:t>highlighting</a:t>
                      </a:r>
                      <a:r>
                        <a:rPr sz="900" spc="100" dirty="0">
                          <a:latin typeface="Century Gothic"/>
                          <a:cs typeface="Century Gothic"/>
                        </a:rPr>
                        <a:t> </a:t>
                      </a:r>
                      <a:r>
                        <a:rPr sz="900" dirty="0">
                          <a:latin typeface="Century Gothic"/>
                          <a:cs typeface="Century Gothic"/>
                        </a:rPr>
                        <a:t>anything</a:t>
                      </a:r>
                      <a:r>
                        <a:rPr sz="900" spc="105" dirty="0">
                          <a:latin typeface="Century Gothic"/>
                          <a:cs typeface="Century Gothic"/>
                        </a:rPr>
                        <a:t> </a:t>
                      </a:r>
                      <a:r>
                        <a:rPr sz="900" spc="-20" dirty="0">
                          <a:latin typeface="Century Gothic"/>
                          <a:cs typeface="Century Gothic"/>
                        </a:rPr>
                        <a:t>thot </a:t>
                      </a:r>
                      <a:r>
                        <a:rPr sz="900" spc="70" dirty="0">
                          <a:latin typeface="Century Gothic"/>
                          <a:cs typeface="Century Gothic"/>
                        </a:rPr>
                        <a:t>is</a:t>
                      </a:r>
                      <a:r>
                        <a:rPr sz="900" spc="204" dirty="0">
                          <a:latin typeface="Century Gothic"/>
                          <a:cs typeface="Century Gothic"/>
                        </a:rPr>
                        <a:t> </a:t>
                      </a:r>
                      <a:r>
                        <a:rPr sz="900" dirty="0">
                          <a:latin typeface="Century Gothic"/>
                          <a:cs typeface="Century Gothic"/>
                        </a:rPr>
                        <a:t>particularly</a:t>
                      </a:r>
                      <a:r>
                        <a:rPr sz="900" spc="204" dirty="0">
                          <a:latin typeface="Century Gothic"/>
                          <a:cs typeface="Century Gothic"/>
                        </a:rPr>
                        <a:t> </a:t>
                      </a:r>
                      <a:r>
                        <a:rPr sz="900" dirty="0">
                          <a:latin typeface="Century Gothic"/>
                          <a:cs typeface="Century Gothic"/>
                        </a:rPr>
                        <a:t>relevant</a:t>
                      </a:r>
                      <a:r>
                        <a:rPr sz="900" spc="185" dirty="0">
                          <a:latin typeface="Century Gothic"/>
                          <a:cs typeface="Century Gothic"/>
                        </a:rPr>
                        <a:t> </a:t>
                      </a:r>
                      <a:r>
                        <a:rPr sz="900" dirty="0">
                          <a:latin typeface="Century Gothic"/>
                          <a:cs typeface="Century Gothic"/>
                        </a:rPr>
                        <a:t>to</a:t>
                      </a:r>
                      <a:r>
                        <a:rPr sz="900" spc="190" dirty="0">
                          <a:latin typeface="Century Gothic"/>
                          <a:cs typeface="Century Gothic"/>
                        </a:rPr>
                        <a:t> </a:t>
                      </a:r>
                      <a:r>
                        <a:rPr sz="900" dirty="0">
                          <a:latin typeface="Century Gothic"/>
                          <a:cs typeface="Century Gothic"/>
                        </a:rPr>
                        <a:t>the</a:t>
                      </a:r>
                      <a:r>
                        <a:rPr sz="900" spc="200" dirty="0">
                          <a:latin typeface="Century Gothic"/>
                          <a:cs typeface="Century Gothic"/>
                        </a:rPr>
                        <a:t> </a:t>
                      </a:r>
                      <a:r>
                        <a:rPr sz="900" dirty="0">
                          <a:latin typeface="Century Gothic"/>
                          <a:cs typeface="Century Gothic"/>
                        </a:rPr>
                        <a:t>job</a:t>
                      </a:r>
                      <a:r>
                        <a:rPr sz="900" spc="190" dirty="0">
                          <a:latin typeface="Century Gothic"/>
                          <a:cs typeface="Century Gothic"/>
                        </a:rPr>
                        <a:t> </a:t>
                      </a:r>
                      <a:r>
                        <a:rPr sz="900" dirty="0">
                          <a:latin typeface="Century Gothic"/>
                          <a:cs typeface="Century Gothic"/>
                        </a:rPr>
                        <a:t>you're</a:t>
                      </a:r>
                      <a:r>
                        <a:rPr sz="900" spc="195" dirty="0">
                          <a:latin typeface="Century Gothic"/>
                          <a:cs typeface="Century Gothic"/>
                        </a:rPr>
                        <a:t> </a:t>
                      </a:r>
                      <a:r>
                        <a:rPr sz="900" dirty="0">
                          <a:latin typeface="Century Gothic"/>
                          <a:cs typeface="Century Gothic"/>
                        </a:rPr>
                        <a:t>applying</a:t>
                      </a:r>
                      <a:r>
                        <a:rPr sz="900" spc="185" dirty="0">
                          <a:latin typeface="Century Gothic"/>
                          <a:cs typeface="Century Gothic"/>
                        </a:rPr>
                        <a:t> </a:t>
                      </a:r>
                      <a:r>
                        <a:rPr sz="900" dirty="0">
                          <a:latin typeface="Century Gothic"/>
                          <a:cs typeface="Century Gothic"/>
                        </a:rPr>
                        <a:t>for.</a:t>
                      </a:r>
                      <a:r>
                        <a:rPr sz="900" spc="204" dirty="0">
                          <a:latin typeface="Century Gothic"/>
                          <a:cs typeface="Century Gothic"/>
                        </a:rPr>
                        <a:t> </a:t>
                      </a:r>
                      <a:r>
                        <a:rPr sz="900" spc="50" dirty="0">
                          <a:latin typeface="Century Gothic"/>
                          <a:cs typeface="Century Gothic"/>
                        </a:rPr>
                        <a:t>Use</a:t>
                      </a:r>
                      <a:r>
                        <a:rPr sz="900" spc="185" dirty="0">
                          <a:latin typeface="Century Gothic"/>
                          <a:cs typeface="Century Gothic"/>
                        </a:rPr>
                        <a:t> </a:t>
                      </a:r>
                      <a:r>
                        <a:rPr sz="900" dirty="0">
                          <a:latin typeface="Century Gothic"/>
                          <a:cs typeface="Century Gothic"/>
                        </a:rPr>
                        <a:t>a</a:t>
                      </a:r>
                      <a:r>
                        <a:rPr sz="900" spc="185" dirty="0">
                          <a:latin typeface="Century Gothic"/>
                          <a:cs typeface="Century Gothic"/>
                        </a:rPr>
                        <a:t> </a:t>
                      </a:r>
                      <a:r>
                        <a:rPr sz="900" dirty="0">
                          <a:latin typeface="Century Gothic"/>
                          <a:cs typeface="Century Gothic"/>
                        </a:rPr>
                        <a:t>separate</a:t>
                      </a:r>
                      <a:r>
                        <a:rPr sz="900" spc="185" dirty="0">
                          <a:latin typeface="Century Gothic"/>
                          <a:cs typeface="Century Gothic"/>
                        </a:rPr>
                        <a:t> </a:t>
                      </a:r>
                      <a:r>
                        <a:rPr sz="900" dirty="0">
                          <a:latin typeface="Century Gothic"/>
                          <a:cs typeface="Century Gothic"/>
                        </a:rPr>
                        <a:t>sheet</a:t>
                      </a:r>
                      <a:r>
                        <a:rPr sz="900" spc="185" dirty="0">
                          <a:latin typeface="Century Gothic"/>
                          <a:cs typeface="Century Gothic"/>
                        </a:rPr>
                        <a:t> </a:t>
                      </a:r>
                      <a:r>
                        <a:rPr sz="900" dirty="0">
                          <a:latin typeface="Century Gothic"/>
                          <a:cs typeface="Century Gothic"/>
                        </a:rPr>
                        <a:t>of</a:t>
                      </a:r>
                      <a:r>
                        <a:rPr sz="900" spc="185" dirty="0">
                          <a:latin typeface="Century Gothic"/>
                          <a:cs typeface="Century Gothic"/>
                        </a:rPr>
                        <a:t> </a:t>
                      </a:r>
                      <a:r>
                        <a:rPr sz="900" dirty="0">
                          <a:latin typeface="Century Gothic"/>
                          <a:cs typeface="Century Gothic"/>
                        </a:rPr>
                        <a:t>paper</a:t>
                      </a:r>
                      <a:r>
                        <a:rPr sz="900" spc="190" dirty="0">
                          <a:latin typeface="Century Gothic"/>
                          <a:cs typeface="Century Gothic"/>
                        </a:rPr>
                        <a:t> </a:t>
                      </a:r>
                      <a:r>
                        <a:rPr sz="900" spc="-25" dirty="0">
                          <a:latin typeface="Century Gothic"/>
                          <a:cs typeface="Century Gothic"/>
                        </a:rPr>
                        <a:t>if </a:t>
                      </a:r>
                      <a:r>
                        <a:rPr sz="900" spc="-10" dirty="0">
                          <a:latin typeface="Century Gothic"/>
                          <a:cs typeface="Century Gothic"/>
                        </a:rPr>
                        <a:t>necessary.</a:t>
                      </a:r>
                      <a:endParaRPr sz="900">
                        <a:latin typeface="Century Gothic"/>
                        <a:cs typeface="Century Gothic"/>
                      </a:endParaRPr>
                    </a:p>
                  </a:txBody>
                  <a:tcPr marL="0" marR="0" marT="111760" marB="0"/>
                </a:tc>
                <a:extLst>
                  <a:ext uri="{0D108BD9-81ED-4DB2-BD59-A6C34878D82A}">
                    <a16:rowId xmlns:a16="http://schemas.microsoft.com/office/drawing/2014/main" val="10002"/>
                  </a:ext>
                </a:extLst>
              </a:tr>
              <a:tr h="502920">
                <a:tc>
                  <a:txBody>
                    <a:bodyPr/>
                    <a:lstStyle/>
                    <a:p>
                      <a:pPr marL="31750">
                        <a:lnSpc>
                          <a:spcPct val="100000"/>
                        </a:lnSpc>
                        <a:spcBef>
                          <a:spcPts val="320"/>
                        </a:spcBef>
                      </a:pPr>
                      <a:r>
                        <a:rPr sz="900" dirty="0">
                          <a:latin typeface="Century Gothic"/>
                          <a:cs typeface="Century Gothic"/>
                        </a:rPr>
                        <a:t>Section</a:t>
                      </a:r>
                      <a:r>
                        <a:rPr sz="900" spc="80" dirty="0">
                          <a:latin typeface="Century Gothic"/>
                          <a:cs typeface="Century Gothic"/>
                        </a:rPr>
                        <a:t> </a:t>
                      </a:r>
                      <a:r>
                        <a:rPr sz="900" spc="-50" dirty="0">
                          <a:latin typeface="Century Gothic"/>
                          <a:cs typeface="Century Gothic"/>
                        </a:rPr>
                        <a:t>7</a:t>
                      </a:r>
                      <a:endParaRPr sz="900">
                        <a:latin typeface="Century Gothic"/>
                        <a:cs typeface="Century Gothic"/>
                      </a:endParaRPr>
                    </a:p>
                  </a:txBody>
                  <a:tcPr marL="0" marR="0" marT="40640" marB="0"/>
                </a:tc>
                <a:tc>
                  <a:txBody>
                    <a:bodyPr/>
                    <a:lstStyle/>
                    <a:p>
                      <a:pPr marL="107950" marR="24130" algn="just">
                        <a:lnSpc>
                          <a:spcPct val="100000"/>
                        </a:lnSpc>
                        <a:spcBef>
                          <a:spcPts val="320"/>
                        </a:spcBef>
                      </a:pPr>
                      <a:r>
                        <a:rPr sz="900" spc="10" dirty="0">
                          <a:latin typeface="Century Gothic"/>
                          <a:cs typeface="Century Gothic"/>
                        </a:rPr>
                        <a:t>Give</a:t>
                      </a:r>
                      <a:r>
                        <a:rPr sz="900" spc="105" dirty="0">
                          <a:latin typeface="Century Gothic"/>
                          <a:cs typeface="Century Gothic"/>
                        </a:rPr>
                        <a:t> </a:t>
                      </a:r>
                      <a:r>
                        <a:rPr sz="900" spc="10" dirty="0">
                          <a:latin typeface="Century Gothic"/>
                          <a:cs typeface="Century Gothic"/>
                        </a:rPr>
                        <a:t>details</a:t>
                      </a:r>
                      <a:r>
                        <a:rPr sz="900" spc="114" dirty="0">
                          <a:latin typeface="Century Gothic"/>
                          <a:cs typeface="Century Gothic"/>
                        </a:rPr>
                        <a:t> </a:t>
                      </a:r>
                      <a:r>
                        <a:rPr sz="900" spc="10" dirty="0">
                          <a:latin typeface="Century Gothic"/>
                          <a:cs typeface="Century Gothic"/>
                        </a:rPr>
                        <a:t>of</a:t>
                      </a:r>
                      <a:r>
                        <a:rPr sz="900" spc="95" dirty="0">
                          <a:latin typeface="Century Gothic"/>
                          <a:cs typeface="Century Gothic"/>
                        </a:rPr>
                        <a:t> </a:t>
                      </a:r>
                      <a:r>
                        <a:rPr sz="900" spc="10" dirty="0">
                          <a:latin typeface="Century Gothic"/>
                          <a:cs typeface="Century Gothic"/>
                        </a:rPr>
                        <a:t>universities,</a:t>
                      </a:r>
                      <a:r>
                        <a:rPr sz="900" spc="100" dirty="0">
                          <a:latin typeface="Century Gothic"/>
                          <a:cs typeface="Century Gothic"/>
                        </a:rPr>
                        <a:t> </a:t>
                      </a:r>
                      <a:r>
                        <a:rPr sz="900" dirty="0">
                          <a:latin typeface="Century Gothic"/>
                          <a:cs typeface="Century Gothic"/>
                        </a:rPr>
                        <a:t>colleges,</a:t>
                      </a:r>
                      <a:r>
                        <a:rPr sz="900" spc="100" dirty="0">
                          <a:latin typeface="Century Gothic"/>
                          <a:cs typeface="Century Gothic"/>
                        </a:rPr>
                        <a:t> </a:t>
                      </a:r>
                      <a:r>
                        <a:rPr sz="900" spc="10" dirty="0">
                          <a:latin typeface="Century Gothic"/>
                          <a:cs typeface="Century Gothic"/>
                        </a:rPr>
                        <a:t>schools</a:t>
                      </a:r>
                      <a:r>
                        <a:rPr sz="900" spc="114" dirty="0">
                          <a:latin typeface="Century Gothic"/>
                          <a:cs typeface="Century Gothic"/>
                        </a:rPr>
                        <a:t> </a:t>
                      </a:r>
                      <a:r>
                        <a:rPr sz="900" spc="10" dirty="0">
                          <a:latin typeface="Century Gothic"/>
                          <a:cs typeface="Century Gothic"/>
                        </a:rPr>
                        <a:t>or</a:t>
                      </a:r>
                      <a:r>
                        <a:rPr sz="900" spc="110" dirty="0">
                          <a:latin typeface="Century Gothic"/>
                          <a:cs typeface="Century Gothic"/>
                        </a:rPr>
                        <a:t> </a:t>
                      </a:r>
                      <a:r>
                        <a:rPr sz="900" spc="10" dirty="0">
                          <a:latin typeface="Century Gothic"/>
                          <a:cs typeface="Century Gothic"/>
                        </a:rPr>
                        <a:t>other</a:t>
                      </a:r>
                      <a:r>
                        <a:rPr sz="900" spc="100" dirty="0">
                          <a:latin typeface="Century Gothic"/>
                          <a:cs typeface="Century Gothic"/>
                        </a:rPr>
                        <a:t> </a:t>
                      </a:r>
                      <a:r>
                        <a:rPr sz="900" spc="10" dirty="0">
                          <a:latin typeface="Century Gothic"/>
                          <a:cs typeface="Century Gothic"/>
                        </a:rPr>
                        <a:t>training</a:t>
                      </a:r>
                      <a:r>
                        <a:rPr sz="900" spc="105" dirty="0">
                          <a:latin typeface="Century Gothic"/>
                          <a:cs typeface="Century Gothic"/>
                        </a:rPr>
                        <a:t> </a:t>
                      </a:r>
                      <a:r>
                        <a:rPr sz="900" spc="10" dirty="0">
                          <a:latin typeface="Century Gothic"/>
                          <a:cs typeface="Century Gothic"/>
                        </a:rPr>
                        <a:t>places</a:t>
                      </a:r>
                      <a:r>
                        <a:rPr sz="900" spc="105" dirty="0">
                          <a:latin typeface="Century Gothic"/>
                          <a:cs typeface="Century Gothic"/>
                        </a:rPr>
                        <a:t> </a:t>
                      </a:r>
                      <a:r>
                        <a:rPr sz="900" spc="10" dirty="0">
                          <a:latin typeface="Century Gothic"/>
                          <a:cs typeface="Century Gothic"/>
                        </a:rPr>
                        <a:t>you</a:t>
                      </a:r>
                      <a:r>
                        <a:rPr sz="900" spc="105" dirty="0">
                          <a:latin typeface="Century Gothic"/>
                          <a:cs typeface="Century Gothic"/>
                        </a:rPr>
                        <a:t> </a:t>
                      </a:r>
                      <a:r>
                        <a:rPr sz="900" dirty="0">
                          <a:latin typeface="Century Gothic"/>
                          <a:cs typeface="Century Gothic"/>
                        </a:rPr>
                        <a:t>have</a:t>
                      </a:r>
                      <a:r>
                        <a:rPr sz="900" spc="95" dirty="0">
                          <a:latin typeface="Century Gothic"/>
                          <a:cs typeface="Century Gothic"/>
                        </a:rPr>
                        <a:t> </a:t>
                      </a:r>
                      <a:r>
                        <a:rPr sz="900" spc="-10" dirty="0">
                          <a:latin typeface="Century Gothic"/>
                          <a:cs typeface="Century Gothic"/>
                        </a:rPr>
                        <a:t>attended, </a:t>
                      </a:r>
                      <a:r>
                        <a:rPr sz="900" dirty="0">
                          <a:latin typeface="Century Gothic"/>
                          <a:cs typeface="Century Gothic"/>
                        </a:rPr>
                        <a:t>putting</a:t>
                      </a:r>
                      <a:r>
                        <a:rPr sz="900" spc="114" dirty="0">
                          <a:latin typeface="Century Gothic"/>
                          <a:cs typeface="Century Gothic"/>
                        </a:rPr>
                        <a:t> </a:t>
                      </a:r>
                      <a:r>
                        <a:rPr sz="900" dirty="0">
                          <a:latin typeface="Century Gothic"/>
                          <a:cs typeface="Century Gothic"/>
                        </a:rPr>
                        <a:t>the</a:t>
                      </a:r>
                      <a:r>
                        <a:rPr sz="900" spc="105" dirty="0">
                          <a:latin typeface="Century Gothic"/>
                          <a:cs typeface="Century Gothic"/>
                        </a:rPr>
                        <a:t> </a:t>
                      </a:r>
                      <a:r>
                        <a:rPr sz="900" spc="55" dirty="0">
                          <a:latin typeface="Century Gothic"/>
                          <a:cs typeface="Century Gothic"/>
                        </a:rPr>
                        <a:t>most</a:t>
                      </a:r>
                      <a:r>
                        <a:rPr sz="900" spc="100" dirty="0">
                          <a:latin typeface="Century Gothic"/>
                          <a:cs typeface="Century Gothic"/>
                        </a:rPr>
                        <a:t> </a:t>
                      </a:r>
                      <a:r>
                        <a:rPr sz="900" dirty="0">
                          <a:latin typeface="Century Gothic"/>
                          <a:cs typeface="Century Gothic"/>
                        </a:rPr>
                        <a:t>recent</a:t>
                      </a:r>
                      <a:r>
                        <a:rPr sz="900" spc="120" dirty="0">
                          <a:latin typeface="Century Gothic"/>
                          <a:cs typeface="Century Gothic"/>
                        </a:rPr>
                        <a:t> </a:t>
                      </a:r>
                      <a:r>
                        <a:rPr sz="900" spc="55" dirty="0">
                          <a:latin typeface="Century Gothic"/>
                          <a:cs typeface="Century Gothic"/>
                        </a:rPr>
                        <a:t>first</a:t>
                      </a:r>
                      <a:r>
                        <a:rPr sz="900" spc="110" dirty="0">
                          <a:latin typeface="Century Gothic"/>
                          <a:cs typeface="Century Gothic"/>
                        </a:rPr>
                        <a:t> </a:t>
                      </a:r>
                      <a:r>
                        <a:rPr sz="900" dirty="0">
                          <a:latin typeface="Century Gothic"/>
                          <a:cs typeface="Century Gothic"/>
                        </a:rPr>
                        <a:t>then</a:t>
                      </a:r>
                      <a:r>
                        <a:rPr sz="900" spc="114" dirty="0">
                          <a:latin typeface="Century Gothic"/>
                          <a:cs typeface="Century Gothic"/>
                        </a:rPr>
                        <a:t> </a:t>
                      </a:r>
                      <a:r>
                        <a:rPr sz="900" dirty="0">
                          <a:latin typeface="Century Gothic"/>
                          <a:cs typeface="Century Gothic"/>
                        </a:rPr>
                        <a:t>working</a:t>
                      </a:r>
                      <a:r>
                        <a:rPr sz="900" spc="95" dirty="0">
                          <a:latin typeface="Century Gothic"/>
                          <a:cs typeface="Century Gothic"/>
                        </a:rPr>
                        <a:t> </a:t>
                      </a:r>
                      <a:r>
                        <a:rPr sz="900" spc="-20" dirty="0">
                          <a:latin typeface="Century Gothic"/>
                          <a:cs typeface="Century Gothic"/>
                        </a:rPr>
                        <a:t>back.</a:t>
                      </a:r>
                      <a:r>
                        <a:rPr sz="900" spc="110" dirty="0">
                          <a:latin typeface="Century Gothic"/>
                          <a:cs typeface="Century Gothic"/>
                        </a:rPr>
                        <a:t> </a:t>
                      </a:r>
                      <a:r>
                        <a:rPr sz="900" spc="80" dirty="0">
                          <a:latin typeface="Century Gothic"/>
                          <a:cs typeface="Century Gothic"/>
                        </a:rPr>
                        <a:t>List</a:t>
                      </a:r>
                      <a:r>
                        <a:rPr sz="900" spc="85" dirty="0">
                          <a:latin typeface="Century Gothic"/>
                          <a:cs typeface="Century Gothic"/>
                        </a:rPr>
                        <a:t> </a:t>
                      </a:r>
                      <a:r>
                        <a:rPr sz="900" dirty="0">
                          <a:latin typeface="Century Gothic"/>
                          <a:cs typeface="Century Gothic"/>
                        </a:rPr>
                        <a:t>any</a:t>
                      </a:r>
                      <a:r>
                        <a:rPr sz="900" spc="130" dirty="0">
                          <a:latin typeface="Century Gothic"/>
                          <a:cs typeface="Century Gothic"/>
                        </a:rPr>
                        <a:t> </a:t>
                      </a:r>
                      <a:r>
                        <a:rPr sz="900" dirty="0">
                          <a:latin typeface="Century Gothic"/>
                          <a:cs typeface="Century Gothic"/>
                        </a:rPr>
                        <a:t>examinations</a:t>
                      </a:r>
                      <a:r>
                        <a:rPr sz="900" spc="110" dirty="0">
                          <a:latin typeface="Century Gothic"/>
                          <a:cs typeface="Century Gothic"/>
                        </a:rPr>
                        <a:t> </a:t>
                      </a:r>
                      <a:r>
                        <a:rPr sz="900" dirty="0">
                          <a:latin typeface="Century Gothic"/>
                          <a:cs typeface="Century Gothic"/>
                        </a:rPr>
                        <a:t>you</a:t>
                      </a:r>
                      <a:r>
                        <a:rPr sz="900" spc="100" dirty="0">
                          <a:latin typeface="Century Gothic"/>
                          <a:cs typeface="Century Gothic"/>
                        </a:rPr>
                        <a:t> </a:t>
                      </a:r>
                      <a:r>
                        <a:rPr sz="900" dirty="0">
                          <a:latin typeface="Century Gothic"/>
                          <a:cs typeface="Century Gothic"/>
                        </a:rPr>
                        <a:t>took</a:t>
                      </a:r>
                      <a:r>
                        <a:rPr sz="900" spc="105" dirty="0">
                          <a:latin typeface="Century Gothic"/>
                          <a:cs typeface="Century Gothic"/>
                        </a:rPr>
                        <a:t> </a:t>
                      </a:r>
                      <a:r>
                        <a:rPr sz="900" dirty="0">
                          <a:latin typeface="Century Gothic"/>
                          <a:cs typeface="Century Gothic"/>
                        </a:rPr>
                        <a:t>and</a:t>
                      </a:r>
                      <a:r>
                        <a:rPr sz="900" spc="125" dirty="0">
                          <a:latin typeface="Century Gothic"/>
                          <a:cs typeface="Century Gothic"/>
                        </a:rPr>
                        <a:t> </a:t>
                      </a:r>
                      <a:r>
                        <a:rPr sz="900" spc="-25" dirty="0">
                          <a:latin typeface="Century Gothic"/>
                          <a:cs typeface="Century Gothic"/>
                        </a:rPr>
                        <a:t>the </a:t>
                      </a:r>
                      <a:r>
                        <a:rPr sz="900" dirty="0">
                          <a:latin typeface="Century Gothic"/>
                          <a:cs typeface="Century Gothic"/>
                        </a:rPr>
                        <a:t>grades</a:t>
                      </a:r>
                      <a:r>
                        <a:rPr sz="900" spc="-20" dirty="0">
                          <a:latin typeface="Century Gothic"/>
                          <a:cs typeface="Century Gothic"/>
                        </a:rPr>
                        <a:t> </a:t>
                      </a:r>
                      <a:r>
                        <a:rPr sz="900" dirty="0">
                          <a:latin typeface="Century Gothic"/>
                          <a:cs typeface="Century Gothic"/>
                        </a:rPr>
                        <a:t>and</a:t>
                      </a:r>
                      <a:r>
                        <a:rPr sz="900" spc="-5" dirty="0">
                          <a:latin typeface="Century Gothic"/>
                          <a:cs typeface="Century Gothic"/>
                        </a:rPr>
                        <a:t> </a:t>
                      </a:r>
                      <a:r>
                        <a:rPr sz="900" spc="50" dirty="0">
                          <a:latin typeface="Century Gothic"/>
                          <a:cs typeface="Century Gothic"/>
                        </a:rPr>
                        <a:t>results</a:t>
                      </a:r>
                      <a:r>
                        <a:rPr sz="900" spc="-25" dirty="0">
                          <a:latin typeface="Century Gothic"/>
                          <a:cs typeface="Century Gothic"/>
                        </a:rPr>
                        <a:t> </a:t>
                      </a:r>
                      <a:r>
                        <a:rPr sz="900" dirty="0">
                          <a:latin typeface="Century Gothic"/>
                          <a:cs typeface="Century Gothic"/>
                        </a:rPr>
                        <a:t>you</a:t>
                      </a:r>
                      <a:r>
                        <a:rPr sz="900" spc="-15" dirty="0">
                          <a:latin typeface="Century Gothic"/>
                          <a:cs typeface="Century Gothic"/>
                        </a:rPr>
                        <a:t> </a:t>
                      </a:r>
                      <a:r>
                        <a:rPr sz="900" spc="-10" dirty="0">
                          <a:latin typeface="Century Gothic"/>
                          <a:cs typeface="Century Gothic"/>
                        </a:rPr>
                        <a:t>achieved.</a:t>
                      </a:r>
                      <a:endParaRPr sz="900">
                        <a:latin typeface="Century Gothic"/>
                        <a:cs typeface="Century Gothic"/>
                      </a:endParaRPr>
                    </a:p>
                  </a:txBody>
                  <a:tcPr marL="0" marR="0" marT="40640" marB="0"/>
                </a:tc>
                <a:extLst>
                  <a:ext uri="{0D108BD9-81ED-4DB2-BD59-A6C34878D82A}">
                    <a16:rowId xmlns:a16="http://schemas.microsoft.com/office/drawing/2014/main" val="10003"/>
                  </a:ext>
                </a:extLst>
              </a:tr>
              <a:tr h="299085">
                <a:tc>
                  <a:txBody>
                    <a:bodyPr/>
                    <a:lstStyle/>
                    <a:p>
                      <a:pPr marL="31750">
                        <a:lnSpc>
                          <a:spcPct val="100000"/>
                        </a:lnSpc>
                        <a:spcBef>
                          <a:spcPts val="320"/>
                        </a:spcBef>
                      </a:pPr>
                      <a:r>
                        <a:rPr sz="900" dirty="0">
                          <a:latin typeface="Century Gothic"/>
                          <a:cs typeface="Century Gothic"/>
                        </a:rPr>
                        <a:t>Section</a:t>
                      </a:r>
                      <a:r>
                        <a:rPr sz="900" spc="80" dirty="0">
                          <a:latin typeface="Century Gothic"/>
                          <a:cs typeface="Century Gothic"/>
                        </a:rPr>
                        <a:t> </a:t>
                      </a:r>
                      <a:r>
                        <a:rPr sz="900" spc="20" dirty="0">
                          <a:latin typeface="Century Gothic"/>
                          <a:cs typeface="Century Gothic"/>
                        </a:rPr>
                        <a:t>8</a:t>
                      </a:r>
                      <a:endParaRPr sz="900">
                        <a:latin typeface="Century Gothic"/>
                        <a:cs typeface="Century Gothic"/>
                      </a:endParaRPr>
                    </a:p>
                  </a:txBody>
                  <a:tcPr marL="0" marR="0" marT="40640" marB="0"/>
                </a:tc>
                <a:tc>
                  <a:txBody>
                    <a:bodyPr/>
                    <a:lstStyle/>
                    <a:p>
                      <a:pPr marL="107950">
                        <a:lnSpc>
                          <a:spcPct val="100000"/>
                        </a:lnSpc>
                        <a:spcBef>
                          <a:spcPts val="320"/>
                        </a:spcBef>
                      </a:pPr>
                      <a:r>
                        <a:rPr sz="900" dirty="0">
                          <a:latin typeface="Century Gothic"/>
                          <a:cs typeface="Century Gothic"/>
                        </a:rPr>
                        <a:t>You</a:t>
                      </a:r>
                      <a:r>
                        <a:rPr sz="900" spc="25" dirty="0">
                          <a:latin typeface="Century Gothic"/>
                          <a:cs typeface="Century Gothic"/>
                        </a:rPr>
                        <a:t> </a:t>
                      </a:r>
                      <a:r>
                        <a:rPr sz="900" spc="75" dirty="0">
                          <a:latin typeface="Century Gothic"/>
                          <a:cs typeface="Century Gothic"/>
                        </a:rPr>
                        <a:t>must</a:t>
                      </a:r>
                      <a:r>
                        <a:rPr sz="900" spc="5" dirty="0">
                          <a:latin typeface="Century Gothic"/>
                          <a:cs typeface="Century Gothic"/>
                        </a:rPr>
                        <a:t> </a:t>
                      </a:r>
                      <a:r>
                        <a:rPr sz="900" dirty="0">
                          <a:latin typeface="Century Gothic"/>
                          <a:cs typeface="Century Gothic"/>
                        </a:rPr>
                        <a:t>fill</a:t>
                      </a:r>
                      <a:r>
                        <a:rPr sz="900" spc="20" dirty="0">
                          <a:latin typeface="Century Gothic"/>
                          <a:cs typeface="Century Gothic"/>
                        </a:rPr>
                        <a:t> </a:t>
                      </a:r>
                      <a:r>
                        <a:rPr sz="900" spc="55" dirty="0">
                          <a:latin typeface="Century Gothic"/>
                          <a:cs typeface="Century Gothic"/>
                        </a:rPr>
                        <a:t>in</a:t>
                      </a:r>
                      <a:r>
                        <a:rPr sz="900" spc="40" dirty="0">
                          <a:latin typeface="Century Gothic"/>
                          <a:cs typeface="Century Gothic"/>
                        </a:rPr>
                        <a:t> </a:t>
                      </a:r>
                      <a:r>
                        <a:rPr sz="900" spc="60" dirty="0">
                          <a:latin typeface="Century Gothic"/>
                          <a:cs typeface="Century Gothic"/>
                        </a:rPr>
                        <a:t>this</a:t>
                      </a:r>
                      <a:r>
                        <a:rPr sz="900" spc="25" dirty="0">
                          <a:latin typeface="Century Gothic"/>
                          <a:cs typeface="Century Gothic"/>
                        </a:rPr>
                        <a:t> </a:t>
                      </a:r>
                      <a:r>
                        <a:rPr sz="900" dirty="0">
                          <a:latin typeface="Century Gothic"/>
                          <a:cs typeface="Century Gothic"/>
                        </a:rPr>
                        <a:t>section</a:t>
                      </a:r>
                      <a:r>
                        <a:rPr sz="900" spc="40" dirty="0">
                          <a:latin typeface="Century Gothic"/>
                          <a:cs typeface="Century Gothic"/>
                        </a:rPr>
                        <a:t> </a:t>
                      </a:r>
                      <a:r>
                        <a:rPr sz="900" dirty="0">
                          <a:latin typeface="Century Gothic"/>
                          <a:cs typeface="Century Gothic"/>
                        </a:rPr>
                        <a:t>if</a:t>
                      </a:r>
                      <a:r>
                        <a:rPr sz="900" spc="35" dirty="0">
                          <a:latin typeface="Century Gothic"/>
                          <a:cs typeface="Century Gothic"/>
                        </a:rPr>
                        <a:t> </a:t>
                      </a:r>
                      <a:r>
                        <a:rPr sz="900" dirty="0">
                          <a:latin typeface="Century Gothic"/>
                          <a:cs typeface="Century Gothic"/>
                        </a:rPr>
                        <a:t>you</a:t>
                      </a:r>
                      <a:r>
                        <a:rPr sz="900" spc="15" dirty="0">
                          <a:latin typeface="Century Gothic"/>
                          <a:cs typeface="Century Gothic"/>
                        </a:rPr>
                        <a:t> </a:t>
                      </a:r>
                      <a:r>
                        <a:rPr sz="900" spc="-20" dirty="0">
                          <a:latin typeface="Century Gothic"/>
                          <a:cs typeface="Century Gothic"/>
                        </a:rPr>
                        <a:t>are</a:t>
                      </a:r>
                      <a:r>
                        <a:rPr sz="900" spc="15" dirty="0">
                          <a:latin typeface="Century Gothic"/>
                          <a:cs typeface="Century Gothic"/>
                        </a:rPr>
                        <a:t> </a:t>
                      </a:r>
                      <a:r>
                        <a:rPr sz="900" dirty="0">
                          <a:latin typeface="Century Gothic"/>
                          <a:cs typeface="Century Gothic"/>
                        </a:rPr>
                        <a:t>applying</a:t>
                      </a:r>
                      <a:r>
                        <a:rPr sz="900" spc="15" dirty="0">
                          <a:latin typeface="Century Gothic"/>
                          <a:cs typeface="Century Gothic"/>
                        </a:rPr>
                        <a:t> </a:t>
                      </a:r>
                      <a:r>
                        <a:rPr sz="900" dirty="0">
                          <a:latin typeface="Century Gothic"/>
                          <a:cs typeface="Century Gothic"/>
                        </a:rPr>
                        <a:t>for</a:t>
                      </a:r>
                      <a:r>
                        <a:rPr sz="900" spc="40" dirty="0">
                          <a:latin typeface="Century Gothic"/>
                          <a:cs typeface="Century Gothic"/>
                        </a:rPr>
                        <a:t> </a:t>
                      </a:r>
                      <a:r>
                        <a:rPr sz="900" dirty="0">
                          <a:latin typeface="Century Gothic"/>
                          <a:cs typeface="Century Gothic"/>
                        </a:rPr>
                        <a:t>an</a:t>
                      </a:r>
                      <a:r>
                        <a:rPr sz="900" spc="35" dirty="0">
                          <a:latin typeface="Century Gothic"/>
                          <a:cs typeface="Century Gothic"/>
                        </a:rPr>
                        <a:t> </a:t>
                      </a:r>
                      <a:r>
                        <a:rPr sz="900" dirty="0">
                          <a:latin typeface="Century Gothic"/>
                          <a:cs typeface="Century Gothic"/>
                        </a:rPr>
                        <a:t>overseas</a:t>
                      </a:r>
                      <a:r>
                        <a:rPr sz="900" spc="15" dirty="0">
                          <a:latin typeface="Century Gothic"/>
                          <a:cs typeface="Century Gothic"/>
                        </a:rPr>
                        <a:t> </a:t>
                      </a:r>
                      <a:r>
                        <a:rPr sz="900" spc="-10" dirty="0">
                          <a:latin typeface="Century Gothic"/>
                          <a:cs typeface="Century Gothic"/>
                        </a:rPr>
                        <a:t>vacancy.</a:t>
                      </a:r>
                      <a:endParaRPr sz="900">
                        <a:latin typeface="Century Gothic"/>
                        <a:cs typeface="Century Gothic"/>
                      </a:endParaRPr>
                    </a:p>
                  </a:txBody>
                  <a:tcPr marL="0" marR="0" marT="40640" marB="0"/>
                </a:tc>
                <a:extLst>
                  <a:ext uri="{0D108BD9-81ED-4DB2-BD59-A6C34878D82A}">
                    <a16:rowId xmlns:a16="http://schemas.microsoft.com/office/drawing/2014/main" val="10004"/>
                  </a:ext>
                </a:extLst>
              </a:tr>
              <a:tr h="848360">
                <a:tc>
                  <a:txBody>
                    <a:bodyPr/>
                    <a:lstStyle/>
                    <a:p>
                      <a:pPr marL="31750">
                        <a:lnSpc>
                          <a:spcPct val="100000"/>
                        </a:lnSpc>
                        <a:spcBef>
                          <a:spcPts val="880"/>
                        </a:spcBef>
                      </a:pPr>
                      <a:r>
                        <a:rPr sz="900" dirty="0">
                          <a:latin typeface="Century Gothic"/>
                          <a:cs typeface="Century Gothic"/>
                        </a:rPr>
                        <a:t>Section</a:t>
                      </a:r>
                      <a:r>
                        <a:rPr sz="900" spc="80" dirty="0">
                          <a:latin typeface="Century Gothic"/>
                          <a:cs typeface="Century Gothic"/>
                        </a:rPr>
                        <a:t> </a:t>
                      </a:r>
                      <a:r>
                        <a:rPr sz="900" spc="-50" dirty="0">
                          <a:latin typeface="Century Gothic"/>
                          <a:cs typeface="Century Gothic"/>
                        </a:rPr>
                        <a:t>9</a:t>
                      </a:r>
                      <a:endParaRPr sz="900">
                        <a:latin typeface="Century Gothic"/>
                        <a:cs typeface="Century Gothic"/>
                      </a:endParaRPr>
                    </a:p>
                  </a:txBody>
                  <a:tcPr marL="0" marR="0" marT="111760" marB="0"/>
                </a:tc>
                <a:tc>
                  <a:txBody>
                    <a:bodyPr/>
                    <a:lstStyle/>
                    <a:p>
                      <a:pPr marL="107950" marR="24130" algn="just">
                        <a:lnSpc>
                          <a:spcPct val="100000"/>
                        </a:lnSpc>
                        <a:spcBef>
                          <a:spcPts val="880"/>
                        </a:spcBef>
                      </a:pPr>
                      <a:r>
                        <a:rPr sz="900" spc="80" dirty="0">
                          <a:latin typeface="Century Gothic"/>
                          <a:cs typeface="Century Gothic"/>
                        </a:rPr>
                        <a:t>This</a:t>
                      </a:r>
                      <a:r>
                        <a:rPr sz="900" spc="155" dirty="0">
                          <a:latin typeface="Century Gothic"/>
                          <a:cs typeface="Century Gothic"/>
                        </a:rPr>
                        <a:t> </a:t>
                      </a:r>
                      <a:r>
                        <a:rPr sz="900" dirty="0">
                          <a:latin typeface="Century Gothic"/>
                          <a:cs typeface="Century Gothic"/>
                        </a:rPr>
                        <a:t>section</a:t>
                      </a:r>
                      <a:r>
                        <a:rPr sz="900" spc="165" dirty="0">
                          <a:latin typeface="Century Gothic"/>
                          <a:cs typeface="Century Gothic"/>
                        </a:rPr>
                        <a:t> </a:t>
                      </a:r>
                      <a:r>
                        <a:rPr sz="900" spc="65" dirty="0">
                          <a:latin typeface="Century Gothic"/>
                          <a:cs typeface="Century Gothic"/>
                        </a:rPr>
                        <a:t>is</a:t>
                      </a:r>
                      <a:r>
                        <a:rPr sz="900" spc="160" dirty="0">
                          <a:latin typeface="Century Gothic"/>
                          <a:cs typeface="Century Gothic"/>
                        </a:rPr>
                        <a:t> </a:t>
                      </a:r>
                      <a:r>
                        <a:rPr sz="900" dirty="0">
                          <a:latin typeface="Century Gothic"/>
                          <a:cs typeface="Century Gothic"/>
                        </a:rPr>
                        <a:t>very</a:t>
                      </a:r>
                      <a:r>
                        <a:rPr sz="900" spc="155" dirty="0">
                          <a:latin typeface="Century Gothic"/>
                          <a:cs typeface="Century Gothic"/>
                        </a:rPr>
                        <a:t> </a:t>
                      </a:r>
                      <a:r>
                        <a:rPr sz="900" dirty="0">
                          <a:latin typeface="Century Gothic"/>
                          <a:cs typeface="Century Gothic"/>
                        </a:rPr>
                        <a:t>important</a:t>
                      </a:r>
                      <a:r>
                        <a:rPr sz="900" spc="155" dirty="0">
                          <a:latin typeface="Century Gothic"/>
                          <a:cs typeface="Century Gothic"/>
                        </a:rPr>
                        <a:t> </a:t>
                      </a:r>
                      <a:r>
                        <a:rPr sz="900" dirty="0">
                          <a:latin typeface="Century Gothic"/>
                          <a:cs typeface="Century Gothic"/>
                        </a:rPr>
                        <a:t>because</a:t>
                      </a:r>
                      <a:r>
                        <a:rPr sz="900" spc="145" dirty="0">
                          <a:latin typeface="Century Gothic"/>
                          <a:cs typeface="Century Gothic"/>
                        </a:rPr>
                        <a:t> </a:t>
                      </a:r>
                      <a:r>
                        <a:rPr sz="900" spc="60" dirty="0">
                          <a:latin typeface="Century Gothic"/>
                          <a:cs typeface="Century Gothic"/>
                        </a:rPr>
                        <a:t>it</a:t>
                      </a:r>
                      <a:r>
                        <a:rPr sz="900" spc="155" dirty="0">
                          <a:latin typeface="Century Gothic"/>
                          <a:cs typeface="Century Gothic"/>
                        </a:rPr>
                        <a:t> </a:t>
                      </a:r>
                      <a:r>
                        <a:rPr sz="900" dirty="0">
                          <a:latin typeface="Century Gothic"/>
                          <a:cs typeface="Century Gothic"/>
                        </a:rPr>
                        <a:t>gives</a:t>
                      </a:r>
                      <a:r>
                        <a:rPr sz="900" spc="160" dirty="0">
                          <a:latin typeface="Century Gothic"/>
                          <a:cs typeface="Century Gothic"/>
                        </a:rPr>
                        <a:t> </a:t>
                      </a:r>
                      <a:r>
                        <a:rPr sz="900" dirty="0">
                          <a:latin typeface="Century Gothic"/>
                          <a:cs typeface="Century Gothic"/>
                        </a:rPr>
                        <a:t>you</a:t>
                      </a:r>
                      <a:r>
                        <a:rPr sz="900" spc="155" dirty="0">
                          <a:latin typeface="Century Gothic"/>
                          <a:cs typeface="Century Gothic"/>
                        </a:rPr>
                        <a:t> </a:t>
                      </a:r>
                      <a:r>
                        <a:rPr sz="900" dirty="0">
                          <a:latin typeface="Century Gothic"/>
                          <a:cs typeface="Century Gothic"/>
                        </a:rPr>
                        <a:t>the</a:t>
                      </a:r>
                      <a:r>
                        <a:rPr sz="900" spc="160" dirty="0">
                          <a:latin typeface="Century Gothic"/>
                          <a:cs typeface="Century Gothic"/>
                        </a:rPr>
                        <a:t> </a:t>
                      </a:r>
                      <a:r>
                        <a:rPr sz="900" dirty="0">
                          <a:latin typeface="Century Gothic"/>
                          <a:cs typeface="Century Gothic"/>
                        </a:rPr>
                        <a:t>chance</a:t>
                      </a:r>
                      <a:r>
                        <a:rPr sz="900" spc="165" dirty="0">
                          <a:latin typeface="Century Gothic"/>
                          <a:cs typeface="Century Gothic"/>
                        </a:rPr>
                        <a:t> </a:t>
                      </a:r>
                      <a:r>
                        <a:rPr sz="900" dirty="0">
                          <a:latin typeface="Century Gothic"/>
                          <a:cs typeface="Century Gothic"/>
                        </a:rPr>
                        <a:t>to</a:t>
                      </a:r>
                      <a:r>
                        <a:rPr sz="900" spc="165" dirty="0">
                          <a:latin typeface="Century Gothic"/>
                          <a:cs typeface="Century Gothic"/>
                        </a:rPr>
                        <a:t> </a:t>
                      </a:r>
                      <a:r>
                        <a:rPr sz="900" dirty="0">
                          <a:latin typeface="Century Gothic"/>
                          <a:cs typeface="Century Gothic"/>
                        </a:rPr>
                        <a:t>sell</a:t>
                      </a:r>
                      <a:r>
                        <a:rPr sz="900" spc="150" dirty="0">
                          <a:latin typeface="Century Gothic"/>
                          <a:cs typeface="Century Gothic"/>
                        </a:rPr>
                        <a:t> </a:t>
                      </a:r>
                      <a:r>
                        <a:rPr sz="900" dirty="0">
                          <a:latin typeface="Century Gothic"/>
                          <a:cs typeface="Century Gothic"/>
                        </a:rPr>
                        <a:t>your</a:t>
                      </a:r>
                      <a:r>
                        <a:rPr sz="900" spc="155" dirty="0">
                          <a:latin typeface="Century Gothic"/>
                          <a:cs typeface="Century Gothic"/>
                        </a:rPr>
                        <a:t> </a:t>
                      </a:r>
                      <a:r>
                        <a:rPr sz="900" spc="70" dirty="0">
                          <a:latin typeface="Century Gothic"/>
                          <a:cs typeface="Century Gothic"/>
                        </a:rPr>
                        <a:t>skills</a:t>
                      </a:r>
                      <a:r>
                        <a:rPr sz="900" spc="165" dirty="0">
                          <a:latin typeface="Century Gothic"/>
                          <a:cs typeface="Century Gothic"/>
                        </a:rPr>
                        <a:t> </a:t>
                      </a:r>
                      <a:r>
                        <a:rPr sz="900" dirty="0">
                          <a:latin typeface="Century Gothic"/>
                          <a:cs typeface="Century Gothic"/>
                        </a:rPr>
                        <a:t>to</a:t>
                      </a:r>
                      <a:r>
                        <a:rPr sz="900" spc="150" dirty="0">
                          <a:latin typeface="Century Gothic"/>
                          <a:cs typeface="Century Gothic"/>
                        </a:rPr>
                        <a:t> </a:t>
                      </a:r>
                      <a:r>
                        <a:rPr sz="900" spc="-25" dirty="0">
                          <a:latin typeface="Century Gothic"/>
                          <a:cs typeface="Century Gothic"/>
                        </a:rPr>
                        <a:t>the </a:t>
                      </a:r>
                      <a:r>
                        <a:rPr sz="900" dirty="0">
                          <a:latin typeface="Century Gothic"/>
                          <a:cs typeface="Century Gothic"/>
                        </a:rPr>
                        <a:t>employer.</a:t>
                      </a:r>
                      <a:r>
                        <a:rPr sz="900" spc="200" dirty="0">
                          <a:latin typeface="Century Gothic"/>
                          <a:cs typeface="Century Gothic"/>
                        </a:rPr>
                        <a:t> </a:t>
                      </a:r>
                      <a:r>
                        <a:rPr sz="900" dirty="0">
                          <a:latin typeface="Century Gothic"/>
                          <a:cs typeface="Century Gothic"/>
                        </a:rPr>
                        <a:t>Include</a:t>
                      </a:r>
                      <a:r>
                        <a:rPr sz="900" spc="195" dirty="0">
                          <a:latin typeface="Century Gothic"/>
                          <a:cs typeface="Century Gothic"/>
                        </a:rPr>
                        <a:t> </a:t>
                      </a:r>
                      <a:r>
                        <a:rPr sz="900" dirty="0">
                          <a:latin typeface="Century Gothic"/>
                          <a:cs typeface="Century Gothic"/>
                        </a:rPr>
                        <a:t>any</a:t>
                      </a:r>
                      <a:r>
                        <a:rPr sz="900" spc="210" dirty="0">
                          <a:latin typeface="Century Gothic"/>
                          <a:cs typeface="Century Gothic"/>
                        </a:rPr>
                        <a:t> </a:t>
                      </a:r>
                      <a:r>
                        <a:rPr sz="900" dirty="0">
                          <a:latin typeface="Century Gothic"/>
                          <a:cs typeface="Century Gothic"/>
                        </a:rPr>
                        <a:t>information</a:t>
                      </a:r>
                      <a:r>
                        <a:rPr sz="900" spc="204" dirty="0">
                          <a:latin typeface="Century Gothic"/>
                          <a:cs typeface="Century Gothic"/>
                        </a:rPr>
                        <a:t> </a:t>
                      </a:r>
                      <a:r>
                        <a:rPr sz="900" dirty="0">
                          <a:latin typeface="Century Gothic"/>
                          <a:cs typeface="Century Gothic"/>
                        </a:rPr>
                        <a:t>that</a:t>
                      </a:r>
                      <a:r>
                        <a:rPr sz="900" spc="185" dirty="0">
                          <a:latin typeface="Century Gothic"/>
                          <a:cs typeface="Century Gothic"/>
                        </a:rPr>
                        <a:t> </a:t>
                      </a:r>
                      <a:r>
                        <a:rPr sz="900" dirty="0">
                          <a:latin typeface="Century Gothic"/>
                          <a:cs typeface="Century Gothic"/>
                        </a:rPr>
                        <a:t>you</a:t>
                      </a:r>
                      <a:r>
                        <a:rPr sz="900" spc="195" dirty="0">
                          <a:latin typeface="Century Gothic"/>
                          <a:cs typeface="Century Gothic"/>
                        </a:rPr>
                        <a:t> </a:t>
                      </a:r>
                      <a:r>
                        <a:rPr sz="900" dirty="0">
                          <a:latin typeface="Century Gothic"/>
                          <a:cs typeface="Century Gothic"/>
                        </a:rPr>
                        <a:t>feel</a:t>
                      </a:r>
                      <a:r>
                        <a:rPr sz="900" spc="185" dirty="0">
                          <a:latin typeface="Century Gothic"/>
                          <a:cs typeface="Century Gothic"/>
                        </a:rPr>
                        <a:t> </a:t>
                      </a:r>
                      <a:r>
                        <a:rPr sz="900" dirty="0">
                          <a:latin typeface="Century Gothic"/>
                          <a:cs typeface="Century Gothic"/>
                        </a:rPr>
                        <a:t>makes</a:t>
                      </a:r>
                      <a:r>
                        <a:rPr sz="900" spc="190" dirty="0">
                          <a:latin typeface="Century Gothic"/>
                          <a:cs typeface="Century Gothic"/>
                        </a:rPr>
                        <a:t> </a:t>
                      </a:r>
                      <a:r>
                        <a:rPr sz="900" dirty="0">
                          <a:latin typeface="Century Gothic"/>
                          <a:cs typeface="Century Gothic"/>
                        </a:rPr>
                        <a:t>you</a:t>
                      </a:r>
                      <a:r>
                        <a:rPr sz="900" spc="195" dirty="0">
                          <a:latin typeface="Century Gothic"/>
                          <a:cs typeface="Century Gothic"/>
                        </a:rPr>
                        <a:t> </a:t>
                      </a:r>
                      <a:r>
                        <a:rPr sz="900" dirty="0">
                          <a:latin typeface="Century Gothic"/>
                          <a:cs typeface="Century Gothic"/>
                        </a:rPr>
                        <a:t>particularly</a:t>
                      </a:r>
                      <a:r>
                        <a:rPr sz="900" spc="190" dirty="0">
                          <a:latin typeface="Century Gothic"/>
                          <a:cs typeface="Century Gothic"/>
                        </a:rPr>
                        <a:t> </a:t>
                      </a:r>
                      <a:r>
                        <a:rPr sz="900" dirty="0">
                          <a:latin typeface="Century Gothic"/>
                          <a:cs typeface="Century Gothic"/>
                        </a:rPr>
                        <a:t>suitable</a:t>
                      </a:r>
                      <a:r>
                        <a:rPr sz="900" spc="200" dirty="0">
                          <a:latin typeface="Century Gothic"/>
                          <a:cs typeface="Century Gothic"/>
                        </a:rPr>
                        <a:t> </a:t>
                      </a:r>
                      <a:r>
                        <a:rPr sz="900" dirty="0">
                          <a:latin typeface="Century Gothic"/>
                          <a:cs typeface="Century Gothic"/>
                        </a:rPr>
                        <a:t>for</a:t>
                      </a:r>
                      <a:r>
                        <a:rPr sz="900" spc="200" dirty="0">
                          <a:latin typeface="Century Gothic"/>
                          <a:cs typeface="Century Gothic"/>
                        </a:rPr>
                        <a:t> </a:t>
                      </a:r>
                      <a:r>
                        <a:rPr sz="900" spc="-25" dirty="0">
                          <a:latin typeface="Century Gothic"/>
                          <a:cs typeface="Century Gothic"/>
                        </a:rPr>
                        <a:t>the </a:t>
                      </a:r>
                      <a:r>
                        <a:rPr sz="900" dirty="0">
                          <a:latin typeface="Century Gothic"/>
                          <a:cs typeface="Century Gothic"/>
                        </a:rPr>
                        <a:t>job.</a:t>
                      </a:r>
                      <a:r>
                        <a:rPr sz="900" spc="330" dirty="0">
                          <a:latin typeface="Century Gothic"/>
                          <a:cs typeface="Century Gothic"/>
                        </a:rPr>
                        <a:t> </a:t>
                      </a:r>
                      <a:r>
                        <a:rPr sz="900" spc="55" dirty="0">
                          <a:latin typeface="Century Gothic"/>
                          <a:cs typeface="Century Gothic"/>
                        </a:rPr>
                        <a:t>For</a:t>
                      </a:r>
                      <a:r>
                        <a:rPr sz="900" spc="325" dirty="0">
                          <a:latin typeface="Century Gothic"/>
                          <a:cs typeface="Century Gothic"/>
                        </a:rPr>
                        <a:t> </a:t>
                      </a:r>
                      <a:r>
                        <a:rPr sz="900" dirty="0">
                          <a:latin typeface="Century Gothic"/>
                          <a:cs typeface="Century Gothic"/>
                        </a:rPr>
                        <a:t>example,</a:t>
                      </a:r>
                      <a:r>
                        <a:rPr sz="900" spc="330" dirty="0">
                          <a:latin typeface="Century Gothic"/>
                          <a:cs typeface="Century Gothic"/>
                        </a:rPr>
                        <a:t> </a:t>
                      </a:r>
                      <a:r>
                        <a:rPr sz="900" dirty="0">
                          <a:latin typeface="Century Gothic"/>
                          <a:cs typeface="Century Gothic"/>
                        </a:rPr>
                        <a:t>previous</a:t>
                      </a:r>
                      <a:r>
                        <a:rPr sz="900" spc="330" dirty="0">
                          <a:latin typeface="Century Gothic"/>
                          <a:cs typeface="Century Gothic"/>
                        </a:rPr>
                        <a:t> </a:t>
                      </a:r>
                      <a:r>
                        <a:rPr sz="900" dirty="0">
                          <a:latin typeface="Century Gothic"/>
                          <a:cs typeface="Century Gothic"/>
                        </a:rPr>
                        <a:t>experience,</a:t>
                      </a:r>
                      <a:r>
                        <a:rPr sz="900" spc="315" dirty="0">
                          <a:latin typeface="Century Gothic"/>
                          <a:cs typeface="Century Gothic"/>
                        </a:rPr>
                        <a:t> </a:t>
                      </a:r>
                      <a:r>
                        <a:rPr sz="900" dirty="0">
                          <a:latin typeface="Century Gothic"/>
                          <a:cs typeface="Century Gothic"/>
                        </a:rPr>
                        <a:t>voluntary</a:t>
                      </a:r>
                      <a:r>
                        <a:rPr sz="900" spc="310" dirty="0">
                          <a:latin typeface="Century Gothic"/>
                          <a:cs typeface="Century Gothic"/>
                        </a:rPr>
                        <a:t> </a:t>
                      </a:r>
                      <a:r>
                        <a:rPr sz="900" dirty="0">
                          <a:latin typeface="Century Gothic"/>
                          <a:cs typeface="Century Gothic"/>
                        </a:rPr>
                        <a:t>work,</a:t>
                      </a:r>
                      <a:r>
                        <a:rPr sz="900" spc="330" dirty="0">
                          <a:latin typeface="Century Gothic"/>
                          <a:cs typeface="Century Gothic"/>
                        </a:rPr>
                        <a:t> </a:t>
                      </a:r>
                      <a:r>
                        <a:rPr sz="900" dirty="0">
                          <a:latin typeface="Century Gothic"/>
                          <a:cs typeface="Century Gothic"/>
                        </a:rPr>
                        <a:t>hobbies,</a:t>
                      </a:r>
                      <a:r>
                        <a:rPr sz="900" spc="330" dirty="0">
                          <a:latin typeface="Century Gothic"/>
                          <a:cs typeface="Century Gothic"/>
                        </a:rPr>
                        <a:t> </a:t>
                      </a:r>
                      <a:r>
                        <a:rPr sz="900" dirty="0">
                          <a:latin typeface="Century Gothic"/>
                          <a:cs typeface="Century Gothic"/>
                        </a:rPr>
                        <a:t>language</a:t>
                      </a:r>
                      <a:r>
                        <a:rPr sz="900" spc="315" dirty="0">
                          <a:latin typeface="Century Gothic"/>
                          <a:cs typeface="Century Gothic"/>
                        </a:rPr>
                        <a:t> </a:t>
                      </a:r>
                      <a:r>
                        <a:rPr sz="900" spc="70" dirty="0">
                          <a:latin typeface="Century Gothic"/>
                          <a:cs typeface="Century Gothic"/>
                        </a:rPr>
                        <a:t>skills</a:t>
                      </a:r>
                      <a:r>
                        <a:rPr sz="900" spc="320" dirty="0">
                          <a:latin typeface="Century Gothic"/>
                          <a:cs typeface="Century Gothic"/>
                        </a:rPr>
                        <a:t> </a:t>
                      </a:r>
                      <a:r>
                        <a:rPr sz="900" spc="-25" dirty="0">
                          <a:latin typeface="Century Gothic"/>
                          <a:cs typeface="Century Gothic"/>
                        </a:rPr>
                        <a:t>and </a:t>
                      </a:r>
                      <a:r>
                        <a:rPr sz="900" dirty="0">
                          <a:latin typeface="Century Gothic"/>
                          <a:cs typeface="Century Gothic"/>
                        </a:rPr>
                        <a:t>relevant</a:t>
                      </a:r>
                      <a:r>
                        <a:rPr sz="900" spc="245" dirty="0">
                          <a:latin typeface="Century Gothic"/>
                          <a:cs typeface="Century Gothic"/>
                        </a:rPr>
                        <a:t> </a:t>
                      </a:r>
                      <a:r>
                        <a:rPr sz="900" dirty="0">
                          <a:latin typeface="Century Gothic"/>
                          <a:cs typeface="Century Gothic"/>
                        </a:rPr>
                        <a:t>study</a:t>
                      </a:r>
                      <a:r>
                        <a:rPr sz="900" spc="250" dirty="0">
                          <a:latin typeface="Century Gothic"/>
                          <a:cs typeface="Century Gothic"/>
                        </a:rPr>
                        <a:t> </a:t>
                      </a:r>
                      <a:r>
                        <a:rPr sz="900" dirty="0">
                          <a:latin typeface="Century Gothic"/>
                          <a:cs typeface="Century Gothic"/>
                        </a:rPr>
                        <a:t>and</a:t>
                      </a:r>
                      <a:r>
                        <a:rPr sz="900" spc="254" dirty="0">
                          <a:latin typeface="Century Gothic"/>
                          <a:cs typeface="Century Gothic"/>
                        </a:rPr>
                        <a:t> </a:t>
                      </a:r>
                      <a:r>
                        <a:rPr sz="900" dirty="0">
                          <a:latin typeface="Century Gothic"/>
                          <a:cs typeface="Century Gothic"/>
                        </a:rPr>
                        <a:t>qualifications.</a:t>
                      </a:r>
                      <a:r>
                        <a:rPr sz="900" spc="250" dirty="0">
                          <a:latin typeface="Century Gothic"/>
                          <a:cs typeface="Century Gothic"/>
                        </a:rPr>
                        <a:t> </a:t>
                      </a:r>
                      <a:r>
                        <a:rPr sz="900" dirty="0">
                          <a:latin typeface="Century Gothic"/>
                          <a:cs typeface="Century Gothic"/>
                        </a:rPr>
                        <a:t>If</a:t>
                      </a:r>
                      <a:r>
                        <a:rPr sz="900" spc="245" dirty="0">
                          <a:latin typeface="Century Gothic"/>
                          <a:cs typeface="Century Gothic"/>
                        </a:rPr>
                        <a:t> </a:t>
                      </a:r>
                      <a:r>
                        <a:rPr sz="900" dirty="0">
                          <a:latin typeface="Century Gothic"/>
                          <a:cs typeface="Century Gothic"/>
                        </a:rPr>
                        <a:t>you</a:t>
                      </a:r>
                      <a:r>
                        <a:rPr sz="900" spc="245" dirty="0">
                          <a:latin typeface="Century Gothic"/>
                          <a:cs typeface="Century Gothic"/>
                        </a:rPr>
                        <a:t> </a:t>
                      </a:r>
                      <a:r>
                        <a:rPr sz="900" dirty="0">
                          <a:latin typeface="Century Gothic"/>
                          <a:cs typeface="Century Gothic"/>
                        </a:rPr>
                        <a:t>don't</a:t>
                      </a:r>
                      <a:r>
                        <a:rPr sz="900" spc="245" dirty="0">
                          <a:latin typeface="Century Gothic"/>
                          <a:cs typeface="Century Gothic"/>
                        </a:rPr>
                        <a:t> </a:t>
                      </a:r>
                      <a:r>
                        <a:rPr sz="900" dirty="0">
                          <a:latin typeface="Century Gothic"/>
                          <a:cs typeface="Century Gothic"/>
                        </a:rPr>
                        <a:t>have</a:t>
                      </a:r>
                      <a:r>
                        <a:rPr sz="900" spc="245" dirty="0">
                          <a:latin typeface="Century Gothic"/>
                          <a:cs typeface="Century Gothic"/>
                        </a:rPr>
                        <a:t> </a:t>
                      </a:r>
                      <a:r>
                        <a:rPr sz="900" dirty="0">
                          <a:latin typeface="Century Gothic"/>
                          <a:cs typeface="Century Gothic"/>
                        </a:rPr>
                        <a:t>any</a:t>
                      </a:r>
                      <a:r>
                        <a:rPr sz="900" spc="254" dirty="0">
                          <a:latin typeface="Century Gothic"/>
                          <a:cs typeface="Century Gothic"/>
                        </a:rPr>
                        <a:t> </a:t>
                      </a:r>
                      <a:r>
                        <a:rPr sz="900" dirty="0">
                          <a:latin typeface="Century Gothic"/>
                          <a:cs typeface="Century Gothic"/>
                        </a:rPr>
                        <a:t>formal</a:t>
                      </a:r>
                      <a:r>
                        <a:rPr sz="900" spc="245" dirty="0">
                          <a:latin typeface="Century Gothic"/>
                          <a:cs typeface="Century Gothic"/>
                        </a:rPr>
                        <a:t> </a:t>
                      </a:r>
                      <a:r>
                        <a:rPr sz="900" dirty="0">
                          <a:latin typeface="Century Gothic"/>
                          <a:cs typeface="Century Gothic"/>
                        </a:rPr>
                        <a:t>qualifications,</a:t>
                      </a:r>
                      <a:r>
                        <a:rPr sz="900" spc="235" dirty="0">
                          <a:latin typeface="Century Gothic"/>
                          <a:cs typeface="Century Gothic"/>
                        </a:rPr>
                        <a:t> </a:t>
                      </a:r>
                      <a:r>
                        <a:rPr sz="900" spc="-10" dirty="0">
                          <a:latin typeface="Century Gothic"/>
                          <a:cs typeface="Century Gothic"/>
                        </a:rPr>
                        <a:t>mention </a:t>
                      </a:r>
                      <a:r>
                        <a:rPr sz="900" dirty="0">
                          <a:latin typeface="Century Gothic"/>
                          <a:cs typeface="Century Gothic"/>
                        </a:rPr>
                        <a:t>what</a:t>
                      </a:r>
                      <a:r>
                        <a:rPr sz="900" spc="-10" dirty="0">
                          <a:latin typeface="Century Gothic"/>
                          <a:cs typeface="Century Gothic"/>
                        </a:rPr>
                        <a:t> </a:t>
                      </a:r>
                      <a:r>
                        <a:rPr sz="900" dirty="0">
                          <a:latin typeface="Century Gothic"/>
                          <a:cs typeface="Century Gothic"/>
                        </a:rPr>
                        <a:t>you</a:t>
                      </a:r>
                      <a:r>
                        <a:rPr sz="900" spc="10" dirty="0">
                          <a:latin typeface="Century Gothic"/>
                          <a:cs typeface="Century Gothic"/>
                        </a:rPr>
                        <a:t> </a:t>
                      </a:r>
                      <a:r>
                        <a:rPr sz="900" dirty="0">
                          <a:latin typeface="Century Gothic"/>
                          <a:cs typeface="Century Gothic"/>
                        </a:rPr>
                        <a:t>were</a:t>
                      </a:r>
                      <a:r>
                        <a:rPr sz="900" spc="-5" dirty="0">
                          <a:latin typeface="Century Gothic"/>
                          <a:cs typeface="Century Gothic"/>
                        </a:rPr>
                        <a:t> </a:t>
                      </a:r>
                      <a:r>
                        <a:rPr sz="900" dirty="0">
                          <a:latin typeface="Century Gothic"/>
                          <a:cs typeface="Century Gothic"/>
                        </a:rPr>
                        <a:t>good</a:t>
                      </a:r>
                      <a:r>
                        <a:rPr sz="900" spc="15" dirty="0">
                          <a:latin typeface="Century Gothic"/>
                          <a:cs typeface="Century Gothic"/>
                        </a:rPr>
                        <a:t> </a:t>
                      </a:r>
                      <a:r>
                        <a:rPr sz="900" dirty="0">
                          <a:latin typeface="Century Gothic"/>
                          <a:cs typeface="Century Gothic"/>
                        </a:rPr>
                        <a:t>at</a:t>
                      </a:r>
                      <a:r>
                        <a:rPr sz="900" spc="-5" dirty="0">
                          <a:latin typeface="Century Gothic"/>
                          <a:cs typeface="Century Gothic"/>
                        </a:rPr>
                        <a:t> </a:t>
                      </a:r>
                      <a:r>
                        <a:rPr sz="900" dirty="0">
                          <a:latin typeface="Century Gothic"/>
                          <a:cs typeface="Century Gothic"/>
                        </a:rPr>
                        <a:t>or</a:t>
                      </a:r>
                      <a:r>
                        <a:rPr sz="900" spc="10" dirty="0">
                          <a:latin typeface="Century Gothic"/>
                          <a:cs typeface="Century Gothic"/>
                        </a:rPr>
                        <a:t> </a:t>
                      </a:r>
                      <a:r>
                        <a:rPr sz="900" dirty="0">
                          <a:latin typeface="Century Gothic"/>
                          <a:cs typeface="Century Gothic"/>
                        </a:rPr>
                        <a:t>particularly</a:t>
                      </a:r>
                      <a:r>
                        <a:rPr sz="900" spc="15" dirty="0">
                          <a:latin typeface="Century Gothic"/>
                          <a:cs typeface="Century Gothic"/>
                        </a:rPr>
                        <a:t> </a:t>
                      </a:r>
                      <a:r>
                        <a:rPr sz="900" dirty="0">
                          <a:latin typeface="Century Gothic"/>
                          <a:cs typeface="Century Gothic"/>
                        </a:rPr>
                        <a:t>enjoyed</a:t>
                      </a:r>
                      <a:r>
                        <a:rPr sz="900" spc="5" dirty="0">
                          <a:latin typeface="Century Gothic"/>
                          <a:cs typeface="Century Gothic"/>
                        </a:rPr>
                        <a:t> </a:t>
                      </a:r>
                      <a:r>
                        <a:rPr sz="900" dirty="0">
                          <a:latin typeface="Century Gothic"/>
                          <a:cs typeface="Century Gothic"/>
                        </a:rPr>
                        <a:t>at</a:t>
                      </a:r>
                      <a:r>
                        <a:rPr sz="900" spc="-10" dirty="0">
                          <a:latin typeface="Century Gothic"/>
                          <a:cs typeface="Century Gothic"/>
                        </a:rPr>
                        <a:t> school.</a:t>
                      </a:r>
                      <a:endParaRPr sz="900">
                        <a:latin typeface="Century Gothic"/>
                        <a:cs typeface="Century Gothic"/>
                      </a:endParaRPr>
                    </a:p>
                  </a:txBody>
                  <a:tcPr marL="0" marR="0" marT="111760" marB="0"/>
                </a:tc>
                <a:extLst>
                  <a:ext uri="{0D108BD9-81ED-4DB2-BD59-A6C34878D82A}">
                    <a16:rowId xmlns:a16="http://schemas.microsoft.com/office/drawing/2014/main" val="10005"/>
                  </a:ext>
                </a:extLst>
              </a:tr>
              <a:tr h="368300">
                <a:tc>
                  <a:txBody>
                    <a:bodyPr/>
                    <a:lstStyle/>
                    <a:p>
                      <a:pPr marL="31750">
                        <a:lnSpc>
                          <a:spcPct val="100000"/>
                        </a:lnSpc>
                        <a:spcBef>
                          <a:spcPts val="320"/>
                        </a:spcBef>
                      </a:pPr>
                      <a:r>
                        <a:rPr sz="900" dirty="0">
                          <a:latin typeface="Century Gothic"/>
                          <a:cs typeface="Century Gothic"/>
                        </a:rPr>
                        <a:t>Section</a:t>
                      </a:r>
                      <a:r>
                        <a:rPr sz="900" spc="80" dirty="0">
                          <a:latin typeface="Century Gothic"/>
                          <a:cs typeface="Century Gothic"/>
                        </a:rPr>
                        <a:t> </a:t>
                      </a:r>
                      <a:r>
                        <a:rPr sz="900" spc="-25" dirty="0">
                          <a:latin typeface="Century Gothic"/>
                          <a:cs typeface="Century Gothic"/>
                        </a:rPr>
                        <a:t>10</a:t>
                      </a:r>
                      <a:endParaRPr sz="900">
                        <a:latin typeface="Century Gothic"/>
                        <a:cs typeface="Century Gothic"/>
                      </a:endParaRPr>
                    </a:p>
                  </a:txBody>
                  <a:tcPr marL="0" marR="0" marT="40640" marB="0"/>
                </a:tc>
                <a:tc>
                  <a:txBody>
                    <a:bodyPr/>
                    <a:lstStyle/>
                    <a:p>
                      <a:pPr marL="108585" marR="24130" indent="-635">
                        <a:lnSpc>
                          <a:spcPct val="100000"/>
                        </a:lnSpc>
                        <a:spcBef>
                          <a:spcPts val="320"/>
                        </a:spcBef>
                      </a:pPr>
                      <a:r>
                        <a:rPr sz="900" dirty="0">
                          <a:latin typeface="Century Gothic"/>
                          <a:cs typeface="Century Gothic"/>
                        </a:rPr>
                        <a:t>If</a:t>
                      </a:r>
                      <a:r>
                        <a:rPr sz="900" spc="35" dirty="0">
                          <a:latin typeface="Century Gothic"/>
                          <a:cs typeface="Century Gothic"/>
                        </a:rPr>
                        <a:t> </a:t>
                      </a:r>
                      <a:r>
                        <a:rPr sz="900" dirty="0">
                          <a:latin typeface="Century Gothic"/>
                          <a:cs typeface="Century Gothic"/>
                        </a:rPr>
                        <a:t>there</a:t>
                      </a:r>
                      <a:r>
                        <a:rPr sz="900" spc="35" dirty="0">
                          <a:latin typeface="Century Gothic"/>
                          <a:cs typeface="Century Gothic"/>
                        </a:rPr>
                        <a:t> </a:t>
                      </a:r>
                      <a:r>
                        <a:rPr sz="900" spc="65" dirty="0">
                          <a:latin typeface="Century Gothic"/>
                          <a:cs typeface="Century Gothic"/>
                        </a:rPr>
                        <a:t>is</a:t>
                      </a:r>
                      <a:r>
                        <a:rPr sz="900" spc="50" dirty="0">
                          <a:latin typeface="Century Gothic"/>
                          <a:cs typeface="Century Gothic"/>
                        </a:rPr>
                        <a:t> </a:t>
                      </a:r>
                      <a:r>
                        <a:rPr sz="900" dirty="0">
                          <a:latin typeface="Century Gothic"/>
                          <a:cs typeface="Century Gothic"/>
                        </a:rPr>
                        <a:t>an</a:t>
                      </a:r>
                      <a:r>
                        <a:rPr sz="900" spc="30" dirty="0">
                          <a:latin typeface="Century Gothic"/>
                          <a:cs typeface="Century Gothic"/>
                        </a:rPr>
                        <a:t> </a:t>
                      </a:r>
                      <a:r>
                        <a:rPr sz="900" spc="-45" dirty="0">
                          <a:latin typeface="Century Gothic"/>
                          <a:cs typeface="Century Gothic"/>
                        </a:rPr>
                        <a:t>age</a:t>
                      </a:r>
                      <a:r>
                        <a:rPr sz="900" spc="25" dirty="0">
                          <a:latin typeface="Century Gothic"/>
                          <a:cs typeface="Century Gothic"/>
                        </a:rPr>
                        <a:t> </a:t>
                      </a:r>
                      <a:r>
                        <a:rPr sz="900" spc="65" dirty="0">
                          <a:latin typeface="Century Gothic"/>
                          <a:cs typeface="Century Gothic"/>
                        </a:rPr>
                        <a:t>limit</a:t>
                      </a:r>
                      <a:r>
                        <a:rPr sz="900" spc="20" dirty="0">
                          <a:latin typeface="Century Gothic"/>
                          <a:cs typeface="Century Gothic"/>
                        </a:rPr>
                        <a:t> </a:t>
                      </a:r>
                      <a:r>
                        <a:rPr sz="900" dirty="0">
                          <a:latin typeface="Century Gothic"/>
                          <a:cs typeface="Century Gothic"/>
                        </a:rPr>
                        <a:t>on</a:t>
                      </a:r>
                      <a:r>
                        <a:rPr sz="900" spc="50" dirty="0">
                          <a:latin typeface="Century Gothic"/>
                          <a:cs typeface="Century Gothic"/>
                        </a:rPr>
                        <a:t> </a:t>
                      </a:r>
                      <a:r>
                        <a:rPr sz="900" dirty="0">
                          <a:latin typeface="Century Gothic"/>
                          <a:cs typeface="Century Gothic"/>
                        </a:rPr>
                        <a:t>the</a:t>
                      </a:r>
                      <a:r>
                        <a:rPr sz="900" spc="35" dirty="0">
                          <a:latin typeface="Century Gothic"/>
                          <a:cs typeface="Century Gothic"/>
                        </a:rPr>
                        <a:t> </a:t>
                      </a:r>
                      <a:r>
                        <a:rPr sz="900" spc="-50" dirty="0">
                          <a:latin typeface="Century Gothic"/>
                          <a:cs typeface="Century Gothic"/>
                        </a:rPr>
                        <a:t>vacancy</a:t>
                      </a:r>
                      <a:r>
                        <a:rPr sz="900" spc="50" dirty="0">
                          <a:latin typeface="Century Gothic"/>
                          <a:cs typeface="Century Gothic"/>
                        </a:rPr>
                        <a:t> </a:t>
                      </a:r>
                      <a:r>
                        <a:rPr sz="900" dirty="0">
                          <a:latin typeface="Century Gothic"/>
                          <a:cs typeface="Century Gothic"/>
                        </a:rPr>
                        <a:t>you</a:t>
                      </a:r>
                      <a:r>
                        <a:rPr sz="900" spc="5" dirty="0">
                          <a:latin typeface="Century Gothic"/>
                          <a:cs typeface="Century Gothic"/>
                        </a:rPr>
                        <a:t> </a:t>
                      </a:r>
                      <a:r>
                        <a:rPr sz="900" spc="75" dirty="0">
                          <a:latin typeface="Century Gothic"/>
                          <a:cs typeface="Century Gothic"/>
                        </a:rPr>
                        <a:t>must</a:t>
                      </a:r>
                      <a:r>
                        <a:rPr sz="900" spc="40" dirty="0">
                          <a:latin typeface="Century Gothic"/>
                          <a:cs typeface="Century Gothic"/>
                        </a:rPr>
                        <a:t> </a:t>
                      </a:r>
                      <a:r>
                        <a:rPr sz="900" dirty="0">
                          <a:latin typeface="Century Gothic"/>
                          <a:cs typeface="Century Gothic"/>
                        </a:rPr>
                        <a:t>tick</a:t>
                      </a:r>
                      <a:r>
                        <a:rPr sz="900" spc="40" dirty="0">
                          <a:latin typeface="Century Gothic"/>
                          <a:cs typeface="Century Gothic"/>
                        </a:rPr>
                        <a:t> </a:t>
                      </a:r>
                      <a:r>
                        <a:rPr sz="900" spc="60" dirty="0">
                          <a:latin typeface="Century Gothic"/>
                          <a:cs typeface="Century Gothic"/>
                        </a:rPr>
                        <a:t>this</a:t>
                      </a:r>
                      <a:r>
                        <a:rPr sz="900" spc="50" dirty="0">
                          <a:latin typeface="Century Gothic"/>
                          <a:cs typeface="Century Gothic"/>
                        </a:rPr>
                        <a:t> </a:t>
                      </a:r>
                      <a:r>
                        <a:rPr sz="900" dirty="0">
                          <a:latin typeface="Century Gothic"/>
                          <a:cs typeface="Century Gothic"/>
                        </a:rPr>
                        <a:t>box</a:t>
                      </a:r>
                      <a:r>
                        <a:rPr sz="900" spc="45" dirty="0">
                          <a:latin typeface="Century Gothic"/>
                          <a:cs typeface="Century Gothic"/>
                        </a:rPr>
                        <a:t> </a:t>
                      </a:r>
                      <a:r>
                        <a:rPr sz="900" dirty="0">
                          <a:latin typeface="Century Gothic"/>
                          <a:cs typeface="Century Gothic"/>
                        </a:rPr>
                        <a:t>to</a:t>
                      </a:r>
                      <a:r>
                        <a:rPr sz="900" spc="40" dirty="0">
                          <a:latin typeface="Century Gothic"/>
                          <a:cs typeface="Century Gothic"/>
                        </a:rPr>
                        <a:t> </a:t>
                      </a:r>
                      <a:r>
                        <a:rPr sz="900" dirty="0">
                          <a:latin typeface="Century Gothic"/>
                          <a:cs typeface="Century Gothic"/>
                        </a:rPr>
                        <a:t>confirm</a:t>
                      </a:r>
                      <a:r>
                        <a:rPr sz="900" spc="50" dirty="0">
                          <a:latin typeface="Century Gothic"/>
                          <a:cs typeface="Century Gothic"/>
                        </a:rPr>
                        <a:t> </a:t>
                      </a:r>
                      <a:r>
                        <a:rPr sz="900" dirty="0">
                          <a:latin typeface="Century Gothic"/>
                          <a:cs typeface="Century Gothic"/>
                        </a:rPr>
                        <a:t>that</a:t>
                      </a:r>
                      <a:r>
                        <a:rPr sz="900" spc="25" dirty="0">
                          <a:latin typeface="Century Gothic"/>
                          <a:cs typeface="Century Gothic"/>
                        </a:rPr>
                        <a:t> </a:t>
                      </a:r>
                      <a:r>
                        <a:rPr sz="900" dirty="0">
                          <a:latin typeface="Century Gothic"/>
                          <a:cs typeface="Century Gothic"/>
                        </a:rPr>
                        <a:t>you</a:t>
                      </a:r>
                      <a:r>
                        <a:rPr sz="900" spc="25" dirty="0">
                          <a:latin typeface="Century Gothic"/>
                          <a:cs typeface="Century Gothic"/>
                        </a:rPr>
                        <a:t> </a:t>
                      </a:r>
                      <a:r>
                        <a:rPr sz="900" dirty="0">
                          <a:latin typeface="Century Gothic"/>
                          <a:cs typeface="Century Gothic"/>
                        </a:rPr>
                        <a:t>meet</a:t>
                      </a:r>
                      <a:r>
                        <a:rPr sz="900" spc="35" dirty="0">
                          <a:latin typeface="Century Gothic"/>
                          <a:cs typeface="Century Gothic"/>
                        </a:rPr>
                        <a:t> </a:t>
                      </a:r>
                      <a:r>
                        <a:rPr sz="900" spc="-25" dirty="0">
                          <a:latin typeface="Century Gothic"/>
                          <a:cs typeface="Century Gothic"/>
                        </a:rPr>
                        <a:t>the </a:t>
                      </a:r>
                      <a:r>
                        <a:rPr sz="900" spc="-50" dirty="0">
                          <a:latin typeface="Century Gothic"/>
                          <a:cs typeface="Century Gothic"/>
                        </a:rPr>
                        <a:t>age</a:t>
                      </a:r>
                      <a:r>
                        <a:rPr sz="900" spc="-15" dirty="0">
                          <a:latin typeface="Century Gothic"/>
                          <a:cs typeface="Century Gothic"/>
                        </a:rPr>
                        <a:t> </a:t>
                      </a:r>
                      <a:r>
                        <a:rPr sz="900" spc="-10" dirty="0">
                          <a:latin typeface="Century Gothic"/>
                          <a:cs typeface="Century Gothic"/>
                        </a:rPr>
                        <a:t>requirement.</a:t>
                      </a:r>
                      <a:endParaRPr sz="900">
                        <a:latin typeface="Century Gothic"/>
                        <a:cs typeface="Century Gothic"/>
                      </a:endParaRPr>
                    </a:p>
                  </a:txBody>
                  <a:tcPr marL="0" marR="0" marT="40640" marB="0"/>
                </a:tc>
                <a:extLst>
                  <a:ext uri="{0D108BD9-81ED-4DB2-BD59-A6C34878D82A}">
                    <a16:rowId xmlns:a16="http://schemas.microsoft.com/office/drawing/2014/main" val="10006"/>
                  </a:ext>
                </a:extLst>
              </a:tr>
              <a:tr h="779145">
                <a:tc>
                  <a:txBody>
                    <a:bodyPr/>
                    <a:lstStyle/>
                    <a:p>
                      <a:pPr marL="31750">
                        <a:lnSpc>
                          <a:spcPct val="100000"/>
                        </a:lnSpc>
                        <a:spcBef>
                          <a:spcPts val="340"/>
                        </a:spcBef>
                      </a:pPr>
                      <a:r>
                        <a:rPr sz="900" dirty="0">
                          <a:latin typeface="Century Gothic"/>
                          <a:cs typeface="Century Gothic"/>
                        </a:rPr>
                        <a:t>Section</a:t>
                      </a:r>
                      <a:r>
                        <a:rPr sz="900" spc="80" dirty="0">
                          <a:latin typeface="Century Gothic"/>
                          <a:cs typeface="Century Gothic"/>
                        </a:rPr>
                        <a:t> </a:t>
                      </a:r>
                      <a:r>
                        <a:rPr sz="900" spc="-25" dirty="0">
                          <a:latin typeface="Century Gothic"/>
                          <a:cs typeface="Century Gothic"/>
                        </a:rPr>
                        <a:t>11</a:t>
                      </a:r>
                      <a:endParaRPr sz="900">
                        <a:latin typeface="Century Gothic"/>
                        <a:cs typeface="Century Gothic"/>
                      </a:endParaRPr>
                    </a:p>
                  </a:txBody>
                  <a:tcPr marL="0" marR="0" marT="43180" marB="0"/>
                </a:tc>
                <a:tc>
                  <a:txBody>
                    <a:bodyPr/>
                    <a:lstStyle/>
                    <a:p>
                      <a:pPr marL="108585" marR="24130" algn="just">
                        <a:lnSpc>
                          <a:spcPct val="100000"/>
                        </a:lnSpc>
                        <a:spcBef>
                          <a:spcPts val="340"/>
                        </a:spcBef>
                      </a:pPr>
                      <a:r>
                        <a:rPr sz="900" spc="-25" dirty="0">
                          <a:latin typeface="Century Gothic"/>
                          <a:cs typeface="Century Gothic"/>
                        </a:rPr>
                        <a:t>Give</a:t>
                      </a:r>
                      <a:r>
                        <a:rPr sz="900" spc="295" dirty="0">
                          <a:latin typeface="Century Gothic"/>
                          <a:cs typeface="Century Gothic"/>
                        </a:rPr>
                        <a:t> </a:t>
                      </a:r>
                      <a:r>
                        <a:rPr sz="900" spc="20" dirty="0">
                          <a:latin typeface="Century Gothic"/>
                          <a:cs typeface="Century Gothic"/>
                        </a:rPr>
                        <a:t>the</a:t>
                      </a:r>
                      <a:r>
                        <a:rPr sz="900" spc="295" dirty="0">
                          <a:latin typeface="Century Gothic"/>
                          <a:cs typeface="Century Gothic"/>
                        </a:rPr>
                        <a:t> </a:t>
                      </a:r>
                      <a:r>
                        <a:rPr sz="900" dirty="0">
                          <a:latin typeface="Century Gothic"/>
                          <a:cs typeface="Century Gothic"/>
                        </a:rPr>
                        <a:t>names,</a:t>
                      </a:r>
                      <a:r>
                        <a:rPr sz="900" spc="305" dirty="0">
                          <a:latin typeface="Century Gothic"/>
                          <a:cs typeface="Century Gothic"/>
                        </a:rPr>
                        <a:t> </a:t>
                      </a:r>
                      <a:r>
                        <a:rPr sz="900" spc="10" dirty="0">
                          <a:latin typeface="Century Gothic"/>
                          <a:cs typeface="Century Gothic"/>
                        </a:rPr>
                        <a:t>addresses</a:t>
                      </a:r>
                      <a:r>
                        <a:rPr sz="900" spc="305" dirty="0">
                          <a:latin typeface="Century Gothic"/>
                          <a:cs typeface="Century Gothic"/>
                        </a:rPr>
                        <a:t> </a:t>
                      </a:r>
                      <a:r>
                        <a:rPr sz="900" spc="-15" dirty="0">
                          <a:latin typeface="Century Gothic"/>
                          <a:cs typeface="Century Gothic"/>
                        </a:rPr>
                        <a:t>and</a:t>
                      </a:r>
                      <a:r>
                        <a:rPr sz="900" spc="305" dirty="0">
                          <a:latin typeface="Century Gothic"/>
                          <a:cs typeface="Century Gothic"/>
                        </a:rPr>
                        <a:t> </a:t>
                      </a:r>
                      <a:r>
                        <a:rPr sz="900" dirty="0">
                          <a:latin typeface="Century Gothic"/>
                          <a:cs typeface="Century Gothic"/>
                        </a:rPr>
                        <a:t>telephone</a:t>
                      </a:r>
                      <a:r>
                        <a:rPr sz="900" spc="295" dirty="0">
                          <a:latin typeface="Century Gothic"/>
                          <a:cs typeface="Century Gothic"/>
                        </a:rPr>
                        <a:t> </a:t>
                      </a:r>
                      <a:r>
                        <a:rPr sz="900" spc="40" dirty="0">
                          <a:latin typeface="Century Gothic"/>
                          <a:cs typeface="Century Gothic"/>
                        </a:rPr>
                        <a:t>numbers</a:t>
                      </a:r>
                      <a:r>
                        <a:rPr sz="900" spc="305" dirty="0">
                          <a:latin typeface="Century Gothic"/>
                          <a:cs typeface="Century Gothic"/>
                        </a:rPr>
                        <a:t> </a:t>
                      </a:r>
                      <a:r>
                        <a:rPr sz="900" spc="-5" dirty="0">
                          <a:latin typeface="Century Gothic"/>
                          <a:cs typeface="Century Gothic"/>
                        </a:rPr>
                        <a:t>of</a:t>
                      </a:r>
                      <a:r>
                        <a:rPr sz="900" spc="295" dirty="0">
                          <a:latin typeface="Century Gothic"/>
                          <a:cs typeface="Century Gothic"/>
                        </a:rPr>
                        <a:t> </a:t>
                      </a:r>
                      <a:r>
                        <a:rPr sz="900" spc="20" dirty="0">
                          <a:latin typeface="Century Gothic"/>
                          <a:cs typeface="Century Gothic"/>
                        </a:rPr>
                        <a:t>two</a:t>
                      </a:r>
                      <a:r>
                        <a:rPr sz="900" spc="300" dirty="0">
                          <a:latin typeface="Century Gothic"/>
                          <a:cs typeface="Century Gothic"/>
                        </a:rPr>
                        <a:t> </a:t>
                      </a:r>
                      <a:r>
                        <a:rPr sz="900" spc="-15" dirty="0">
                          <a:latin typeface="Century Gothic"/>
                          <a:cs typeface="Century Gothic"/>
                        </a:rPr>
                        <a:t>people</a:t>
                      </a:r>
                      <a:r>
                        <a:rPr sz="900" spc="295" dirty="0">
                          <a:latin typeface="Century Gothic"/>
                          <a:cs typeface="Century Gothic"/>
                        </a:rPr>
                        <a:t> </a:t>
                      </a:r>
                      <a:r>
                        <a:rPr sz="900" spc="20" dirty="0">
                          <a:latin typeface="Century Gothic"/>
                          <a:cs typeface="Century Gothic"/>
                        </a:rPr>
                        <a:t>who</a:t>
                      </a:r>
                      <a:r>
                        <a:rPr sz="900" spc="275" dirty="0">
                          <a:latin typeface="Century Gothic"/>
                          <a:cs typeface="Century Gothic"/>
                        </a:rPr>
                        <a:t> </a:t>
                      </a:r>
                      <a:r>
                        <a:rPr sz="900" spc="55" dirty="0">
                          <a:latin typeface="Century Gothic"/>
                          <a:cs typeface="Century Gothic"/>
                        </a:rPr>
                        <a:t>will</a:t>
                      </a:r>
                      <a:r>
                        <a:rPr sz="900" spc="300" dirty="0">
                          <a:latin typeface="Century Gothic"/>
                          <a:cs typeface="Century Gothic"/>
                        </a:rPr>
                        <a:t> </a:t>
                      </a:r>
                      <a:r>
                        <a:rPr sz="900" spc="-40" dirty="0">
                          <a:latin typeface="Century Gothic"/>
                          <a:cs typeface="Century Gothic"/>
                        </a:rPr>
                        <a:t>act</a:t>
                      </a:r>
                      <a:r>
                        <a:rPr sz="900" spc="295" dirty="0">
                          <a:latin typeface="Century Gothic"/>
                          <a:cs typeface="Century Gothic"/>
                        </a:rPr>
                        <a:t> </a:t>
                      </a:r>
                      <a:r>
                        <a:rPr sz="900" spc="-5" dirty="0">
                          <a:latin typeface="Century Gothic"/>
                          <a:cs typeface="Century Gothic"/>
                        </a:rPr>
                        <a:t>as </a:t>
                      </a:r>
                      <a:r>
                        <a:rPr sz="900" spc="-15" dirty="0">
                          <a:latin typeface="Century Gothic"/>
                          <a:cs typeface="Century Gothic"/>
                        </a:rPr>
                        <a:t>character</a:t>
                      </a:r>
                      <a:r>
                        <a:rPr sz="900" spc="85" dirty="0">
                          <a:latin typeface="Century Gothic"/>
                          <a:cs typeface="Century Gothic"/>
                        </a:rPr>
                        <a:t> </a:t>
                      </a:r>
                      <a:r>
                        <a:rPr sz="900" dirty="0">
                          <a:latin typeface="Century Gothic"/>
                          <a:cs typeface="Century Gothic"/>
                        </a:rPr>
                        <a:t>references</a:t>
                      </a:r>
                      <a:r>
                        <a:rPr sz="900" spc="75" dirty="0">
                          <a:latin typeface="Century Gothic"/>
                          <a:cs typeface="Century Gothic"/>
                        </a:rPr>
                        <a:t> </a:t>
                      </a:r>
                      <a:r>
                        <a:rPr sz="900" spc="20" dirty="0">
                          <a:latin typeface="Century Gothic"/>
                          <a:cs typeface="Century Gothic"/>
                        </a:rPr>
                        <a:t>for</a:t>
                      </a:r>
                      <a:r>
                        <a:rPr sz="900" spc="70" dirty="0">
                          <a:latin typeface="Century Gothic"/>
                          <a:cs typeface="Century Gothic"/>
                        </a:rPr>
                        <a:t> </a:t>
                      </a:r>
                      <a:r>
                        <a:rPr sz="900" spc="-15" dirty="0">
                          <a:latin typeface="Century Gothic"/>
                          <a:cs typeface="Century Gothic"/>
                        </a:rPr>
                        <a:t>you.</a:t>
                      </a:r>
                      <a:r>
                        <a:rPr sz="900" spc="75" dirty="0">
                          <a:latin typeface="Century Gothic"/>
                          <a:cs typeface="Century Gothic"/>
                        </a:rPr>
                        <a:t> </a:t>
                      </a:r>
                      <a:r>
                        <a:rPr sz="900" spc="80" dirty="0">
                          <a:latin typeface="Century Gothic"/>
                          <a:cs typeface="Century Gothic"/>
                        </a:rPr>
                        <a:t>This</a:t>
                      </a:r>
                      <a:r>
                        <a:rPr sz="900" spc="75" dirty="0">
                          <a:latin typeface="Century Gothic"/>
                          <a:cs typeface="Century Gothic"/>
                        </a:rPr>
                        <a:t> </a:t>
                      </a:r>
                      <a:r>
                        <a:rPr sz="900" spc="65" dirty="0">
                          <a:latin typeface="Century Gothic"/>
                          <a:cs typeface="Century Gothic"/>
                        </a:rPr>
                        <a:t>is</a:t>
                      </a:r>
                      <a:r>
                        <a:rPr sz="900" spc="75" dirty="0">
                          <a:latin typeface="Century Gothic"/>
                          <a:cs typeface="Century Gothic"/>
                        </a:rPr>
                        <a:t> </a:t>
                      </a:r>
                      <a:r>
                        <a:rPr sz="900" spc="25" dirty="0">
                          <a:latin typeface="Century Gothic"/>
                          <a:cs typeface="Century Gothic"/>
                        </a:rPr>
                        <a:t>usually</a:t>
                      </a:r>
                      <a:r>
                        <a:rPr sz="900" spc="75" dirty="0">
                          <a:latin typeface="Century Gothic"/>
                          <a:cs typeface="Century Gothic"/>
                        </a:rPr>
                        <a:t> </a:t>
                      </a:r>
                      <a:r>
                        <a:rPr sz="900" spc="-90" dirty="0">
                          <a:latin typeface="Century Gothic"/>
                          <a:cs typeface="Century Gothic"/>
                        </a:rPr>
                        <a:t>a</a:t>
                      </a:r>
                      <a:r>
                        <a:rPr sz="900" spc="70" dirty="0">
                          <a:latin typeface="Century Gothic"/>
                          <a:cs typeface="Century Gothic"/>
                        </a:rPr>
                        <a:t> </a:t>
                      </a:r>
                      <a:r>
                        <a:rPr sz="900" spc="15" dirty="0">
                          <a:latin typeface="Century Gothic"/>
                          <a:cs typeface="Century Gothic"/>
                        </a:rPr>
                        <a:t>previous</a:t>
                      </a:r>
                      <a:r>
                        <a:rPr sz="900" spc="75" dirty="0">
                          <a:latin typeface="Century Gothic"/>
                          <a:cs typeface="Century Gothic"/>
                        </a:rPr>
                        <a:t> </a:t>
                      </a:r>
                      <a:r>
                        <a:rPr sz="900" spc="10" dirty="0">
                          <a:latin typeface="Century Gothic"/>
                          <a:cs typeface="Century Gothic"/>
                        </a:rPr>
                        <a:t>employer</a:t>
                      </a:r>
                      <a:r>
                        <a:rPr sz="900" spc="70" dirty="0">
                          <a:latin typeface="Century Gothic"/>
                          <a:cs typeface="Century Gothic"/>
                        </a:rPr>
                        <a:t> </a:t>
                      </a:r>
                      <a:r>
                        <a:rPr sz="900" spc="-15" dirty="0">
                          <a:latin typeface="Century Gothic"/>
                          <a:cs typeface="Century Gothic"/>
                        </a:rPr>
                        <a:t>and</a:t>
                      </a:r>
                      <a:r>
                        <a:rPr sz="900" spc="75" dirty="0">
                          <a:latin typeface="Century Gothic"/>
                          <a:cs typeface="Century Gothic"/>
                        </a:rPr>
                        <a:t> </a:t>
                      </a:r>
                      <a:r>
                        <a:rPr sz="900" spc="10" dirty="0">
                          <a:latin typeface="Century Gothic"/>
                          <a:cs typeface="Century Gothic"/>
                        </a:rPr>
                        <a:t>someone</a:t>
                      </a:r>
                      <a:r>
                        <a:rPr sz="900" spc="55" dirty="0">
                          <a:latin typeface="Century Gothic"/>
                          <a:cs typeface="Century Gothic"/>
                        </a:rPr>
                        <a:t> </a:t>
                      </a:r>
                      <a:r>
                        <a:rPr sz="900" spc="5" dirty="0">
                          <a:latin typeface="Century Gothic"/>
                          <a:cs typeface="Century Gothic"/>
                        </a:rPr>
                        <a:t>you</a:t>
                      </a:r>
                      <a:r>
                        <a:rPr sz="900" spc="65" dirty="0">
                          <a:latin typeface="Century Gothic"/>
                          <a:cs typeface="Century Gothic"/>
                        </a:rPr>
                        <a:t> </a:t>
                      </a:r>
                      <a:r>
                        <a:rPr sz="900" spc="-25" dirty="0">
                          <a:latin typeface="Century Gothic"/>
                          <a:cs typeface="Century Gothic"/>
                        </a:rPr>
                        <a:t>have</a:t>
                      </a:r>
                      <a:r>
                        <a:rPr sz="900" spc="-20" dirty="0">
                          <a:latin typeface="Century Gothic"/>
                          <a:cs typeface="Century Gothic"/>
                        </a:rPr>
                        <a:t> </a:t>
                      </a:r>
                      <a:r>
                        <a:rPr sz="900" spc="40" dirty="0">
                          <a:latin typeface="Century Gothic"/>
                          <a:cs typeface="Century Gothic"/>
                        </a:rPr>
                        <a:t>known</a:t>
                      </a:r>
                      <a:r>
                        <a:rPr sz="900" spc="5" dirty="0">
                          <a:latin typeface="Century Gothic"/>
                          <a:cs typeface="Century Gothic"/>
                        </a:rPr>
                        <a:t> </a:t>
                      </a:r>
                      <a:r>
                        <a:rPr sz="900" spc="20" dirty="0">
                          <a:latin typeface="Century Gothic"/>
                          <a:cs typeface="Century Gothic"/>
                        </a:rPr>
                        <a:t>for</a:t>
                      </a:r>
                      <a:r>
                        <a:rPr sz="900" spc="-10" dirty="0">
                          <a:latin typeface="Century Gothic"/>
                          <a:cs typeface="Century Gothic"/>
                        </a:rPr>
                        <a:t> </a:t>
                      </a:r>
                      <a:r>
                        <a:rPr sz="900" spc="-5" dirty="0">
                          <a:latin typeface="Century Gothic"/>
                          <a:cs typeface="Century Gothic"/>
                        </a:rPr>
                        <a:t>of </a:t>
                      </a:r>
                      <a:r>
                        <a:rPr sz="900" spc="10" dirty="0">
                          <a:latin typeface="Century Gothic"/>
                          <a:cs typeface="Century Gothic"/>
                        </a:rPr>
                        <a:t>least</a:t>
                      </a:r>
                      <a:r>
                        <a:rPr sz="900" spc="-5" dirty="0">
                          <a:latin typeface="Century Gothic"/>
                          <a:cs typeface="Century Gothic"/>
                        </a:rPr>
                        <a:t> five</a:t>
                      </a:r>
                      <a:r>
                        <a:rPr sz="900" spc="-15" dirty="0">
                          <a:latin typeface="Century Gothic"/>
                          <a:cs typeface="Century Gothic"/>
                        </a:rPr>
                        <a:t> </a:t>
                      </a:r>
                      <a:r>
                        <a:rPr sz="900" dirty="0">
                          <a:latin typeface="Century Gothic"/>
                          <a:cs typeface="Century Gothic"/>
                        </a:rPr>
                        <a:t>years</a:t>
                      </a:r>
                      <a:r>
                        <a:rPr sz="900" spc="-10" dirty="0">
                          <a:latin typeface="Century Gothic"/>
                          <a:cs typeface="Century Gothic"/>
                        </a:rPr>
                        <a:t> </a:t>
                      </a:r>
                      <a:r>
                        <a:rPr sz="900" spc="20" dirty="0">
                          <a:latin typeface="Century Gothic"/>
                          <a:cs typeface="Century Gothic"/>
                        </a:rPr>
                        <a:t>such</a:t>
                      </a:r>
                      <a:r>
                        <a:rPr sz="900" spc="5" dirty="0">
                          <a:latin typeface="Century Gothic"/>
                          <a:cs typeface="Century Gothic"/>
                        </a:rPr>
                        <a:t> </a:t>
                      </a:r>
                      <a:r>
                        <a:rPr sz="900" spc="-5" dirty="0">
                          <a:latin typeface="Century Gothic"/>
                          <a:cs typeface="Century Gothic"/>
                        </a:rPr>
                        <a:t>a</a:t>
                      </a:r>
                      <a:r>
                        <a:rPr sz="900" dirty="0">
                          <a:latin typeface="Century Gothic"/>
                          <a:cs typeface="Century Gothic"/>
                        </a:rPr>
                        <a:t>s</a:t>
                      </a:r>
                      <a:r>
                        <a:rPr sz="900" spc="-10" dirty="0">
                          <a:latin typeface="Century Gothic"/>
                          <a:cs typeface="Century Gothic"/>
                        </a:rPr>
                        <a:t> </a:t>
                      </a:r>
                      <a:r>
                        <a:rPr sz="900" spc="-90" dirty="0">
                          <a:latin typeface="Century Gothic"/>
                          <a:cs typeface="Century Gothic"/>
                        </a:rPr>
                        <a:t>a</a:t>
                      </a:r>
                      <a:r>
                        <a:rPr sz="900" dirty="0">
                          <a:latin typeface="Century Gothic"/>
                          <a:cs typeface="Century Gothic"/>
                        </a:rPr>
                        <a:t> </a:t>
                      </a:r>
                      <a:r>
                        <a:rPr sz="900" spc="20" dirty="0">
                          <a:latin typeface="Century Gothic"/>
                          <a:cs typeface="Century Gothic"/>
                        </a:rPr>
                        <a:t>family</a:t>
                      </a:r>
                      <a:r>
                        <a:rPr sz="900" spc="5" dirty="0">
                          <a:latin typeface="Century Gothic"/>
                          <a:cs typeface="Century Gothic"/>
                        </a:rPr>
                        <a:t> </a:t>
                      </a:r>
                      <a:r>
                        <a:rPr sz="900" spc="20" dirty="0">
                          <a:latin typeface="Century Gothic"/>
                          <a:cs typeface="Century Gothic"/>
                        </a:rPr>
                        <a:t>friend</a:t>
                      </a:r>
                      <a:r>
                        <a:rPr sz="900" spc="5" dirty="0">
                          <a:latin typeface="Century Gothic"/>
                          <a:cs typeface="Century Gothic"/>
                        </a:rPr>
                        <a:t> </a:t>
                      </a:r>
                      <a:r>
                        <a:rPr sz="900" spc="30" dirty="0">
                          <a:latin typeface="Century Gothic"/>
                          <a:cs typeface="Century Gothic"/>
                        </a:rPr>
                        <a:t>or</a:t>
                      </a:r>
                      <a:r>
                        <a:rPr sz="900" spc="-15" dirty="0">
                          <a:latin typeface="Century Gothic"/>
                          <a:cs typeface="Century Gothic"/>
                        </a:rPr>
                        <a:t> </a:t>
                      </a:r>
                      <a:r>
                        <a:rPr sz="900" spc="15" dirty="0">
                          <a:latin typeface="Century Gothic"/>
                          <a:cs typeface="Century Gothic"/>
                        </a:rPr>
                        <a:t>neighbour,</a:t>
                      </a:r>
                      <a:r>
                        <a:rPr sz="900" dirty="0">
                          <a:latin typeface="Century Gothic"/>
                          <a:cs typeface="Century Gothic"/>
                        </a:rPr>
                        <a:t> </a:t>
                      </a:r>
                      <a:r>
                        <a:rPr sz="900" spc="30" dirty="0">
                          <a:latin typeface="Century Gothic"/>
                          <a:cs typeface="Century Gothic"/>
                        </a:rPr>
                        <a:t>but</a:t>
                      </a:r>
                      <a:r>
                        <a:rPr sz="900" spc="-5" dirty="0">
                          <a:latin typeface="Century Gothic"/>
                          <a:cs typeface="Century Gothic"/>
                        </a:rPr>
                        <a:t> </a:t>
                      </a:r>
                      <a:r>
                        <a:rPr sz="900" spc="30" dirty="0">
                          <a:latin typeface="Century Gothic"/>
                          <a:cs typeface="Century Gothic"/>
                        </a:rPr>
                        <a:t>not</a:t>
                      </a:r>
                      <a:r>
                        <a:rPr sz="900" spc="-20" dirty="0">
                          <a:latin typeface="Century Gothic"/>
                          <a:cs typeface="Century Gothic"/>
                        </a:rPr>
                        <a:t> </a:t>
                      </a:r>
                      <a:r>
                        <a:rPr sz="900" spc="-90" dirty="0">
                          <a:latin typeface="Century Gothic"/>
                          <a:cs typeface="Century Gothic"/>
                        </a:rPr>
                        <a:t>a</a:t>
                      </a:r>
                      <a:r>
                        <a:rPr sz="900" dirty="0">
                          <a:latin typeface="Century Gothic"/>
                          <a:cs typeface="Century Gothic"/>
                        </a:rPr>
                        <a:t> </a:t>
                      </a:r>
                      <a:r>
                        <a:rPr sz="900" spc="-5" dirty="0">
                          <a:latin typeface="Century Gothic"/>
                          <a:cs typeface="Century Gothic"/>
                        </a:rPr>
                        <a:t>relative.</a:t>
                      </a:r>
                      <a:r>
                        <a:rPr sz="900" dirty="0">
                          <a:latin typeface="Century Gothic"/>
                          <a:cs typeface="Century Gothic"/>
                        </a:rPr>
                        <a:t> </a:t>
                      </a:r>
                      <a:r>
                        <a:rPr sz="900" spc="5" dirty="0">
                          <a:latin typeface="Century Gothic"/>
                          <a:cs typeface="Century Gothic"/>
                        </a:rPr>
                        <a:t>Please</a:t>
                      </a:r>
                      <a:r>
                        <a:rPr sz="900" spc="-20" dirty="0">
                          <a:latin typeface="Century Gothic"/>
                          <a:cs typeface="Century Gothic"/>
                        </a:rPr>
                        <a:t> check</a:t>
                      </a:r>
                      <a:r>
                        <a:rPr sz="900" spc="35" dirty="0">
                          <a:latin typeface="Century Gothic"/>
                          <a:cs typeface="Century Gothic"/>
                        </a:rPr>
                        <a:t> </a:t>
                      </a:r>
                      <a:r>
                        <a:rPr sz="900" spc="50" dirty="0">
                          <a:latin typeface="Century Gothic"/>
                          <a:cs typeface="Century Gothic"/>
                        </a:rPr>
                        <a:t>with</a:t>
                      </a:r>
                      <a:r>
                        <a:rPr sz="900" spc="40" dirty="0">
                          <a:latin typeface="Century Gothic"/>
                          <a:cs typeface="Century Gothic"/>
                        </a:rPr>
                        <a:t> </a:t>
                      </a:r>
                      <a:r>
                        <a:rPr sz="900" spc="20" dirty="0">
                          <a:latin typeface="Century Gothic"/>
                          <a:cs typeface="Century Gothic"/>
                        </a:rPr>
                        <a:t>the</a:t>
                      </a:r>
                      <a:r>
                        <a:rPr sz="900" spc="35" dirty="0">
                          <a:latin typeface="Century Gothic"/>
                          <a:cs typeface="Century Gothic"/>
                        </a:rPr>
                        <a:t> </a:t>
                      </a:r>
                      <a:r>
                        <a:rPr sz="900" spc="-15" dirty="0">
                          <a:latin typeface="Century Gothic"/>
                          <a:cs typeface="Century Gothic"/>
                        </a:rPr>
                        <a:t>people</a:t>
                      </a:r>
                      <a:r>
                        <a:rPr sz="900" spc="35" dirty="0">
                          <a:latin typeface="Century Gothic"/>
                          <a:cs typeface="Century Gothic"/>
                        </a:rPr>
                        <a:t> </a:t>
                      </a:r>
                      <a:r>
                        <a:rPr sz="900" spc="20" dirty="0">
                          <a:latin typeface="Century Gothic"/>
                          <a:cs typeface="Century Gothic"/>
                        </a:rPr>
                        <a:t>that</a:t>
                      </a:r>
                      <a:r>
                        <a:rPr sz="900" spc="30" dirty="0">
                          <a:latin typeface="Century Gothic"/>
                          <a:cs typeface="Century Gothic"/>
                        </a:rPr>
                        <a:t> </a:t>
                      </a:r>
                      <a:r>
                        <a:rPr sz="900" spc="10" dirty="0">
                          <a:latin typeface="Century Gothic"/>
                          <a:cs typeface="Century Gothic"/>
                        </a:rPr>
                        <a:t>they</a:t>
                      </a:r>
                      <a:r>
                        <a:rPr sz="900" spc="40" dirty="0">
                          <a:latin typeface="Century Gothic"/>
                          <a:cs typeface="Century Gothic"/>
                        </a:rPr>
                        <a:t> </a:t>
                      </a:r>
                      <a:r>
                        <a:rPr sz="900" spc="-20" dirty="0">
                          <a:latin typeface="Century Gothic"/>
                          <a:cs typeface="Century Gothic"/>
                        </a:rPr>
                        <a:t>are</a:t>
                      </a:r>
                      <a:r>
                        <a:rPr sz="900" spc="35" dirty="0">
                          <a:latin typeface="Century Gothic"/>
                          <a:cs typeface="Century Gothic"/>
                        </a:rPr>
                        <a:t> </a:t>
                      </a:r>
                      <a:r>
                        <a:rPr sz="900" spc="45" dirty="0">
                          <a:latin typeface="Century Gothic"/>
                          <a:cs typeface="Century Gothic"/>
                        </a:rPr>
                        <a:t>willing</a:t>
                      </a:r>
                      <a:r>
                        <a:rPr sz="900" spc="30" dirty="0">
                          <a:latin typeface="Century Gothic"/>
                          <a:cs typeface="Century Gothic"/>
                        </a:rPr>
                        <a:t> </a:t>
                      </a:r>
                      <a:r>
                        <a:rPr sz="900" spc="10" dirty="0">
                          <a:latin typeface="Century Gothic"/>
                          <a:cs typeface="Century Gothic"/>
                        </a:rPr>
                        <a:t>to</a:t>
                      </a:r>
                      <a:r>
                        <a:rPr sz="900" spc="35" dirty="0">
                          <a:latin typeface="Century Gothic"/>
                          <a:cs typeface="Century Gothic"/>
                        </a:rPr>
                        <a:t> </a:t>
                      </a:r>
                      <a:r>
                        <a:rPr sz="900" dirty="0">
                          <a:latin typeface="Century Gothic"/>
                          <a:cs typeface="Century Gothic"/>
                        </a:rPr>
                        <a:t>provide</a:t>
                      </a:r>
                      <a:r>
                        <a:rPr sz="900" spc="35" dirty="0">
                          <a:latin typeface="Century Gothic"/>
                          <a:cs typeface="Century Gothic"/>
                        </a:rPr>
                        <a:t> </a:t>
                      </a:r>
                      <a:r>
                        <a:rPr sz="900" spc="-90" dirty="0">
                          <a:latin typeface="Century Gothic"/>
                          <a:cs typeface="Century Gothic"/>
                        </a:rPr>
                        <a:t>a</a:t>
                      </a:r>
                      <a:r>
                        <a:rPr sz="900" spc="35" dirty="0">
                          <a:latin typeface="Century Gothic"/>
                          <a:cs typeface="Century Gothic"/>
                        </a:rPr>
                        <a:t> </a:t>
                      </a:r>
                      <a:r>
                        <a:rPr sz="900" spc="-10" dirty="0">
                          <a:latin typeface="Century Gothic"/>
                          <a:cs typeface="Century Gothic"/>
                        </a:rPr>
                        <a:t>reference</a:t>
                      </a:r>
                      <a:r>
                        <a:rPr sz="900" spc="35" dirty="0">
                          <a:latin typeface="Century Gothic"/>
                          <a:cs typeface="Century Gothic"/>
                        </a:rPr>
                        <a:t> </a:t>
                      </a:r>
                      <a:r>
                        <a:rPr sz="900" spc="20" dirty="0">
                          <a:latin typeface="Century Gothic"/>
                          <a:cs typeface="Century Gothic"/>
                        </a:rPr>
                        <a:t>for</a:t>
                      </a:r>
                      <a:r>
                        <a:rPr sz="900" spc="35" dirty="0">
                          <a:latin typeface="Century Gothic"/>
                          <a:cs typeface="Century Gothic"/>
                        </a:rPr>
                        <a:t> </a:t>
                      </a:r>
                      <a:r>
                        <a:rPr sz="900" spc="5" dirty="0">
                          <a:latin typeface="Century Gothic"/>
                          <a:cs typeface="Century Gothic"/>
                        </a:rPr>
                        <a:t>you</a:t>
                      </a:r>
                      <a:r>
                        <a:rPr sz="900" spc="30" dirty="0">
                          <a:latin typeface="Century Gothic"/>
                          <a:cs typeface="Century Gothic"/>
                        </a:rPr>
                        <a:t> </a:t>
                      </a:r>
                      <a:r>
                        <a:rPr sz="900" spc="-10" dirty="0">
                          <a:latin typeface="Century Gothic"/>
                          <a:cs typeface="Century Gothic"/>
                        </a:rPr>
                        <a:t>before</a:t>
                      </a:r>
                      <a:r>
                        <a:rPr sz="900" spc="35" dirty="0">
                          <a:latin typeface="Century Gothic"/>
                          <a:cs typeface="Century Gothic"/>
                        </a:rPr>
                        <a:t> </a:t>
                      </a:r>
                      <a:r>
                        <a:rPr sz="900" spc="5" dirty="0">
                          <a:latin typeface="Century Gothic"/>
                          <a:cs typeface="Century Gothic"/>
                        </a:rPr>
                        <a:t>you</a:t>
                      </a:r>
                      <a:r>
                        <a:rPr sz="900" spc="30" dirty="0">
                          <a:latin typeface="Century Gothic"/>
                          <a:cs typeface="Century Gothic"/>
                        </a:rPr>
                        <a:t> put</a:t>
                      </a:r>
                      <a:r>
                        <a:rPr sz="900" spc="25" dirty="0">
                          <a:latin typeface="Century Gothic"/>
                          <a:cs typeface="Century Gothic"/>
                        </a:rPr>
                        <a:t> </a:t>
                      </a:r>
                      <a:r>
                        <a:rPr sz="900" spc="40" dirty="0">
                          <a:latin typeface="Century Gothic"/>
                          <a:cs typeface="Century Gothic"/>
                        </a:rPr>
                        <a:t>their</a:t>
                      </a:r>
                      <a:r>
                        <a:rPr sz="900" spc="-15" dirty="0">
                          <a:latin typeface="Century Gothic"/>
                          <a:cs typeface="Century Gothic"/>
                        </a:rPr>
                        <a:t> </a:t>
                      </a:r>
                      <a:r>
                        <a:rPr sz="900" spc="15" dirty="0">
                          <a:latin typeface="Century Gothic"/>
                          <a:cs typeface="Century Gothic"/>
                        </a:rPr>
                        <a:t>details</a:t>
                      </a:r>
                      <a:r>
                        <a:rPr sz="900" spc="-35" dirty="0">
                          <a:latin typeface="Century Gothic"/>
                          <a:cs typeface="Century Gothic"/>
                        </a:rPr>
                        <a:t> </a:t>
                      </a:r>
                      <a:r>
                        <a:rPr sz="900" spc="15" dirty="0">
                          <a:latin typeface="Century Gothic"/>
                          <a:cs typeface="Century Gothic"/>
                        </a:rPr>
                        <a:t>on</a:t>
                      </a:r>
                      <a:r>
                        <a:rPr sz="900" spc="-10" dirty="0">
                          <a:latin typeface="Century Gothic"/>
                          <a:cs typeface="Century Gothic"/>
                        </a:rPr>
                        <a:t> </a:t>
                      </a:r>
                      <a:r>
                        <a:rPr sz="900" spc="20" dirty="0">
                          <a:latin typeface="Century Gothic"/>
                          <a:cs typeface="Century Gothic"/>
                        </a:rPr>
                        <a:t>the</a:t>
                      </a:r>
                      <a:r>
                        <a:rPr sz="900" spc="-15" dirty="0">
                          <a:latin typeface="Century Gothic"/>
                          <a:cs typeface="Century Gothic"/>
                        </a:rPr>
                        <a:t> </a:t>
                      </a:r>
                      <a:r>
                        <a:rPr sz="900" spc="20" dirty="0">
                          <a:latin typeface="Century Gothic"/>
                          <a:cs typeface="Century Gothic"/>
                        </a:rPr>
                        <a:t>form.</a:t>
                      </a:r>
                      <a:endParaRPr sz="900">
                        <a:latin typeface="Century Gothic"/>
                        <a:cs typeface="Century Gothic"/>
                      </a:endParaRPr>
                    </a:p>
                  </a:txBody>
                  <a:tcPr marL="0" marR="0" marT="43180" marB="0"/>
                </a:tc>
                <a:extLst>
                  <a:ext uri="{0D108BD9-81ED-4DB2-BD59-A6C34878D82A}">
                    <a16:rowId xmlns:a16="http://schemas.microsoft.com/office/drawing/2014/main" val="10007"/>
                  </a:ext>
                </a:extLst>
              </a:tr>
              <a:tr h="367665">
                <a:tc>
                  <a:txBody>
                    <a:bodyPr/>
                    <a:lstStyle/>
                    <a:p>
                      <a:pPr marL="31750">
                        <a:lnSpc>
                          <a:spcPct val="100000"/>
                        </a:lnSpc>
                        <a:spcBef>
                          <a:spcPts val="320"/>
                        </a:spcBef>
                      </a:pPr>
                      <a:r>
                        <a:rPr sz="900" dirty="0">
                          <a:latin typeface="Century Gothic"/>
                          <a:cs typeface="Century Gothic"/>
                        </a:rPr>
                        <a:t>Section</a:t>
                      </a:r>
                      <a:r>
                        <a:rPr sz="900" spc="80" dirty="0">
                          <a:latin typeface="Century Gothic"/>
                          <a:cs typeface="Century Gothic"/>
                        </a:rPr>
                        <a:t> </a:t>
                      </a:r>
                      <a:r>
                        <a:rPr sz="900" spc="-25" dirty="0">
                          <a:latin typeface="Century Gothic"/>
                          <a:cs typeface="Century Gothic"/>
                        </a:rPr>
                        <a:t>12</a:t>
                      </a:r>
                      <a:endParaRPr sz="900">
                        <a:latin typeface="Century Gothic"/>
                        <a:cs typeface="Century Gothic"/>
                      </a:endParaRPr>
                    </a:p>
                  </a:txBody>
                  <a:tcPr marL="0" marR="0" marT="40640" marB="0"/>
                </a:tc>
                <a:tc>
                  <a:txBody>
                    <a:bodyPr/>
                    <a:lstStyle/>
                    <a:p>
                      <a:pPr marL="109220" marR="24130" indent="-635">
                        <a:lnSpc>
                          <a:spcPct val="100000"/>
                        </a:lnSpc>
                        <a:spcBef>
                          <a:spcPts val="320"/>
                        </a:spcBef>
                      </a:pPr>
                      <a:r>
                        <a:rPr sz="900" spc="50" dirty="0">
                          <a:latin typeface="Century Gothic"/>
                          <a:cs typeface="Century Gothic"/>
                        </a:rPr>
                        <a:t>Tell</a:t>
                      </a:r>
                      <a:r>
                        <a:rPr sz="900" spc="95" dirty="0">
                          <a:latin typeface="Century Gothic"/>
                          <a:cs typeface="Century Gothic"/>
                        </a:rPr>
                        <a:t> </a:t>
                      </a:r>
                      <a:r>
                        <a:rPr sz="900" spc="60" dirty="0">
                          <a:latin typeface="Century Gothic"/>
                          <a:cs typeface="Century Gothic"/>
                        </a:rPr>
                        <a:t>us</a:t>
                      </a:r>
                      <a:r>
                        <a:rPr sz="900" spc="100" dirty="0">
                          <a:latin typeface="Century Gothic"/>
                          <a:cs typeface="Century Gothic"/>
                        </a:rPr>
                        <a:t> </a:t>
                      </a:r>
                      <a:r>
                        <a:rPr sz="900" spc="55" dirty="0">
                          <a:latin typeface="Century Gothic"/>
                          <a:cs typeface="Century Gothic"/>
                        </a:rPr>
                        <a:t>in</a:t>
                      </a:r>
                      <a:r>
                        <a:rPr sz="900" spc="105" dirty="0">
                          <a:latin typeface="Century Gothic"/>
                          <a:cs typeface="Century Gothic"/>
                        </a:rPr>
                        <a:t> </a:t>
                      </a:r>
                      <a:r>
                        <a:rPr sz="900" spc="60" dirty="0">
                          <a:latin typeface="Century Gothic"/>
                          <a:cs typeface="Century Gothic"/>
                        </a:rPr>
                        <a:t>this</a:t>
                      </a:r>
                      <a:r>
                        <a:rPr sz="900" spc="100" dirty="0">
                          <a:latin typeface="Century Gothic"/>
                          <a:cs typeface="Century Gothic"/>
                        </a:rPr>
                        <a:t> </a:t>
                      </a:r>
                      <a:r>
                        <a:rPr sz="900" dirty="0">
                          <a:latin typeface="Century Gothic"/>
                          <a:cs typeface="Century Gothic"/>
                        </a:rPr>
                        <a:t>section</a:t>
                      </a:r>
                      <a:r>
                        <a:rPr sz="900" spc="105" dirty="0">
                          <a:latin typeface="Century Gothic"/>
                          <a:cs typeface="Century Gothic"/>
                        </a:rPr>
                        <a:t> </a:t>
                      </a:r>
                      <a:r>
                        <a:rPr sz="900" dirty="0">
                          <a:latin typeface="Century Gothic"/>
                          <a:cs typeface="Century Gothic"/>
                        </a:rPr>
                        <a:t>about</a:t>
                      </a:r>
                      <a:r>
                        <a:rPr sz="900" spc="95" dirty="0">
                          <a:latin typeface="Century Gothic"/>
                          <a:cs typeface="Century Gothic"/>
                        </a:rPr>
                        <a:t> </a:t>
                      </a:r>
                      <a:r>
                        <a:rPr sz="900" dirty="0">
                          <a:latin typeface="Century Gothic"/>
                          <a:cs typeface="Century Gothic"/>
                        </a:rPr>
                        <a:t>any</a:t>
                      </a:r>
                      <a:r>
                        <a:rPr sz="900" spc="105" dirty="0">
                          <a:latin typeface="Century Gothic"/>
                          <a:cs typeface="Century Gothic"/>
                        </a:rPr>
                        <a:t> </a:t>
                      </a:r>
                      <a:r>
                        <a:rPr sz="900" dirty="0">
                          <a:latin typeface="Century Gothic"/>
                          <a:cs typeface="Century Gothic"/>
                        </a:rPr>
                        <a:t>special</a:t>
                      </a:r>
                      <a:r>
                        <a:rPr sz="900" spc="85" dirty="0">
                          <a:latin typeface="Century Gothic"/>
                          <a:cs typeface="Century Gothic"/>
                        </a:rPr>
                        <a:t> </a:t>
                      </a:r>
                      <a:r>
                        <a:rPr sz="900" dirty="0">
                          <a:latin typeface="Century Gothic"/>
                          <a:cs typeface="Century Gothic"/>
                        </a:rPr>
                        <a:t>arrangements</a:t>
                      </a:r>
                      <a:r>
                        <a:rPr sz="900" spc="105" dirty="0">
                          <a:latin typeface="Century Gothic"/>
                          <a:cs typeface="Century Gothic"/>
                        </a:rPr>
                        <a:t> </a:t>
                      </a:r>
                      <a:r>
                        <a:rPr sz="900" dirty="0">
                          <a:latin typeface="Century Gothic"/>
                          <a:cs typeface="Century Gothic"/>
                        </a:rPr>
                        <a:t>you</a:t>
                      </a:r>
                      <a:r>
                        <a:rPr sz="900" spc="90" dirty="0">
                          <a:latin typeface="Century Gothic"/>
                          <a:cs typeface="Century Gothic"/>
                        </a:rPr>
                        <a:t> </a:t>
                      </a:r>
                      <a:r>
                        <a:rPr sz="900" dirty="0">
                          <a:latin typeface="Century Gothic"/>
                          <a:cs typeface="Century Gothic"/>
                        </a:rPr>
                        <a:t>need</a:t>
                      </a:r>
                      <a:r>
                        <a:rPr sz="900" spc="105" dirty="0">
                          <a:latin typeface="Century Gothic"/>
                          <a:cs typeface="Century Gothic"/>
                        </a:rPr>
                        <a:t> </a:t>
                      </a:r>
                      <a:r>
                        <a:rPr sz="900" dirty="0">
                          <a:latin typeface="Century Gothic"/>
                          <a:cs typeface="Century Gothic"/>
                        </a:rPr>
                        <a:t>if</a:t>
                      </a:r>
                      <a:r>
                        <a:rPr sz="900" spc="90" dirty="0">
                          <a:latin typeface="Century Gothic"/>
                          <a:cs typeface="Century Gothic"/>
                        </a:rPr>
                        <a:t> </a:t>
                      </a:r>
                      <a:r>
                        <a:rPr sz="900" dirty="0">
                          <a:latin typeface="Century Gothic"/>
                          <a:cs typeface="Century Gothic"/>
                        </a:rPr>
                        <a:t>you</a:t>
                      </a:r>
                      <a:r>
                        <a:rPr sz="900" spc="90" dirty="0">
                          <a:latin typeface="Century Gothic"/>
                          <a:cs typeface="Century Gothic"/>
                        </a:rPr>
                        <a:t> </a:t>
                      </a:r>
                      <a:r>
                        <a:rPr sz="900" dirty="0">
                          <a:latin typeface="Century Gothic"/>
                          <a:cs typeface="Century Gothic"/>
                        </a:rPr>
                        <a:t>are</a:t>
                      </a:r>
                      <a:r>
                        <a:rPr sz="900" spc="100" dirty="0">
                          <a:latin typeface="Century Gothic"/>
                          <a:cs typeface="Century Gothic"/>
                        </a:rPr>
                        <a:t> </a:t>
                      </a:r>
                      <a:r>
                        <a:rPr sz="900" dirty="0">
                          <a:latin typeface="Century Gothic"/>
                          <a:cs typeface="Century Gothic"/>
                        </a:rPr>
                        <a:t>invited</a:t>
                      </a:r>
                      <a:r>
                        <a:rPr sz="900" spc="100" dirty="0">
                          <a:latin typeface="Century Gothic"/>
                          <a:cs typeface="Century Gothic"/>
                        </a:rPr>
                        <a:t> </a:t>
                      </a:r>
                      <a:r>
                        <a:rPr sz="900" dirty="0">
                          <a:latin typeface="Century Gothic"/>
                          <a:cs typeface="Century Gothic"/>
                        </a:rPr>
                        <a:t>for</a:t>
                      </a:r>
                      <a:r>
                        <a:rPr sz="900" spc="100" dirty="0">
                          <a:latin typeface="Century Gothic"/>
                          <a:cs typeface="Century Gothic"/>
                        </a:rPr>
                        <a:t> </a:t>
                      </a:r>
                      <a:r>
                        <a:rPr sz="900" spc="-25" dirty="0">
                          <a:latin typeface="Century Gothic"/>
                          <a:cs typeface="Century Gothic"/>
                        </a:rPr>
                        <a:t>on </a:t>
                      </a:r>
                      <a:r>
                        <a:rPr sz="900" spc="-10" dirty="0">
                          <a:latin typeface="Century Gothic"/>
                          <a:cs typeface="Century Gothic"/>
                        </a:rPr>
                        <a:t>interview.</a:t>
                      </a:r>
                      <a:endParaRPr sz="900">
                        <a:latin typeface="Century Gothic"/>
                        <a:cs typeface="Century Gothic"/>
                      </a:endParaRPr>
                    </a:p>
                  </a:txBody>
                  <a:tcPr marL="0" marR="0" marT="40640" marB="0"/>
                </a:tc>
                <a:extLst>
                  <a:ext uri="{0D108BD9-81ED-4DB2-BD59-A6C34878D82A}">
                    <a16:rowId xmlns:a16="http://schemas.microsoft.com/office/drawing/2014/main" val="10008"/>
                  </a:ext>
                </a:extLst>
              </a:tr>
              <a:tr h="779145">
                <a:tc>
                  <a:txBody>
                    <a:bodyPr/>
                    <a:lstStyle/>
                    <a:p>
                      <a:pPr marL="32384">
                        <a:lnSpc>
                          <a:spcPct val="100000"/>
                        </a:lnSpc>
                        <a:spcBef>
                          <a:spcPts val="340"/>
                        </a:spcBef>
                      </a:pPr>
                      <a:r>
                        <a:rPr sz="900" dirty="0">
                          <a:latin typeface="Century Gothic"/>
                          <a:cs typeface="Century Gothic"/>
                        </a:rPr>
                        <a:t>Section</a:t>
                      </a:r>
                      <a:r>
                        <a:rPr sz="900" spc="80" dirty="0">
                          <a:latin typeface="Century Gothic"/>
                          <a:cs typeface="Century Gothic"/>
                        </a:rPr>
                        <a:t> </a:t>
                      </a:r>
                      <a:r>
                        <a:rPr sz="900" spc="-25" dirty="0">
                          <a:latin typeface="Century Gothic"/>
                          <a:cs typeface="Century Gothic"/>
                        </a:rPr>
                        <a:t>13</a:t>
                      </a:r>
                      <a:endParaRPr sz="900">
                        <a:latin typeface="Century Gothic"/>
                        <a:cs typeface="Century Gothic"/>
                      </a:endParaRPr>
                    </a:p>
                  </a:txBody>
                  <a:tcPr marL="0" marR="0" marT="43180" marB="0"/>
                </a:tc>
                <a:tc>
                  <a:txBody>
                    <a:bodyPr/>
                    <a:lstStyle/>
                    <a:p>
                      <a:pPr marL="109220">
                        <a:lnSpc>
                          <a:spcPct val="100000"/>
                        </a:lnSpc>
                        <a:spcBef>
                          <a:spcPts val="340"/>
                        </a:spcBef>
                      </a:pPr>
                      <a:r>
                        <a:rPr sz="900" dirty="0">
                          <a:latin typeface="Century Gothic"/>
                          <a:cs typeface="Century Gothic"/>
                        </a:rPr>
                        <a:t>Tick</a:t>
                      </a:r>
                      <a:r>
                        <a:rPr sz="900" spc="55" dirty="0">
                          <a:latin typeface="Century Gothic"/>
                          <a:cs typeface="Century Gothic"/>
                        </a:rPr>
                        <a:t> </a:t>
                      </a:r>
                      <a:r>
                        <a:rPr sz="900" spc="60" dirty="0">
                          <a:latin typeface="Century Gothic"/>
                          <a:cs typeface="Century Gothic"/>
                        </a:rPr>
                        <a:t>this</a:t>
                      </a:r>
                      <a:r>
                        <a:rPr sz="900" spc="50" dirty="0">
                          <a:latin typeface="Century Gothic"/>
                          <a:cs typeface="Century Gothic"/>
                        </a:rPr>
                        <a:t> </a:t>
                      </a:r>
                      <a:r>
                        <a:rPr sz="900" dirty="0">
                          <a:latin typeface="Century Gothic"/>
                          <a:cs typeface="Century Gothic"/>
                        </a:rPr>
                        <a:t>box</a:t>
                      </a:r>
                      <a:r>
                        <a:rPr sz="900" spc="40" dirty="0">
                          <a:latin typeface="Century Gothic"/>
                          <a:cs typeface="Century Gothic"/>
                        </a:rPr>
                        <a:t> </a:t>
                      </a:r>
                      <a:r>
                        <a:rPr sz="900" spc="-35" dirty="0">
                          <a:latin typeface="Century Gothic"/>
                          <a:cs typeface="Century Gothic"/>
                        </a:rPr>
                        <a:t>if</a:t>
                      </a:r>
                      <a:endParaRPr sz="900">
                        <a:latin typeface="Century Gothic"/>
                        <a:cs typeface="Century Gothic"/>
                      </a:endParaRPr>
                    </a:p>
                    <a:p>
                      <a:pPr marL="281305" indent="-172085">
                        <a:lnSpc>
                          <a:spcPct val="100000"/>
                        </a:lnSpc>
                        <a:buFont typeface="Arial"/>
                        <a:buChar char="•"/>
                        <a:tabLst>
                          <a:tab pos="281305" algn="l"/>
                        </a:tabLst>
                      </a:pPr>
                      <a:r>
                        <a:rPr sz="900" dirty="0">
                          <a:latin typeface="Century Gothic"/>
                          <a:cs typeface="Century Gothic"/>
                        </a:rPr>
                        <a:t>you</a:t>
                      </a:r>
                      <a:r>
                        <a:rPr sz="900" spc="40" dirty="0">
                          <a:latin typeface="Century Gothic"/>
                          <a:cs typeface="Century Gothic"/>
                        </a:rPr>
                        <a:t> </a:t>
                      </a:r>
                      <a:r>
                        <a:rPr sz="900" spc="-20" dirty="0">
                          <a:latin typeface="Century Gothic"/>
                          <a:cs typeface="Century Gothic"/>
                        </a:rPr>
                        <a:t>have</a:t>
                      </a:r>
                      <a:r>
                        <a:rPr sz="900" spc="50" dirty="0">
                          <a:latin typeface="Century Gothic"/>
                          <a:cs typeface="Century Gothic"/>
                        </a:rPr>
                        <a:t> </a:t>
                      </a:r>
                      <a:r>
                        <a:rPr sz="900" spc="-95" dirty="0">
                          <a:latin typeface="Century Gothic"/>
                          <a:cs typeface="Century Gothic"/>
                        </a:rPr>
                        <a:t>a</a:t>
                      </a:r>
                      <a:r>
                        <a:rPr sz="900" spc="65" dirty="0">
                          <a:latin typeface="Century Gothic"/>
                          <a:cs typeface="Century Gothic"/>
                        </a:rPr>
                        <a:t> </a:t>
                      </a:r>
                      <a:r>
                        <a:rPr sz="900" dirty="0">
                          <a:latin typeface="Century Gothic"/>
                          <a:cs typeface="Century Gothic"/>
                        </a:rPr>
                        <a:t>disability</a:t>
                      </a:r>
                      <a:r>
                        <a:rPr sz="900" spc="35" dirty="0">
                          <a:latin typeface="Century Gothic"/>
                          <a:cs typeface="Century Gothic"/>
                        </a:rPr>
                        <a:t> </a:t>
                      </a:r>
                      <a:r>
                        <a:rPr sz="900" b="1" spc="95" dirty="0">
                          <a:latin typeface="Calibri"/>
                          <a:cs typeface="Calibri"/>
                        </a:rPr>
                        <a:t>and</a:t>
                      </a:r>
                      <a:endParaRPr sz="900">
                        <a:latin typeface="Calibri"/>
                        <a:cs typeface="Calibri"/>
                      </a:endParaRPr>
                    </a:p>
                    <a:p>
                      <a:pPr marL="281305" indent="-172085">
                        <a:lnSpc>
                          <a:spcPct val="100000"/>
                        </a:lnSpc>
                        <a:buFont typeface="Arial"/>
                        <a:buChar char="•"/>
                        <a:tabLst>
                          <a:tab pos="281305" algn="l"/>
                        </a:tabLst>
                      </a:pPr>
                      <a:r>
                        <a:rPr sz="900" spc="10" dirty="0">
                          <a:latin typeface="Century Gothic"/>
                          <a:cs typeface="Century Gothic"/>
                        </a:rPr>
                        <a:t>the</a:t>
                      </a:r>
                      <a:r>
                        <a:rPr sz="900" spc="70" dirty="0">
                          <a:latin typeface="Century Gothic"/>
                          <a:cs typeface="Century Gothic"/>
                        </a:rPr>
                        <a:t> </a:t>
                      </a:r>
                      <a:r>
                        <a:rPr sz="900" spc="10" dirty="0">
                          <a:latin typeface="Century Gothic"/>
                          <a:cs typeface="Century Gothic"/>
                        </a:rPr>
                        <a:t>employer</a:t>
                      </a:r>
                      <a:r>
                        <a:rPr sz="900" spc="45" dirty="0">
                          <a:latin typeface="Century Gothic"/>
                          <a:cs typeface="Century Gothic"/>
                        </a:rPr>
                        <a:t> </a:t>
                      </a:r>
                      <a:r>
                        <a:rPr sz="900" spc="10" dirty="0">
                          <a:latin typeface="Century Gothic"/>
                          <a:cs typeface="Century Gothic"/>
                        </a:rPr>
                        <a:t>uses</a:t>
                      </a:r>
                      <a:r>
                        <a:rPr sz="900" spc="55" dirty="0">
                          <a:latin typeface="Century Gothic"/>
                          <a:cs typeface="Century Gothic"/>
                        </a:rPr>
                        <a:t> </a:t>
                      </a:r>
                      <a:r>
                        <a:rPr sz="900" spc="10" dirty="0">
                          <a:latin typeface="Century Gothic"/>
                          <a:cs typeface="Century Gothic"/>
                        </a:rPr>
                        <a:t>the</a:t>
                      </a:r>
                      <a:r>
                        <a:rPr sz="900" spc="70" dirty="0">
                          <a:latin typeface="Century Gothic"/>
                          <a:cs typeface="Century Gothic"/>
                        </a:rPr>
                        <a:t> </a:t>
                      </a:r>
                      <a:r>
                        <a:rPr sz="900" spc="10" dirty="0">
                          <a:latin typeface="Century Gothic"/>
                          <a:cs typeface="Century Gothic"/>
                        </a:rPr>
                        <a:t>disability</a:t>
                      </a:r>
                      <a:r>
                        <a:rPr sz="900" spc="45" dirty="0">
                          <a:latin typeface="Century Gothic"/>
                          <a:cs typeface="Century Gothic"/>
                        </a:rPr>
                        <a:t> </a:t>
                      </a:r>
                      <a:r>
                        <a:rPr sz="900" spc="10" dirty="0">
                          <a:latin typeface="Century Gothic"/>
                          <a:cs typeface="Century Gothic"/>
                        </a:rPr>
                        <a:t>symbol,</a:t>
                      </a:r>
                      <a:r>
                        <a:rPr sz="900" spc="45" dirty="0">
                          <a:latin typeface="Century Gothic"/>
                          <a:cs typeface="Century Gothic"/>
                        </a:rPr>
                        <a:t> </a:t>
                      </a:r>
                      <a:r>
                        <a:rPr sz="900" spc="-25" dirty="0">
                          <a:latin typeface="Century Gothic"/>
                          <a:cs typeface="Century Gothic"/>
                        </a:rPr>
                        <a:t>and</a:t>
                      </a:r>
                      <a:endParaRPr sz="900">
                        <a:latin typeface="Century Gothic"/>
                        <a:cs typeface="Century Gothic"/>
                      </a:endParaRPr>
                    </a:p>
                    <a:p>
                      <a:pPr marL="281305" marR="24130" indent="-172720">
                        <a:lnSpc>
                          <a:spcPct val="100000"/>
                        </a:lnSpc>
                        <a:buFont typeface="Arial"/>
                        <a:buChar char="•"/>
                        <a:tabLst>
                          <a:tab pos="281305" algn="l"/>
                        </a:tabLst>
                      </a:pPr>
                      <a:r>
                        <a:rPr sz="900" dirty="0">
                          <a:latin typeface="Century Gothic"/>
                          <a:cs typeface="Century Gothic"/>
                        </a:rPr>
                        <a:t>you</a:t>
                      </a:r>
                      <a:r>
                        <a:rPr sz="900" spc="90" dirty="0">
                          <a:latin typeface="Century Gothic"/>
                          <a:cs typeface="Century Gothic"/>
                        </a:rPr>
                        <a:t> </a:t>
                      </a:r>
                      <a:r>
                        <a:rPr sz="900" dirty="0">
                          <a:latin typeface="Century Gothic"/>
                          <a:cs typeface="Century Gothic"/>
                        </a:rPr>
                        <a:t>want</a:t>
                      </a:r>
                      <a:r>
                        <a:rPr sz="900" spc="90" dirty="0">
                          <a:latin typeface="Century Gothic"/>
                          <a:cs typeface="Century Gothic"/>
                        </a:rPr>
                        <a:t> </a:t>
                      </a:r>
                      <a:r>
                        <a:rPr sz="900" dirty="0">
                          <a:latin typeface="Century Gothic"/>
                          <a:cs typeface="Century Gothic"/>
                        </a:rPr>
                        <a:t>to</a:t>
                      </a:r>
                      <a:r>
                        <a:rPr sz="900" spc="85" dirty="0">
                          <a:latin typeface="Century Gothic"/>
                          <a:cs typeface="Century Gothic"/>
                        </a:rPr>
                        <a:t> </a:t>
                      </a:r>
                      <a:r>
                        <a:rPr sz="900" dirty="0">
                          <a:latin typeface="Century Gothic"/>
                          <a:cs typeface="Century Gothic"/>
                        </a:rPr>
                        <a:t>ask</a:t>
                      </a:r>
                      <a:r>
                        <a:rPr sz="900" spc="95" dirty="0">
                          <a:latin typeface="Century Gothic"/>
                          <a:cs typeface="Century Gothic"/>
                        </a:rPr>
                        <a:t> </a:t>
                      </a:r>
                      <a:r>
                        <a:rPr sz="900" dirty="0">
                          <a:latin typeface="Century Gothic"/>
                          <a:cs typeface="Century Gothic"/>
                        </a:rPr>
                        <a:t>for</a:t>
                      </a:r>
                      <a:r>
                        <a:rPr sz="900" spc="95" dirty="0">
                          <a:latin typeface="Century Gothic"/>
                          <a:cs typeface="Century Gothic"/>
                        </a:rPr>
                        <a:t> </a:t>
                      </a:r>
                      <a:r>
                        <a:rPr sz="900" dirty="0">
                          <a:latin typeface="Century Gothic"/>
                          <a:cs typeface="Century Gothic"/>
                        </a:rPr>
                        <a:t>a</a:t>
                      </a:r>
                      <a:r>
                        <a:rPr sz="900" spc="80" dirty="0">
                          <a:latin typeface="Century Gothic"/>
                          <a:cs typeface="Century Gothic"/>
                        </a:rPr>
                        <a:t> </a:t>
                      </a:r>
                      <a:r>
                        <a:rPr sz="900" dirty="0">
                          <a:latin typeface="Century Gothic"/>
                          <a:cs typeface="Century Gothic"/>
                        </a:rPr>
                        <a:t>guaranteed</a:t>
                      </a:r>
                      <a:r>
                        <a:rPr sz="900" spc="100" dirty="0">
                          <a:latin typeface="Century Gothic"/>
                          <a:cs typeface="Century Gothic"/>
                        </a:rPr>
                        <a:t> </a:t>
                      </a:r>
                      <a:r>
                        <a:rPr sz="900" dirty="0">
                          <a:latin typeface="Century Gothic"/>
                          <a:cs typeface="Century Gothic"/>
                        </a:rPr>
                        <a:t>interview,</a:t>
                      </a:r>
                      <a:r>
                        <a:rPr sz="900" spc="95" dirty="0">
                          <a:latin typeface="Century Gothic"/>
                          <a:cs typeface="Century Gothic"/>
                        </a:rPr>
                        <a:t> </a:t>
                      </a:r>
                      <a:r>
                        <a:rPr sz="900" dirty="0">
                          <a:latin typeface="Century Gothic"/>
                          <a:cs typeface="Century Gothic"/>
                        </a:rPr>
                        <a:t>provided</a:t>
                      </a:r>
                      <a:r>
                        <a:rPr sz="900" spc="85" dirty="0">
                          <a:latin typeface="Century Gothic"/>
                          <a:cs typeface="Century Gothic"/>
                        </a:rPr>
                        <a:t> </a:t>
                      </a:r>
                      <a:r>
                        <a:rPr sz="900" dirty="0">
                          <a:latin typeface="Century Gothic"/>
                          <a:cs typeface="Century Gothic"/>
                        </a:rPr>
                        <a:t>you</a:t>
                      </a:r>
                      <a:r>
                        <a:rPr sz="900" spc="75" dirty="0">
                          <a:latin typeface="Century Gothic"/>
                          <a:cs typeface="Century Gothic"/>
                        </a:rPr>
                        <a:t> </a:t>
                      </a:r>
                      <a:r>
                        <a:rPr sz="900" dirty="0">
                          <a:latin typeface="Century Gothic"/>
                          <a:cs typeface="Century Gothic"/>
                        </a:rPr>
                        <a:t>meet</a:t>
                      </a:r>
                      <a:r>
                        <a:rPr sz="900" spc="90" dirty="0">
                          <a:latin typeface="Century Gothic"/>
                          <a:cs typeface="Century Gothic"/>
                        </a:rPr>
                        <a:t> </a:t>
                      </a:r>
                      <a:r>
                        <a:rPr sz="900" dirty="0">
                          <a:latin typeface="Century Gothic"/>
                          <a:cs typeface="Century Gothic"/>
                        </a:rPr>
                        <a:t>the</a:t>
                      </a:r>
                      <a:r>
                        <a:rPr sz="900" spc="80" dirty="0">
                          <a:latin typeface="Century Gothic"/>
                          <a:cs typeface="Century Gothic"/>
                        </a:rPr>
                        <a:t> </a:t>
                      </a:r>
                      <a:r>
                        <a:rPr sz="900" spc="70" dirty="0">
                          <a:latin typeface="Century Gothic"/>
                          <a:cs typeface="Century Gothic"/>
                        </a:rPr>
                        <a:t>minimum</a:t>
                      </a:r>
                      <a:r>
                        <a:rPr sz="900" spc="90" dirty="0">
                          <a:latin typeface="Century Gothic"/>
                          <a:cs typeface="Century Gothic"/>
                        </a:rPr>
                        <a:t> </a:t>
                      </a:r>
                      <a:r>
                        <a:rPr sz="900" spc="-10" dirty="0">
                          <a:latin typeface="Century Gothic"/>
                          <a:cs typeface="Century Gothic"/>
                        </a:rPr>
                        <a:t>criteria </a:t>
                      </a:r>
                      <a:r>
                        <a:rPr sz="900" dirty="0">
                          <a:latin typeface="Century Gothic"/>
                          <a:cs typeface="Century Gothic"/>
                        </a:rPr>
                        <a:t>for</a:t>
                      </a:r>
                      <a:r>
                        <a:rPr sz="900" spc="40" dirty="0">
                          <a:latin typeface="Century Gothic"/>
                          <a:cs typeface="Century Gothic"/>
                        </a:rPr>
                        <a:t> </a:t>
                      </a:r>
                      <a:r>
                        <a:rPr sz="900" dirty="0">
                          <a:latin typeface="Century Gothic"/>
                          <a:cs typeface="Century Gothic"/>
                        </a:rPr>
                        <a:t>the</a:t>
                      </a:r>
                      <a:r>
                        <a:rPr sz="900" spc="35" dirty="0">
                          <a:latin typeface="Century Gothic"/>
                          <a:cs typeface="Century Gothic"/>
                        </a:rPr>
                        <a:t> </a:t>
                      </a:r>
                      <a:r>
                        <a:rPr sz="900" dirty="0">
                          <a:latin typeface="Century Gothic"/>
                          <a:cs typeface="Century Gothic"/>
                        </a:rPr>
                        <a:t>job</a:t>
                      </a:r>
                      <a:r>
                        <a:rPr sz="900" spc="30" dirty="0">
                          <a:latin typeface="Century Gothic"/>
                          <a:cs typeface="Century Gothic"/>
                        </a:rPr>
                        <a:t> </a:t>
                      </a:r>
                      <a:r>
                        <a:rPr sz="900" spc="-10" dirty="0">
                          <a:latin typeface="Century Gothic"/>
                          <a:cs typeface="Century Gothic"/>
                        </a:rPr>
                        <a:t>posting.</a:t>
                      </a:r>
                      <a:endParaRPr sz="900">
                        <a:latin typeface="Century Gothic"/>
                        <a:cs typeface="Century Gothic"/>
                      </a:endParaRPr>
                    </a:p>
                  </a:txBody>
                  <a:tcPr marL="0" marR="0" marT="43180" marB="0"/>
                </a:tc>
                <a:extLst>
                  <a:ext uri="{0D108BD9-81ED-4DB2-BD59-A6C34878D82A}">
                    <a16:rowId xmlns:a16="http://schemas.microsoft.com/office/drawing/2014/main" val="10009"/>
                  </a:ext>
                </a:extLst>
              </a:tr>
              <a:tr h="183515">
                <a:tc>
                  <a:txBody>
                    <a:bodyPr/>
                    <a:lstStyle/>
                    <a:p>
                      <a:pPr marL="32384">
                        <a:lnSpc>
                          <a:spcPts val="1025"/>
                        </a:lnSpc>
                        <a:spcBef>
                          <a:spcPts val="320"/>
                        </a:spcBef>
                      </a:pPr>
                      <a:r>
                        <a:rPr sz="900" dirty="0">
                          <a:latin typeface="Century Gothic"/>
                          <a:cs typeface="Century Gothic"/>
                        </a:rPr>
                        <a:t>Section</a:t>
                      </a:r>
                      <a:r>
                        <a:rPr sz="900" spc="80" dirty="0">
                          <a:latin typeface="Century Gothic"/>
                          <a:cs typeface="Century Gothic"/>
                        </a:rPr>
                        <a:t> </a:t>
                      </a:r>
                      <a:r>
                        <a:rPr sz="900" spc="-25" dirty="0">
                          <a:latin typeface="Century Gothic"/>
                          <a:cs typeface="Century Gothic"/>
                        </a:rPr>
                        <a:t>14</a:t>
                      </a:r>
                      <a:endParaRPr sz="900">
                        <a:latin typeface="Century Gothic"/>
                        <a:cs typeface="Century Gothic"/>
                      </a:endParaRPr>
                    </a:p>
                  </a:txBody>
                  <a:tcPr marL="0" marR="0" marT="40640" marB="0"/>
                </a:tc>
                <a:tc>
                  <a:txBody>
                    <a:bodyPr/>
                    <a:lstStyle/>
                    <a:p>
                      <a:pPr marL="109220">
                        <a:lnSpc>
                          <a:spcPts val="1025"/>
                        </a:lnSpc>
                        <a:spcBef>
                          <a:spcPts val="320"/>
                        </a:spcBef>
                      </a:pPr>
                      <a:r>
                        <a:rPr sz="900" spc="50" dirty="0">
                          <a:latin typeface="Century Gothic"/>
                          <a:cs typeface="Century Gothic"/>
                        </a:rPr>
                        <a:t>Sign</a:t>
                      </a:r>
                      <a:r>
                        <a:rPr sz="900" spc="45" dirty="0">
                          <a:latin typeface="Century Gothic"/>
                          <a:cs typeface="Century Gothic"/>
                        </a:rPr>
                        <a:t> </a:t>
                      </a:r>
                      <a:r>
                        <a:rPr sz="900" dirty="0">
                          <a:latin typeface="Century Gothic"/>
                          <a:cs typeface="Century Gothic"/>
                        </a:rPr>
                        <a:t>and</a:t>
                      </a:r>
                      <a:r>
                        <a:rPr sz="900" spc="60" dirty="0">
                          <a:latin typeface="Century Gothic"/>
                          <a:cs typeface="Century Gothic"/>
                        </a:rPr>
                        <a:t> </a:t>
                      </a:r>
                      <a:r>
                        <a:rPr sz="900" spc="-20" dirty="0">
                          <a:latin typeface="Century Gothic"/>
                          <a:cs typeface="Century Gothic"/>
                        </a:rPr>
                        <a:t>date</a:t>
                      </a:r>
                      <a:r>
                        <a:rPr sz="900" spc="55" dirty="0">
                          <a:latin typeface="Century Gothic"/>
                          <a:cs typeface="Century Gothic"/>
                        </a:rPr>
                        <a:t> </a:t>
                      </a:r>
                      <a:r>
                        <a:rPr sz="900" dirty="0">
                          <a:latin typeface="Century Gothic"/>
                          <a:cs typeface="Century Gothic"/>
                        </a:rPr>
                        <a:t>the</a:t>
                      </a:r>
                      <a:r>
                        <a:rPr sz="900" spc="50" dirty="0">
                          <a:latin typeface="Century Gothic"/>
                          <a:cs typeface="Century Gothic"/>
                        </a:rPr>
                        <a:t> </a:t>
                      </a:r>
                      <a:r>
                        <a:rPr sz="900" dirty="0">
                          <a:latin typeface="Century Gothic"/>
                          <a:cs typeface="Century Gothic"/>
                        </a:rPr>
                        <a:t>form</a:t>
                      </a:r>
                      <a:r>
                        <a:rPr sz="900" spc="50" dirty="0">
                          <a:latin typeface="Century Gothic"/>
                          <a:cs typeface="Century Gothic"/>
                        </a:rPr>
                        <a:t> </a:t>
                      </a:r>
                      <a:r>
                        <a:rPr sz="900" dirty="0">
                          <a:latin typeface="Century Gothic"/>
                          <a:cs typeface="Century Gothic"/>
                        </a:rPr>
                        <a:t>to</a:t>
                      </a:r>
                      <a:r>
                        <a:rPr sz="900" spc="40" dirty="0">
                          <a:latin typeface="Century Gothic"/>
                          <a:cs typeface="Century Gothic"/>
                        </a:rPr>
                        <a:t> </a:t>
                      </a:r>
                      <a:r>
                        <a:rPr sz="900" dirty="0">
                          <a:latin typeface="Century Gothic"/>
                          <a:cs typeface="Century Gothic"/>
                        </a:rPr>
                        <a:t>confirm</a:t>
                      </a:r>
                      <a:r>
                        <a:rPr sz="900" spc="65" dirty="0">
                          <a:latin typeface="Century Gothic"/>
                          <a:cs typeface="Century Gothic"/>
                        </a:rPr>
                        <a:t> </a:t>
                      </a:r>
                      <a:r>
                        <a:rPr sz="900" dirty="0">
                          <a:latin typeface="Century Gothic"/>
                          <a:cs typeface="Century Gothic"/>
                        </a:rPr>
                        <a:t>that</a:t>
                      </a:r>
                      <a:r>
                        <a:rPr sz="900" spc="55" dirty="0">
                          <a:latin typeface="Century Gothic"/>
                          <a:cs typeface="Century Gothic"/>
                        </a:rPr>
                        <a:t> </a:t>
                      </a:r>
                      <a:r>
                        <a:rPr sz="900" dirty="0">
                          <a:latin typeface="Century Gothic"/>
                          <a:cs typeface="Century Gothic"/>
                        </a:rPr>
                        <a:t>the</a:t>
                      </a:r>
                      <a:r>
                        <a:rPr sz="900" spc="55" dirty="0">
                          <a:latin typeface="Century Gothic"/>
                          <a:cs typeface="Century Gothic"/>
                        </a:rPr>
                        <a:t> </a:t>
                      </a:r>
                      <a:r>
                        <a:rPr sz="900" dirty="0">
                          <a:latin typeface="Century Gothic"/>
                          <a:cs typeface="Century Gothic"/>
                        </a:rPr>
                        <a:t>information</a:t>
                      </a:r>
                      <a:r>
                        <a:rPr sz="900" spc="25" dirty="0">
                          <a:latin typeface="Century Gothic"/>
                          <a:cs typeface="Century Gothic"/>
                        </a:rPr>
                        <a:t> </a:t>
                      </a:r>
                      <a:r>
                        <a:rPr sz="900" dirty="0">
                          <a:latin typeface="Century Gothic"/>
                          <a:cs typeface="Century Gothic"/>
                        </a:rPr>
                        <a:t>you</a:t>
                      </a:r>
                      <a:r>
                        <a:rPr sz="900" spc="55" dirty="0">
                          <a:latin typeface="Century Gothic"/>
                          <a:cs typeface="Century Gothic"/>
                        </a:rPr>
                        <a:t> </a:t>
                      </a:r>
                      <a:r>
                        <a:rPr sz="900" spc="-20" dirty="0">
                          <a:latin typeface="Century Gothic"/>
                          <a:cs typeface="Century Gothic"/>
                        </a:rPr>
                        <a:t>have</a:t>
                      </a:r>
                      <a:r>
                        <a:rPr sz="900" spc="40" dirty="0">
                          <a:latin typeface="Century Gothic"/>
                          <a:cs typeface="Century Gothic"/>
                        </a:rPr>
                        <a:t> </a:t>
                      </a:r>
                      <a:r>
                        <a:rPr sz="900" dirty="0">
                          <a:latin typeface="Century Gothic"/>
                          <a:cs typeface="Century Gothic"/>
                        </a:rPr>
                        <a:t>given</a:t>
                      </a:r>
                      <a:r>
                        <a:rPr sz="900" spc="45" dirty="0">
                          <a:latin typeface="Century Gothic"/>
                          <a:cs typeface="Century Gothic"/>
                        </a:rPr>
                        <a:t> </a:t>
                      </a:r>
                      <a:r>
                        <a:rPr sz="900" spc="70" dirty="0">
                          <a:latin typeface="Century Gothic"/>
                          <a:cs typeface="Century Gothic"/>
                        </a:rPr>
                        <a:t>is</a:t>
                      </a:r>
                      <a:r>
                        <a:rPr sz="900" spc="50" dirty="0">
                          <a:latin typeface="Century Gothic"/>
                          <a:cs typeface="Century Gothic"/>
                        </a:rPr>
                        <a:t> </a:t>
                      </a:r>
                      <a:r>
                        <a:rPr sz="900" spc="-10" dirty="0">
                          <a:latin typeface="Century Gothic"/>
                          <a:cs typeface="Century Gothic"/>
                        </a:rPr>
                        <a:t>correct.</a:t>
                      </a:r>
                      <a:endParaRPr sz="900">
                        <a:latin typeface="Century Gothic"/>
                        <a:cs typeface="Century Gothic"/>
                      </a:endParaRPr>
                    </a:p>
                  </a:txBody>
                  <a:tcPr marL="0" marR="0" marT="40640" marB="0"/>
                </a:tc>
                <a:extLst>
                  <a:ext uri="{0D108BD9-81ED-4DB2-BD59-A6C34878D82A}">
                    <a16:rowId xmlns:a16="http://schemas.microsoft.com/office/drawing/2014/main" val="10010"/>
                  </a:ext>
                </a:extLst>
              </a:tr>
            </a:tbl>
          </a:graphicData>
        </a:graphic>
      </p:graphicFrame>
      <p:sp>
        <p:nvSpPr>
          <p:cNvPr id="4" name="object 4"/>
          <p:cNvSpPr txBox="1"/>
          <p:nvPr/>
        </p:nvSpPr>
        <p:spPr>
          <a:xfrm>
            <a:off x="339738" y="1436460"/>
            <a:ext cx="6178550" cy="2411730"/>
          </a:xfrm>
          <a:prstGeom prst="rect">
            <a:avLst/>
          </a:prstGeom>
        </p:spPr>
        <p:txBody>
          <a:bodyPr vert="horz" wrap="square" lIns="0" tIns="12700" rIns="0" bIns="0" rtlCol="0">
            <a:spAutoFit/>
          </a:bodyPr>
          <a:lstStyle/>
          <a:p>
            <a:pPr marL="12700">
              <a:lnSpc>
                <a:spcPct val="100000"/>
              </a:lnSpc>
              <a:spcBef>
                <a:spcPts val="100"/>
              </a:spcBef>
            </a:pPr>
            <a:r>
              <a:rPr sz="1200" b="1" spc="125" dirty="0">
                <a:latin typeface="Calibri"/>
                <a:cs typeface="Calibri"/>
              </a:rPr>
              <a:t>General</a:t>
            </a:r>
            <a:r>
              <a:rPr sz="1200" b="1" spc="85" dirty="0">
                <a:latin typeface="Calibri"/>
                <a:cs typeface="Calibri"/>
              </a:rPr>
              <a:t> </a:t>
            </a:r>
            <a:r>
              <a:rPr sz="1200" b="1" spc="165" dirty="0">
                <a:latin typeface="Calibri"/>
                <a:cs typeface="Calibri"/>
              </a:rPr>
              <a:t>guidance</a:t>
            </a:r>
            <a:r>
              <a:rPr sz="1200" b="1" spc="90" dirty="0">
                <a:latin typeface="Calibri"/>
                <a:cs typeface="Calibri"/>
              </a:rPr>
              <a:t> </a:t>
            </a:r>
            <a:r>
              <a:rPr sz="1200" b="1" spc="135" dirty="0">
                <a:latin typeface="Calibri"/>
                <a:cs typeface="Calibri"/>
              </a:rPr>
              <a:t>notes</a:t>
            </a:r>
            <a:endParaRPr sz="1200">
              <a:latin typeface="Calibri"/>
              <a:cs typeface="Calibri"/>
            </a:endParaRPr>
          </a:p>
          <a:p>
            <a:pPr marL="299085" marR="6350" indent="-287020">
              <a:lnSpc>
                <a:spcPct val="100000"/>
              </a:lnSpc>
              <a:spcBef>
                <a:spcPts val="5"/>
              </a:spcBef>
              <a:buFont typeface="Arial"/>
              <a:buChar char="•"/>
              <a:tabLst>
                <a:tab pos="299085" algn="l"/>
              </a:tabLst>
            </a:pPr>
            <a:r>
              <a:rPr sz="1000" dirty="0">
                <a:latin typeface="Century Gothic"/>
                <a:cs typeface="Century Gothic"/>
              </a:rPr>
              <a:t>Practice</a:t>
            </a:r>
            <a:r>
              <a:rPr sz="1000" spc="155" dirty="0">
                <a:latin typeface="Century Gothic"/>
                <a:cs typeface="Century Gothic"/>
              </a:rPr>
              <a:t> </a:t>
            </a:r>
            <a:r>
              <a:rPr sz="1000" spc="55" dirty="0">
                <a:latin typeface="Century Gothic"/>
                <a:cs typeface="Century Gothic"/>
              </a:rPr>
              <a:t>writing</a:t>
            </a:r>
            <a:r>
              <a:rPr sz="1000" spc="160" dirty="0">
                <a:latin typeface="Century Gothic"/>
                <a:cs typeface="Century Gothic"/>
              </a:rPr>
              <a:t> </a:t>
            </a:r>
            <a:r>
              <a:rPr sz="1000" dirty="0">
                <a:latin typeface="Century Gothic"/>
                <a:cs typeface="Century Gothic"/>
              </a:rPr>
              <a:t>your</a:t>
            </a:r>
            <a:r>
              <a:rPr sz="1000" spc="155" dirty="0">
                <a:latin typeface="Century Gothic"/>
                <a:cs typeface="Century Gothic"/>
              </a:rPr>
              <a:t> </a:t>
            </a:r>
            <a:r>
              <a:rPr sz="1000" dirty="0">
                <a:latin typeface="Century Gothic"/>
                <a:cs typeface="Century Gothic"/>
              </a:rPr>
              <a:t>answers</a:t>
            </a:r>
            <a:r>
              <a:rPr sz="1000" spc="160" dirty="0">
                <a:latin typeface="Century Gothic"/>
                <a:cs typeface="Century Gothic"/>
              </a:rPr>
              <a:t> </a:t>
            </a:r>
            <a:r>
              <a:rPr sz="1000" dirty="0">
                <a:latin typeface="Century Gothic"/>
                <a:cs typeface="Century Gothic"/>
              </a:rPr>
              <a:t>on</a:t>
            </a:r>
            <a:r>
              <a:rPr sz="1000" spc="155" dirty="0">
                <a:latin typeface="Century Gothic"/>
                <a:cs typeface="Century Gothic"/>
              </a:rPr>
              <a:t> </a:t>
            </a:r>
            <a:r>
              <a:rPr sz="1000" dirty="0">
                <a:latin typeface="Century Gothic"/>
                <a:cs typeface="Century Gothic"/>
              </a:rPr>
              <a:t>a</a:t>
            </a:r>
            <a:r>
              <a:rPr sz="1000" spc="160" dirty="0">
                <a:latin typeface="Century Gothic"/>
                <a:cs typeface="Century Gothic"/>
              </a:rPr>
              <a:t> </a:t>
            </a:r>
            <a:r>
              <a:rPr sz="1000" dirty="0">
                <a:latin typeface="Century Gothic"/>
                <a:cs typeface="Century Gothic"/>
              </a:rPr>
              <a:t>blank</a:t>
            </a:r>
            <a:r>
              <a:rPr sz="1000" spc="170" dirty="0">
                <a:latin typeface="Century Gothic"/>
                <a:cs typeface="Century Gothic"/>
              </a:rPr>
              <a:t> </a:t>
            </a:r>
            <a:r>
              <a:rPr sz="1000" dirty="0">
                <a:latin typeface="Century Gothic"/>
                <a:cs typeface="Century Gothic"/>
              </a:rPr>
              <a:t>piece</a:t>
            </a:r>
            <a:r>
              <a:rPr sz="1000" spc="155" dirty="0">
                <a:latin typeface="Century Gothic"/>
                <a:cs typeface="Century Gothic"/>
              </a:rPr>
              <a:t> </a:t>
            </a:r>
            <a:r>
              <a:rPr sz="1000" dirty="0">
                <a:latin typeface="Century Gothic"/>
                <a:cs typeface="Century Gothic"/>
              </a:rPr>
              <a:t>of</a:t>
            </a:r>
            <a:r>
              <a:rPr sz="1000" spc="160" dirty="0">
                <a:latin typeface="Century Gothic"/>
                <a:cs typeface="Century Gothic"/>
              </a:rPr>
              <a:t> </a:t>
            </a:r>
            <a:r>
              <a:rPr sz="1000" dirty="0">
                <a:latin typeface="Century Gothic"/>
                <a:cs typeface="Century Gothic"/>
              </a:rPr>
              <a:t>paper</a:t>
            </a:r>
            <a:r>
              <a:rPr sz="1000" spc="155" dirty="0">
                <a:latin typeface="Century Gothic"/>
                <a:cs typeface="Century Gothic"/>
              </a:rPr>
              <a:t> </a:t>
            </a:r>
            <a:r>
              <a:rPr sz="1000" dirty="0">
                <a:latin typeface="Century Gothic"/>
                <a:cs typeface="Century Gothic"/>
              </a:rPr>
              <a:t>before</a:t>
            </a:r>
            <a:r>
              <a:rPr sz="1000" spc="155" dirty="0">
                <a:latin typeface="Century Gothic"/>
                <a:cs typeface="Century Gothic"/>
              </a:rPr>
              <a:t> </a:t>
            </a:r>
            <a:r>
              <a:rPr sz="1000" dirty="0">
                <a:latin typeface="Century Gothic"/>
                <a:cs typeface="Century Gothic"/>
              </a:rPr>
              <a:t>you</a:t>
            </a:r>
            <a:r>
              <a:rPr sz="1000" spc="175" dirty="0">
                <a:latin typeface="Century Gothic"/>
                <a:cs typeface="Century Gothic"/>
              </a:rPr>
              <a:t> </a:t>
            </a:r>
            <a:r>
              <a:rPr sz="1000" spc="60" dirty="0">
                <a:latin typeface="Century Gothic"/>
                <a:cs typeface="Century Gothic"/>
              </a:rPr>
              <a:t>fill</a:t>
            </a:r>
            <a:r>
              <a:rPr sz="1000" spc="160" dirty="0">
                <a:latin typeface="Century Gothic"/>
                <a:cs typeface="Century Gothic"/>
              </a:rPr>
              <a:t> </a:t>
            </a:r>
            <a:r>
              <a:rPr sz="1000" spc="55" dirty="0">
                <a:latin typeface="Century Gothic"/>
                <a:cs typeface="Century Gothic"/>
              </a:rPr>
              <a:t>in</a:t>
            </a:r>
            <a:r>
              <a:rPr sz="1000" spc="170" dirty="0">
                <a:latin typeface="Century Gothic"/>
                <a:cs typeface="Century Gothic"/>
              </a:rPr>
              <a:t> </a:t>
            </a:r>
            <a:r>
              <a:rPr sz="1000" dirty="0">
                <a:latin typeface="Century Gothic"/>
                <a:cs typeface="Century Gothic"/>
              </a:rPr>
              <a:t>the</a:t>
            </a:r>
            <a:r>
              <a:rPr sz="1000" spc="155" dirty="0">
                <a:latin typeface="Century Gothic"/>
                <a:cs typeface="Century Gothic"/>
              </a:rPr>
              <a:t> </a:t>
            </a:r>
            <a:r>
              <a:rPr sz="1000" spc="-10" dirty="0">
                <a:latin typeface="Century Gothic"/>
                <a:cs typeface="Century Gothic"/>
              </a:rPr>
              <a:t>application </a:t>
            </a:r>
            <a:r>
              <a:rPr sz="1000" spc="10" dirty="0">
                <a:latin typeface="Century Gothic"/>
                <a:cs typeface="Century Gothic"/>
              </a:rPr>
              <a:t>form</a:t>
            </a:r>
            <a:r>
              <a:rPr sz="1000" spc="60" dirty="0">
                <a:latin typeface="Century Gothic"/>
                <a:cs typeface="Century Gothic"/>
              </a:rPr>
              <a:t> </a:t>
            </a:r>
            <a:r>
              <a:rPr sz="1000" spc="10" dirty="0">
                <a:latin typeface="Century Gothic"/>
                <a:cs typeface="Century Gothic"/>
              </a:rPr>
              <a:t>so</a:t>
            </a:r>
            <a:r>
              <a:rPr sz="1000" spc="50" dirty="0">
                <a:latin typeface="Century Gothic"/>
                <a:cs typeface="Century Gothic"/>
              </a:rPr>
              <a:t> </a:t>
            </a:r>
            <a:r>
              <a:rPr sz="1000" spc="10" dirty="0">
                <a:latin typeface="Century Gothic"/>
                <a:cs typeface="Century Gothic"/>
              </a:rPr>
              <a:t>you</a:t>
            </a:r>
            <a:r>
              <a:rPr sz="1000" spc="50" dirty="0">
                <a:latin typeface="Century Gothic"/>
                <a:cs typeface="Century Gothic"/>
              </a:rPr>
              <a:t> </a:t>
            </a:r>
            <a:r>
              <a:rPr sz="1000" spc="10" dirty="0">
                <a:latin typeface="Century Gothic"/>
                <a:cs typeface="Century Gothic"/>
              </a:rPr>
              <a:t>don't</a:t>
            </a:r>
            <a:r>
              <a:rPr sz="1000" spc="40" dirty="0">
                <a:latin typeface="Century Gothic"/>
                <a:cs typeface="Century Gothic"/>
              </a:rPr>
              <a:t> </a:t>
            </a:r>
            <a:r>
              <a:rPr sz="1000" spc="10" dirty="0">
                <a:latin typeface="Century Gothic"/>
                <a:cs typeface="Century Gothic"/>
              </a:rPr>
              <a:t>make</a:t>
            </a:r>
            <a:r>
              <a:rPr sz="1000" spc="50" dirty="0">
                <a:latin typeface="Century Gothic"/>
                <a:cs typeface="Century Gothic"/>
              </a:rPr>
              <a:t> </a:t>
            </a:r>
            <a:r>
              <a:rPr sz="1000" spc="10" dirty="0">
                <a:latin typeface="Century Gothic"/>
                <a:cs typeface="Century Gothic"/>
              </a:rPr>
              <a:t>mistakes.</a:t>
            </a:r>
            <a:r>
              <a:rPr sz="1000" spc="60" dirty="0">
                <a:latin typeface="Century Gothic"/>
                <a:cs typeface="Century Gothic"/>
              </a:rPr>
              <a:t> </a:t>
            </a:r>
            <a:r>
              <a:rPr sz="1000" spc="10" dirty="0">
                <a:latin typeface="Century Gothic"/>
                <a:cs typeface="Century Gothic"/>
              </a:rPr>
              <a:t>Mistakes</a:t>
            </a:r>
            <a:r>
              <a:rPr sz="1000" spc="40" dirty="0">
                <a:latin typeface="Century Gothic"/>
                <a:cs typeface="Century Gothic"/>
              </a:rPr>
              <a:t> </a:t>
            </a:r>
            <a:r>
              <a:rPr sz="1000" spc="10" dirty="0">
                <a:latin typeface="Century Gothic"/>
                <a:cs typeface="Century Gothic"/>
              </a:rPr>
              <a:t>on</a:t>
            </a:r>
            <a:r>
              <a:rPr sz="1000" spc="65" dirty="0">
                <a:latin typeface="Century Gothic"/>
                <a:cs typeface="Century Gothic"/>
              </a:rPr>
              <a:t> </a:t>
            </a:r>
            <a:r>
              <a:rPr sz="1000" spc="10" dirty="0">
                <a:latin typeface="Century Gothic"/>
                <a:cs typeface="Century Gothic"/>
              </a:rPr>
              <a:t>the</a:t>
            </a:r>
            <a:r>
              <a:rPr sz="1000" spc="30" dirty="0">
                <a:latin typeface="Century Gothic"/>
                <a:cs typeface="Century Gothic"/>
              </a:rPr>
              <a:t> </a:t>
            </a:r>
            <a:r>
              <a:rPr sz="1000" spc="10" dirty="0">
                <a:latin typeface="Century Gothic"/>
                <a:cs typeface="Century Gothic"/>
              </a:rPr>
              <a:t>form</a:t>
            </a:r>
            <a:r>
              <a:rPr sz="1000" spc="65" dirty="0">
                <a:latin typeface="Century Gothic"/>
                <a:cs typeface="Century Gothic"/>
              </a:rPr>
              <a:t> </a:t>
            </a:r>
            <a:r>
              <a:rPr sz="1000" spc="55" dirty="0">
                <a:latin typeface="Century Gothic"/>
                <a:cs typeface="Century Gothic"/>
              </a:rPr>
              <a:t>will</a:t>
            </a:r>
            <a:r>
              <a:rPr sz="1000" spc="90" dirty="0">
                <a:latin typeface="Century Gothic"/>
                <a:cs typeface="Century Gothic"/>
              </a:rPr>
              <a:t> </a:t>
            </a:r>
            <a:r>
              <a:rPr sz="1000" spc="10" dirty="0">
                <a:latin typeface="Century Gothic"/>
                <a:cs typeface="Century Gothic"/>
              </a:rPr>
              <a:t>not</a:t>
            </a:r>
            <a:r>
              <a:rPr sz="1000" spc="35" dirty="0">
                <a:latin typeface="Century Gothic"/>
                <a:cs typeface="Century Gothic"/>
              </a:rPr>
              <a:t> </a:t>
            </a:r>
            <a:r>
              <a:rPr sz="1000" spc="55" dirty="0">
                <a:latin typeface="Century Gothic"/>
                <a:cs typeface="Century Gothic"/>
              </a:rPr>
              <a:t>impress</a:t>
            </a:r>
            <a:r>
              <a:rPr sz="1000" spc="70" dirty="0">
                <a:latin typeface="Century Gothic"/>
                <a:cs typeface="Century Gothic"/>
              </a:rPr>
              <a:t> </a:t>
            </a:r>
            <a:r>
              <a:rPr sz="1000" spc="10" dirty="0">
                <a:latin typeface="Century Gothic"/>
                <a:cs typeface="Century Gothic"/>
              </a:rPr>
              <a:t>on</a:t>
            </a:r>
            <a:r>
              <a:rPr sz="1000" spc="65" dirty="0">
                <a:latin typeface="Century Gothic"/>
                <a:cs typeface="Century Gothic"/>
              </a:rPr>
              <a:t> </a:t>
            </a:r>
            <a:r>
              <a:rPr sz="1000" spc="-10" dirty="0">
                <a:latin typeface="Century Gothic"/>
                <a:cs typeface="Century Gothic"/>
              </a:rPr>
              <a:t>employer.</a:t>
            </a:r>
            <a:endParaRPr sz="1000">
              <a:latin typeface="Century Gothic"/>
              <a:cs typeface="Century Gothic"/>
            </a:endParaRPr>
          </a:p>
          <a:p>
            <a:pPr marL="299085" indent="-286385">
              <a:lnSpc>
                <a:spcPct val="100000"/>
              </a:lnSpc>
              <a:buFont typeface="Arial"/>
              <a:buChar char="•"/>
              <a:tabLst>
                <a:tab pos="299085" algn="l"/>
              </a:tabLst>
            </a:pPr>
            <a:r>
              <a:rPr sz="1000" spc="80" dirty="0">
                <a:latin typeface="Century Gothic"/>
                <a:cs typeface="Century Gothic"/>
              </a:rPr>
              <a:t>Fill</a:t>
            </a:r>
            <a:r>
              <a:rPr sz="1000" spc="45" dirty="0">
                <a:latin typeface="Century Gothic"/>
                <a:cs typeface="Century Gothic"/>
              </a:rPr>
              <a:t> </a:t>
            </a:r>
            <a:r>
              <a:rPr sz="1000" spc="55" dirty="0">
                <a:latin typeface="Century Gothic"/>
                <a:cs typeface="Century Gothic"/>
              </a:rPr>
              <a:t>in</a:t>
            </a:r>
            <a:r>
              <a:rPr sz="1000" spc="25" dirty="0">
                <a:latin typeface="Century Gothic"/>
                <a:cs typeface="Century Gothic"/>
              </a:rPr>
              <a:t> </a:t>
            </a:r>
            <a:r>
              <a:rPr sz="1000" dirty="0">
                <a:latin typeface="Century Gothic"/>
                <a:cs typeface="Century Gothic"/>
              </a:rPr>
              <a:t>the application</a:t>
            </a:r>
            <a:r>
              <a:rPr sz="1000" spc="50" dirty="0">
                <a:latin typeface="Century Gothic"/>
                <a:cs typeface="Century Gothic"/>
              </a:rPr>
              <a:t> </a:t>
            </a:r>
            <a:r>
              <a:rPr sz="1000" dirty="0">
                <a:latin typeface="Century Gothic"/>
                <a:cs typeface="Century Gothic"/>
              </a:rPr>
              <a:t>form</a:t>
            </a:r>
            <a:r>
              <a:rPr sz="1000" spc="25" dirty="0">
                <a:latin typeface="Century Gothic"/>
                <a:cs typeface="Century Gothic"/>
              </a:rPr>
              <a:t> </a:t>
            </a:r>
            <a:r>
              <a:rPr sz="1000" spc="55" dirty="0">
                <a:latin typeface="Century Gothic"/>
                <a:cs typeface="Century Gothic"/>
              </a:rPr>
              <a:t>in</a:t>
            </a:r>
            <a:r>
              <a:rPr sz="1000" spc="25" dirty="0">
                <a:latin typeface="Century Gothic"/>
                <a:cs typeface="Century Gothic"/>
              </a:rPr>
              <a:t> </a:t>
            </a:r>
            <a:r>
              <a:rPr sz="1000" spc="55" dirty="0">
                <a:latin typeface="Century Gothic"/>
                <a:cs typeface="Century Gothic"/>
              </a:rPr>
              <a:t>BLACK</a:t>
            </a:r>
            <a:r>
              <a:rPr sz="1000" spc="5" dirty="0">
                <a:latin typeface="Century Gothic"/>
                <a:cs typeface="Century Gothic"/>
              </a:rPr>
              <a:t> </a:t>
            </a:r>
            <a:r>
              <a:rPr sz="1000" spc="80" dirty="0">
                <a:latin typeface="Century Gothic"/>
                <a:cs typeface="Century Gothic"/>
              </a:rPr>
              <a:t>INK</a:t>
            </a:r>
            <a:r>
              <a:rPr sz="1000" spc="25" dirty="0">
                <a:latin typeface="Century Gothic"/>
                <a:cs typeface="Century Gothic"/>
              </a:rPr>
              <a:t> </a:t>
            </a:r>
            <a:r>
              <a:rPr sz="1000" spc="-10" dirty="0">
                <a:latin typeface="Century Gothic"/>
                <a:cs typeface="Century Gothic"/>
              </a:rPr>
              <a:t>and</a:t>
            </a:r>
            <a:r>
              <a:rPr sz="1000" spc="25" dirty="0">
                <a:latin typeface="Century Gothic"/>
                <a:cs typeface="Century Gothic"/>
              </a:rPr>
              <a:t> </a:t>
            </a:r>
            <a:r>
              <a:rPr sz="1000" dirty="0">
                <a:latin typeface="Century Gothic"/>
                <a:cs typeface="Century Gothic"/>
              </a:rPr>
              <a:t>use </a:t>
            </a:r>
            <a:r>
              <a:rPr sz="1000" spc="45" dirty="0">
                <a:latin typeface="Century Gothic"/>
                <a:cs typeface="Century Gothic"/>
              </a:rPr>
              <a:t>CAPITAL</a:t>
            </a:r>
            <a:r>
              <a:rPr sz="1000" dirty="0">
                <a:latin typeface="Century Gothic"/>
                <a:cs typeface="Century Gothic"/>
              </a:rPr>
              <a:t> </a:t>
            </a:r>
            <a:r>
              <a:rPr sz="1000" spc="-10" dirty="0">
                <a:latin typeface="Century Gothic"/>
                <a:cs typeface="Century Gothic"/>
              </a:rPr>
              <a:t>letters.</a:t>
            </a:r>
            <a:endParaRPr sz="1000">
              <a:latin typeface="Century Gothic"/>
              <a:cs typeface="Century Gothic"/>
            </a:endParaRPr>
          </a:p>
          <a:p>
            <a:pPr marL="299085" indent="-286385">
              <a:lnSpc>
                <a:spcPct val="100000"/>
              </a:lnSpc>
              <a:buFont typeface="Arial"/>
              <a:buChar char="•"/>
              <a:tabLst>
                <a:tab pos="299085" algn="l"/>
              </a:tabLst>
            </a:pPr>
            <a:r>
              <a:rPr sz="1000" spc="10" dirty="0">
                <a:latin typeface="Century Gothic"/>
                <a:cs typeface="Century Gothic"/>
              </a:rPr>
              <a:t>Answer</a:t>
            </a:r>
            <a:r>
              <a:rPr sz="1000" spc="20" dirty="0">
                <a:latin typeface="Century Gothic"/>
                <a:cs typeface="Century Gothic"/>
              </a:rPr>
              <a:t> </a:t>
            </a:r>
            <a:r>
              <a:rPr sz="1000" spc="10" dirty="0">
                <a:latin typeface="Century Gothic"/>
                <a:cs typeface="Century Gothic"/>
              </a:rPr>
              <a:t>the</a:t>
            </a:r>
            <a:r>
              <a:rPr sz="1000" spc="40" dirty="0">
                <a:latin typeface="Century Gothic"/>
                <a:cs typeface="Century Gothic"/>
              </a:rPr>
              <a:t> </a:t>
            </a:r>
            <a:r>
              <a:rPr sz="1000" spc="10" dirty="0">
                <a:latin typeface="Century Gothic"/>
                <a:cs typeface="Century Gothic"/>
              </a:rPr>
              <a:t>questions</a:t>
            </a:r>
            <a:r>
              <a:rPr sz="1000" spc="50" dirty="0">
                <a:latin typeface="Century Gothic"/>
                <a:cs typeface="Century Gothic"/>
              </a:rPr>
              <a:t> </a:t>
            </a:r>
            <a:r>
              <a:rPr sz="1000" spc="60" dirty="0">
                <a:latin typeface="Century Gothic"/>
                <a:cs typeface="Century Gothic"/>
              </a:rPr>
              <a:t>with</a:t>
            </a:r>
            <a:r>
              <a:rPr sz="1000" spc="40" dirty="0">
                <a:latin typeface="Century Gothic"/>
                <a:cs typeface="Century Gothic"/>
              </a:rPr>
              <a:t> </a:t>
            </a:r>
            <a:r>
              <a:rPr sz="1000" spc="10" dirty="0">
                <a:latin typeface="Century Gothic"/>
                <a:cs typeface="Century Gothic"/>
              </a:rPr>
              <a:t>information</a:t>
            </a:r>
            <a:r>
              <a:rPr sz="1000" spc="85" dirty="0">
                <a:latin typeface="Century Gothic"/>
                <a:cs typeface="Century Gothic"/>
              </a:rPr>
              <a:t> </a:t>
            </a:r>
            <a:r>
              <a:rPr sz="1000" spc="10" dirty="0">
                <a:latin typeface="Century Gothic"/>
                <a:cs typeface="Century Gothic"/>
              </a:rPr>
              <a:t>that</a:t>
            </a:r>
            <a:r>
              <a:rPr sz="1000" spc="30" dirty="0">
                <a:latin typeface="Century Gothic"/>
                <a:cs typeface="Century Gothic"/>
              </a:rPr>
              <a:t> </a:t>
            </a:r>
            <a:r>
              <a:rPr sz="1000" spc="75" dirty="0">
                <a:latin typeface="Century Gothic"/>
                <a:cs typeface="Century Gothic"/>
              </a:rPr>
              <a:t>is</a:t>
            </a:r>
            <a:r>
              <a:rPr sz="1000" spc="50" dirty="0">
                <a:latin typeface="Century Gothic"/>
                <a:cs typeface="Century Gothic"/>
              </a:rPr>
              <a:t> </a:t>
            </a:r>
            <a:r>
              <a:rPr sz="1000" spc="10" dirty="0">
                <a:latin typeface="Century Gothic"/>
                <a:cs typeface="Century Gothic"/>
              </a:rPr>
              <a:t>relevant</a:t>
            </a:r>
            <a:r>
              <a:rPr sz="1000" spc="60" dirty="0">
                <a:latin typeface="Century Gothic"/>
                <a:cs typeface="Century Gothic"/>
              </a:rPr>
              <a:t> </a:t>
            </a:r>
            <a:r>
              <a:rPr sz="1000" spc="10" dirty="0">
                <a:latin typeface="Century Gothic"/>
                <a:cs typeface="Century Gothic"/>
              </a:rPr>
              <a:t>to</a:t>
            </a:r>
            <a:r>
              <a:rPr sz="1000" spc="20" dirty="0">
                <a:latin typeface="Century Gothic"/>
                <a:cs typeface="Century Gothic"/>
              </a:rPr>
              <a:t> </a:t>
            </a:r>
            <a:r>
              <a:rPr sz="1000" spc="10" dirty="0">
                <a:latin typeface="Century Gothic"/>
                <a:cs typeface="Century Gothic"/>
              </a:rPr>
              <a:t>the</a:t>
            </a:r>
            <a:r>
              <a:rPr sz="1000" spc="25" dirty="0">
                <a:latin typeface="Century Gothic"/>
                <a:cs typeface="Century Gothic"/>
              </a:rPr>
              <a:t> </a:t>
            </a:r>
            <a:r>
              <a:rPr sz="1000" spc="10" dirty="0">
                <a:latin typeface="Century Gothic"/>
                <a:cs typeface="Century Gothic"/>
              </a:rPr>
              <a:t>job</a:t>
            </a:r>
            <a:r>
              <a:rPr sz="1000" spc="55" dirty="0">
                <a:latin typeface="Century Gothic"/>
                <a:cs typeface="Century Gothic"/>
              </a:rPr>
              <a:t> </a:t>
            </a:r>
            <a:r>
              <a:rPr sz="1000" spc="10" dirty="0">
                <a:latin typeface="Century Gothic"/>
                <a:cs typeface="Century Gothic"/>
              </a:rPr>
              <a:t>you're</a:t>
            </a:r>
            <a:r>
              <a:rPr sz="1000" spc="40" dirty="0">
                <a:latin typeface="Century Gothic"/>
                <a:cs typeface="Century Gothic"/>
              </a:rPr>
              <a:t> </a:t>
            </a:r>
            <a:r>
              <a:rPr sz="1000" spc="10" dirty="0">
                <a:latin typeface="Century Gothic"/>
                <a:cs typeface="Century Gothic"/>
              </a:rPr>
              <a:t>applying</a:t>
            </a:r>
            <a:r>
              <a:rPr sz="1000" spc="70" dirty="0">
                <a:latin typeface="Century Gothic"/>
                <a:cs typeface="Century Gothic"/>
              </a:rPr>
              <a:t> </a:t>
            </a:r>
            <a:r>
              <a:rPr sz="1000" spc="-20" dirty="0">
                <a:latin typeface="Century Gothic"/>
                <a:cs typeface="Century Gothic"/>
              </a:rPr>
              <a:t>for.</a:t>
            </a:r>
            <a:endParaRPr sz="1000">
              <a:latin typeface="Century Gothic"/>
              <a:cs typeface="Century Gothic"/>
            </a:endParaRPr>
          </a:p>
          <a:p>
            <a:pPr marL="299085" indent="-286385">
              <a:lnSpc>
                <a:spcPct val="100000"/>
              </a:lnSpc>
              <a:buFont typeface="Arial"/>
              <a:buChar char="•"/>
              <a:tabLst>
                <a:tab pos="299085" algn="l"/>
              </a:tabLst>
            </a:pPr>
            <a:r>
              <a:rPr sz="1000" dirty="0">
                <a:latin typeface="Century Gothic"/>
                <a:cs typeface="Century Gothic"/>
              </a:rPr>
              <a:t>Avoid</a:t>
            </a:r>
            <a:r>
              <a:rPr sz="1000" spc="-5" dirty="0">
                <a:latin typeface="Century Gothic"/>
                <a:cs typeface="Century Gothic"/>
              </a:rPr>
              <a:t> </a:t>
            </a:r>
            <a:r>
              <a:rPr sz="1000" spc="55" dirty="0">
                <a:latin typeface="Century Gothic"/>
                <a:cs typeface="Century Gothic"/>
              </a:rPr>
              <a:t>using</a:t>
            </a:r>
            <a:r>
              <a:rPr sz="1000" spc="15" dirty="0">
                <a:latin typeface="Century Gothic"/>
                <a:cs typeface="Century Gothic"/>
              </a:rPr>
              <a:t> </a:t>
            </a:r>
            <a:r>
              <a:rPr sz="1000" dirty="0">
                <a:latin typeface="Century Gothic"/>
                <a:cs typeface="Century Gothic"/>
              </a:rPr>
              <a:t>'Not</a:t>
            </a:r>
            <a:r>
              <a:rPr sz="1000" spc="5" dirty="0">
                <a:latin typeface="Century Gothic"/>
                <a:cs typeface="Century Gothic"/>
              </a:rPr>
              <a:t> </a:t>
            </a:r>
            <a:r>
              <a:rPr sz="1000" spc="-20" dirty="0">
                <a:latin typeface="Century Gothic"/>
                <a:cs typeface="Century Gothic"/>
              </a:rPr>
              <a:t>applicable'</a:t>
            </a:r>
            <a:r>
              <a:rPr sz="1000" spc="45" dirty="0">
                <a:latin typeface="Century Gothic"/>
                <a:cs typeface="Century Gothic"/>
              </a:rPr>
              <a:t> </a:t>
            </a:r>
            <a:r>
              <a:rPr sz="1000" spc="-10" dirty="0">
                <a:latin typeface="Century Gothic"/>
                <a:cs typeface="Century Gothic"/>
              </a:rPr>
              <a:t>(n/a).</a:t>
            </a:r>
            <a:endParaRPr sz="1000">
              <a:latin typeface="Century Gothic"/>
              <a:cs typeface="Century Gothic"/>
            </a:endParaRPr>
          </a:p>
          <a:p>
            <a:pPr marL="299085" marR="5080" indent="-287020">
              <a:lnSpc>
                <a:spcPct val="100000"/>
              </a:lnSpc>
              <a:buFont typeface="Arial"/>
              <a:buChar char="•"/>
              <a:tabLst>
                <a:tab pos="299085" algn="l"/>
              </a:tabLst>
            </a:pPr>
            <a:r>
              <a:rPr sz="1000" dirty="0">
                <a:latin typeface="Century Gothic"/>
                <a:cs typeface="Century Gothic"/>
              </a:rPr>
              <a:t>Keep</a:t>
            </a:r>
            <a:r>
              <a:rPr sz="1000" spc="280" dirty="0">
                <a:latin typeface="Century Gothic"/>
                <a:cs typeface="Century Gothic"/>
              </a:rPr>
              <a:t> </a:t>
            </a:r>
            <a:r>
              <a:rPr sz="1000" dirty="0">
                <a:latin typeface="Century Gothic"/>
                <a:cs typeface="Century Gothic"/>
              </a:rPr>
              <a:t>a</a:t>
            </a:r>
            <a:r>
              <a:rPr sz="1000" spc="285" dirty="0">
                <a:latin typeface="Century Gothic"/>
                <a:cs typeface="Century Gothic"/>
              </a:rPr>
              <a:t> </a:t>
            </a:r>
            <a:r>
              <a:rPr sz="1000" dirty="0">
                <a:latin typeface="Century Gothic"/>
                <a:cs typeface="Century Gothic"/>
              </a:rPr>
              <a:t>photocopy</a:t>
            </a:r>
            <a:r>
              <a:rPr sz="1000" spc="285" dirty="0">
                <a:latin typeface="Century Gothic"/>
                <a:cs typeface="Century Gothic"/>
              </a:rPr>
              <a:t> </a:t>
            </a:r>
            <a:r>
              <a:rPr sz="1000" dirty="0">
                <a:latin typeface="Century Gothic"/>
                <a:cs typeface="Century Gothic"/>
              </a:rPr>
              <a:t>of</a:t>
            </a:r>
            <a:r>
              <a:rPr sz="1000" spc="285" dirty="0">
                <a:latin typeface="Century Gothic"/>
                <a:cs typeface="Century Gothic"/>
              </a:rPr>
              <a:t> </a:t>
            </a:r>
            <a:r>
              <a:rPr sz="1000" dirty="0">
                <a:latin typeface="Century Gothic"/>
                <a:cs typeface="Century Gothic"/>
              </a:rPr>
              <a:t>your</a:t>
            </a:r>
            <a:r>
              <a:rPr sz="1000" spc="280" dirty="0">
                <a:latin typeface="Century Gothic"/>
                <a:cs typeface="Century Gothic"/>
              </a:rPr>
              <a:t> </a:t>
            </a:r>
            <a:r>
              <a:rPr sz="1000" spc="50" dirty="0">
                <a:latin typeface="Century Gothic"/>
                <a:cs typeface="Century Gothic"/>
              </a:rPr>
              <a:t>form</a:t>
            </a:r>
            <a:r>
              <a:rPr sz="1000" spc="285" dirty="0">
                <a:latin typeface="Century Gothic"/>
                <a:cs typeface="Century Gothic"/>
              </a:rPr>
              <a:t> </a:t>
            </a:r>
            <a:r>
              <a:rPr sz="1000" dirty="0">
                <a:latin typeface="Century Gothic"/>
                <a:cs typeface="Century Gothic"/>
              </a:rPr>
              <a:t>as</a:t>
            </a:r>
            <a:r>
              <a:rPr sz="1000" spc="290" dirty="0">
                <a:latin typeface="Century Gothic"/>
                <a:cs typeface="Century Gothic"/>
              </a:rPr>
              <a:t> </a:t>
            </a:r>
            <a:r>
              <a:rPr sz="1000" dirty="0">
                <a:latin typeface="Century Gothic"/>
                <a:cs typeface="Century Gothic"/>
              </a:rPr>
              <a:t>a</a:t>
            </a:r>
            <a:r>
              <a:rPr sz="1000" spc="285" dirty="0">
                <a:latin typeface="Century Gothic"/>
                <a:cs typeface="Century Gothic"/>
              </a:rPr>
              <a:t> </a:t>
            </a:r>
            <a:r>
              <a:rPr sz="1000" dirty="0">
                <a:latin typeface="Century Gothic"/>
                <a:cs typeface="Century Gothic"/>
              </a:rPr>
              <a:t>useful</a:t>
            </a:r>
            <a:r>
              <a:rPr sz="1000" spc="285" dirty="0">
                <a:latin typeface="Century Gothic"/>
                <a:cs typeface="Century Gothic"/>
              </a:rPr>
              <a:t> </a:t>
            </a:r>
            <a:r>
              <a:rPr sz="1000" dirty="0">
                <a:latin typeface="Century Gothic"/>
                <a:cs typeface="Century Gothic"/>
              </a:rPr>
              <a:t>reminder</a:t>
            </a:r>
            <a:r>
              <a:rPr sz="1000" spc="280" dirty="0">
                <a:latin typeface="Century Gothic"/>
                <a:cs typeface="Century Gothic"/>
              </a:rPr>
              <a:t> </a:t>
            </a:r>
            <a:r>
              <a:rPr sz="1000" dirty="0">
                <a:latin typeface="Century Gothic"/>
                <a:cs typeface="Century Gothic"/>
              </a:rPr>
              <a:t>of</a:t>
            </a:r>
            <a:r>
              <a:rPr sz="1000" spc="285" dirty="0">
                <a:latin typeface="Century Gothic"/>
                <a:cs typeface="Century Gothic"/>
              </a:rPr>
              <a:t> </a:t>
            </a:r>
            <a:r>
              <a:rPr sz="1000" dirty="0">
                <a:latin typeface="Century Gothic"/>
                <a:cs typeface="Century Gothic"/>
              </a:rPr>
              <a:t>what</a:t>
            </a:r>
            <a:r>
              <a:rPr sz="1000" spc="290" dirty="0">
                <a:latin typeface="Century Gothic"/>
                <a:cs typeface="Century Gothic"/>
              </a:rPr>
              <a:t> </a:t>
            </a:r>
            <a:r>
              <a:rPr sz="1000" dirty="0">
                <a:latin typeface="Century Gothic"/>
                <a:cs typeface="Century Gothic"/>
              </a:rPr>
              <a:t>you</a:t>
            </a:r>
            <a:r>
              <a:rPr sz="1000" spc="300" dirty="0">
                <a:latin typeface="Century Gothic"/>
                <a:cs typeface="Century Gothic"/>
              </a:rPr>
              <a:t> </a:t>
            </a:r>
            <a:r>
              <a:rPr sz="1000" dirty="0">
                <a:latin typeface="Century Gothic"/>
                <a:cs typeface="Century Gothic"/>
              </a:rPr>
              <a:t>wrote</a:t>
            </a:r>
            <a:r>
              <a:rPr sz="1000" spc="285" dirty="0">
                <a:latin typeface="Century Gothic"/>
                <a:cs typeface="Century Gothic"/>
              </a:rPr>
              <a:t> </a:t>
            </a:r>
            <a:r>
              <a:rPr sz="1000" dirty="0">
                <a:latin typeface="Century Gothic"/>
                <a:cs typeface="Century Gothic"/>
              </a:rPr>
              <a:t>if</a:t>
            </a:r>
            <a:r>
              <a:rPr sz="1000" spc="285" dirty="0">
                <a:latin typeface="Century Gothic"/>
                <a:cs typeface="Century Gothic"/>
              </a:rPr>
              <a:t> </a:t>
            </a:r>
            <a:r>
              <a:rPr sz="1000" dirty="0">
                <a:latin typeface="Century Gothic"/>
                <a:cs typeface="Century Gothic"/>
              </a:rPr>
              <a:t>you</a:t>
            </a:r>
            <a:r>
              <a:rPr sz="1000" spc="290" dirty="0">
                <a:latin typeface="Century Gothic"/>
                <a:cs typeface="Century Gothic"/>
              </a:rPr>
              <a:t> </a:t>
            </a:r>
            <a:r>
              <a:rPr sz="1000" dirty="0">
                <a:latin typeface="Century Gothic"/>
                <a:cs typeface="Century Gothic"/>
              </a:rPr>
              <a:t>get</a:t>
            </a:r>
            <a:r>
              <a:rPr sz="1000" spc="285" dirty="0">
                <a:latin typeface="Century Gothic"/>
                <a:cs typeface="Century Gothic"/>
              </a:rPr>
              <a:t> </a:t>
            </a:r>
            <a:r>
              <a:rPr sz="1000" spc="-25" dirty="0">
                <a:latin typeface="Century Gothic"/>
                <a:cs typeface="Century Gothic"/>
              </a:rPr>
              <a:t>an </a:t>
            </a:r>
            <a:r>
              <a:rPr sz="1000" spc="-10" dirty="0">
                <a:latin typeface="Century Gothic"/>
                <a:cs typeface="Century Gothic"/>
              </a:rPr>
              <a:t>interview.</a:t>
            </a:r>
            <a:endParaRPr sz="1000">
              <a:latin typeface="Century Gothic"/>
              <a:cs typeface="Century Gothic"/>
            </a:endParaRPr>
          </a:p>
          <a:p>
            <a:pPr marL="299085" indent="-286385">
              <a:lnSpc>
                <a:spcPct val="100000"/>
              </a:lnSpc>
              <a:buFont typeface="Arial"/>
              <a:buChar char="•"/>
              <a:tabLst>
                <a:tab pos="299085" algn="l"/>
              </a:tabLst>
            </a:pPr>
            <a:r>
              <a:rPr sz="1000" dirty="0">
                <a:latin typeface="Century Gothic"/>
                <a:cs typeface="Century Gothic"/>
              </a:rPr>
              <a:t>If</a:t>
            </a:r>
            <a:r>
              <a:rPr sz="1000" spc="35" dirty="0">
                <a:latin typeface="Century Gothic"/>
                <a:cs typeface="Century Gothic"/>
              </a:rPr>
              <a:t> </a:t>
            </a:r>
            <a:r>
              <a:rPr sz="1000" dirty="0">
                <a:latin typeface="Century Gothic"/>
                <a:cs typeface="Century Gothic"/>
              </a:rPr>
              <a:t>you</a:t>
            </a:r>
            <a:r>
              <a:rPr sz="1000" spc="35" dirty="0">
                <a:latin typeface="Century Gothic"/>
                <a:cs typeface="Century Gothic"/>
              </a:rPr>
              <a:t> </a:t>
            </a:r>
            <a:r>
              <a:rPr sz="1000" spc="-25" dirty="0">
                <a:latin typeface="Century Gothic"/>
                <a:cs typeface="Century Gothic"/>
              </a:rPr>
              <a:t>have</a:t>
            </a:r>
            <a:r>
              <a:rPr sz="1000" spc="35" dirty="0">
                <a:latin typeface="Century Gothic"/>
                <a:cs typeface="Century Gothic"/>
              </a:rPr>
              <a:t> </a:t>
            </a:r>
            <a:r>
              <a:rPr sz="1000" dirty="0">
                <a:latin typeface="Century Gothic"/>
                <a:cs typeface="Century Gothic"/>
              </a:rPr>
              <a:t>difficulty</a:t>
            </a:r>
            <a:r>
              <a:rPr sz="1000" spc="65" dirty="0">
                <a:latin typeface="Century Gothic"/>
                <a:cs typeface="Century Gothic"/>
              </a:rPr>
              <a:t> </a:t>
            </a:r>
            <a:r>
              <a:rPr sz="1000" spc="45" dirty="0">
                <a:latin typeface="Century Gothic"/>
                <a:cs typeface="Century Gothic"/>
              </a:rPr>
              <a:t>filling</a:t>
            </a:r>
            <a:r>
              <a:rPr sz="1000" spc="95" dirty="0">
                <a:latin typeface="Century Gothic"/>
                <a:cs typeface="Century Gothic"/>
              </a:rPr>
              <a:t> </a:t>
            </a:r>
            <a:r>
              <a:rPr sz="1000" spc="55" dirty="0">
                <a:latin typeface="Century Gothic"/>
                <a:cs typeface="Century Gothic"/>
              </a:rPr>
              <a:t>in</a:t>
            </a:r>
            <a:r>
              <a:rPr sz="1000" spc="60" dirty="0">
                <a:latin typeface="Century Gothic"/>
                <a:cs typeface="Century Gothic"/>
              </a:rPr>
              <a:t> </a:t>
            </a:r>
            <a:r>
              <a:rPr sz="1000" dirty="0">
                <a:latin typeface="Century Gothic"/>
                <a:cs typeface="Century Gothic"/>
              </a:rPr>
              <a:t>the</a:t>
            </a:r>
            <a:r>
              <a:rPr sz="1000" spc="15" dirty="0">
                <a:latin typeface="Century Gothic"/>
                <a:cs typeface="Century Gothic"/>
              </a:rPr>
              <a:t> </a:t>
            </a:r>
            <a:r>
              <a:rPr sz="1000" dirty="0">
                <a:latin typeface="Century Gothic"/>
                <a:cs typeface="Century Gothic"/>
              </a:rPr>
              <a:t>form,</a:t>
            </a:r>
            <a:r>
              <a:rPr sz="1000" spc="55" dirty="0">
                <a:latin typeface="Century Gothic"/>
                <a:cs typeface="Century Gothic"/>
              </a:rPr>
              <a:t> </a:t>
            </a:r>
            <a:r>
              <a:rPr sz="1000" dirty="0">
                <a:latin typeface="Century Gothic"/>
                <a:cs typeface="Century Gothic"/>
              </a:rPr>
              <a:t>ask</a:t>
            </a:r>
            <a:r>
              <a:rPr sz="1000" spc="25" dirty="0">
                <a:latin typeface="Century Gothic"/>
                <a:cs typeface="Century Gothic"/>
              </a:rPr>
              <a:t> </a:t>
            </a:r>
            <a:r>
              <a:rPr sz="1000" dirty="0">
                <a:latin typeface="Century Gothic"/>
                <a:cs typeface="Century Gothic"/>
              </a:rPr>
              <a:t>someone</a:t>
            </a:r>
            <a:r>
              <a:rPr sz="1000" spc="45" dirty="0">
                <a:latin typeface="Century Gothic"/>
                <a:cs typeface="Century Gothic"/>
              </a:rPr>
              <a:t> </a:t>
            </a:r>
            <a:r>
              <a:rPr sz="1000" dirty="0">
                <a:latin typeface="Century Gothic"/>
                <a:cs typeface="Century Gothic"/>
              </a:rPr>
              <a:t>at</a:t>
            </a:r>
            <a:r>
              <a:rPr sz="1000" spc="25" dirty="0">
                <a:latin typeface="Century Gothic"/>
                <a:cs typeface="Century Gothic"/>
              </a:rPr>
              <a:t> </a:t>
            </a:r>
            <a:r>
              <a:rPr sz="1000" dirty="0">
                <a:latin typeface="Century Gothic"/>
                <a:cs typeface="Century Gothic"/>
              </a:rPr>
              <a:t>Jobcentre</a:t>
            </a:r>
            <a:r>
              <a:rPr sz="1000" spc="20" dirty="0">
                <a:latin typeface="Century Gothic"/>
                <a:cs typeface="Century Gothic"/>
              </a:rPr>
              <a:t> </a:t>
            </a:r>
            <a:r>
              <a:rPr sz="1000" spc="80" dirty="0">
                <a:latin typeface="Century Gothic"/>
                <a:cs typeface="Century Gothic"/>
              </a:rPr>
              <a:t>Plus</a:t>
            </a:r>
            <a:r>
              <a:rPr sz="1000" spc="40" dirty="0">
                <a:latin typeface="Century Gothic"/>
                <a:cs typeface="Century Gothic"/>
              </a:rPr>
              <a:t> </a:t>
            </a:r>
            <a:r>
              <a:rPr sz="1000" dirty="0">
                <a:latin typeface="Century Gothic"/>
                <a:cs typeface="Century Gothic"/>
              </a:rPr>
              <a:t>to</a:t>
            </a:r>
            <a:r>
              <a:rPr sz="1000" spc="35" dirty="0">
                <a:latin typeface="Century Gothic"/>
                <a:cs typeface="Century Gothic"/>
              </a:rPr>
              <a:t> </a:t>
            </a:r>
            <a:r>
              <a:rPr sz="1000" dirty="0">
                <a:latin typeface="Century Gothic"/>
                <a:cs typeface="Century Gothic"/>
              </a:rPr>
              <a:t>help</a:t>
            </a:r>
            <a:r>
              <a:rPr sz="1000" spc="50" dirty="0">
                <a:latin typeface="Century Gothic"/>
                <a:cs typeface="Century Gothic"/>
              </a:rPr>
              <a:t> </a:t>
            </a:r>
            <a:r>
              <a:rPr sz="1000" spc="-20" dirty="0">
                <a:latin typeface="Century Gothic"/>
                <a:cs typeface="Century Gothic"/>
              </a:rPr>
              <a:t>you.</a:t>
            </a:r>
            <a:endParaRPr sz="1000">
              <a:latin typeface="Century Gothic"/>
              <a:cs typeface="Century Gothic"/>
            </a:endParaRPr>
          </a:p>
          <a:p>
            <a:pPr marL="295275" marR="5080" indent="-283210" algn="just">
              <a:lnSpc>
                <a:spcPct val="100000"/>
              </a:lnSpc>
              <a:buFont typeface="Arial"/>
              <a:buChar char="•"/>
              <a:tabLst>
                <a:tab pos="298450" algn="l"/>
              </a:tabLst>
            </a:pPr>
            <a:r>
              <a:rPr sz="1000" b="1" spc="114" dirty="0">
                <a:latin typeface="Calibri"/>
                <a:cs typeface="Calibri"/>
              </a:rPr>
              <a:t>For</a:t>
            </a:r>
            <a:r>
              <a:rPr sz="1000" b="1" spc="90" dirty="0">
                <a:latin typeface="Calibri"/>
                <a:cs typeface="Calibri"/>
              </a:rPr>
              <a:t> </a:t>
            </a:r>
            <a:r>
              <a:rPr sz="1000" b="1" spc="110" dirty="0">
                <a:latin typeface="Calibri"/>
                <a:cs typeface="Calibri"/>
              </a:rPr>
              <a:t>overseas</a:t>
            </a:r>
            <a:r>
              <a:rPr sz="1000" b="1" spc="90" dirty="0">
                <a:latin typeface="Calibri"/>
                <a:cs typeface="Calibri"/>
              </a:rPr>
              <a:t> </a:t>
            </a:r>
            <a:r>
              <a:rPr sz="1000" b="1" spc="125" dirty="0">
                <a:latin typeface="Calibri"/>
                <a:cs typeface="Calibri"/>
              </a:rPr>
              <a:t>vacancies</a:t>
            </a:r>
            <a:r>
              <a:rPr sz="1000" b="1" spc="85" dirty="0">
                <a:latin typeface="Calibri"/>
                <a:cs typeface="Calibri"/>
              </a:rPr>
              <a:t> </a:t>
            </a:r>
            <a:r>
              <a:rPr sz="1000" b="1" spc="100" dirty="0">
                <a:latin typeface="Calibri"/>
                <a:cs typeface="Calibri"/>
              </a:rPr>
              <a:t>only</a:t>
            </a:r>
            <a:r>
              <a:rPr sz="1000" b="1" spc="110" dirty="0">
                <a:latin typeface="Calibri"/>
                <a:cs typeface="Calibri"/>
              </a:rPr>
              <a:t> </a:t>
            </a:r>
            <a:r>
              <a:rPr sz="1000" dirty="0">
                <a:latin typeface="Century Gothic"/>
                <a:cs typeface="Century Gothic"/>
              </a:rPr>
              <a:t>you</a:t>
            </a:r>
            <a:r>
              <a:rPr sz="1000" spc="50" dirty="0">
                <a:latin typeface="Century Gothic"/>
                <a:cs typeface="Century Gothic"/>
              </a:rPr>
              <a:t> </a:t>
            </a:r>
            <a:r>
              <a:rPr sz="1000" spc="80" dirty="0">
                <a:latin typeface="Century Gothic"/>
                <a:cs typeface="Century Gothic"/>
              </a:rPr>
              <a:t>must</a:t>
            </a:r>
            <a:r>
              <a:rPr sz="1000" spc="55" dirty="0">
                <a:latin typeface="Century Gothic"/>
                <a:cs typeface="Century Gothic"/>
              </a:rPr>
              <a:t> </a:t>
            </a:r>
            <a:r>
              <a:rPr sz="1000" dirty="0">
                <a:latin typeface="Century Gothic"/>
                <a:cs typeface="Century Gothic"/>
              </a:rPr>
              <a:t>have</a:t>
            </a:r>
            <a:r>
              <a:rPr sz="1000" spc="50" dirty="0">
                <a:latin typeface="Century Gothic"/>
                <a:cs typeface="Century Gothic"/>
              </a:rPr>
              <a:t> </a:t>
            </a:r>
            <a:r>
              <a:rPr sz="1000" dirty="0">
                <a:latin typeface="Century Gothic"/>
                <a:cs typeface="Century Gothic"/>
              </a:rPr>
              <a:t>a</a:t>
            </a:r>
            <a:r>
              <a:rPr sz="1000" spc="45" dirty="0">
                <a:latin typeface="Century Gothic"/>
                <a:cs typeface="Century Gothic"/>
              </a:rPr>
              <a:t> </a:t>
            </a:r>
            <a:r>
              <a:rPr sz="1000" dirty="0">
                <a:latin typeface="Century Gothic"/>
                <a:cs typeface="Century Gothic"/>
              </a:rPr>
              <a:t>valid</a:t>
            </a:r>
            <a:r>
              <a:rPr sz="1000" spc="45" dirty="0">
                <a:latin typeface="Century Gothic"/>
                <a:cs typeface="Century Gothic"/>
              </a:rPr>
              <a:t> </a:t>
            </a:r>
            <a:r>
              <a:rPr sz="1000" dirty="0">
                <a:latin typeface="Century Gothic"/>
                <a:cs typeface="Century Gothic"/>
              </a:rPr>
              <a:t>passport</a:t>
            </a:r>
            <a:r>
              <a:rPr sz="1000" spc="55" dirty="0">
                <a:latin typeface="Century Gothic"/>
                <a:cs typeface="Century Gothic"/>
              </a:rPr>
              <a:t> </a:t>
            </a:r>
            <a:r>
              <a:rPr sz="1000" dirty="0">
                <a:latin typeface="Century Gothic"/>
                <a:cs typeface="Century Gothic"/>
              </a:rPr>
              <a:t>or</a:t>
            </a:r>
            <a:r>
              <a:rPr sz="1000" spc="50" dirty="0">
                <a:latin typeface="Century Gothic"/>
                <a:cs typeface="Century Gothic"/>
              </a:rPr>
              <a:t> </a:t>
            </a:r>
            <a:r>
              <a:rPr sz="1000" dirty="0">
                <a:latin typeface="Century Gothic"/>
                <a:cs typeface="Century Gothic"/>
              </a:rPr>
              <a:t>E.E.A</a:t>
            </a:r>
            <a:r>
              <a:rPr sz="1000" spc="55" dirty="0">
                <a:latin typeface="Century Gothic"/>
                <a:cs typeface="Century Gothic"/>
              </a:rPr>
              <a:t> </a:t>
            </a:r>
            <a:r>
              <a:rPr sz="1000" spc="65" dirty="0">
                <a:latin typeface="Century Gothic"/>
                <a:cs typeface="Century Gothic"/>
              </a:rPr>
              <a:t>ID</a:t>
            </a:r>
            <a:r>
              <a:rPr sz="1000" spc="45" dirty="0">
                <a:latin typeface="Century Gothic"/>
                <a:cs typeface="Century Gothic"/>
              </a:rPr>
              <a:t> </a:t>
            </a:r>
            <a:r>
              <a:rPr sz="1000" spc="-20" dirty="0">
                <a:latin typeface="Century Gothic"/>
                <a:cs typeface="Century Gothic"/>
              </a:rPr>
              <a:t>card.</a:t>
            </a:r>
            <a:r>
              <a:rPr sz="1000" spc="60" dirty="0">
                <a:latin typeface="Century Gothic"/>
                <a:cs typeface="Century Gothic"/>
              </a:rPr>
              <a:t> </a:t>
            </a:r>
            <a:r>
              <a:rPr sz="1000" dirty="0">
                <a:latin typeface="Century Gothic"/>
                <a:cs typeface="Century Gothic"/>
              </a:rPr>
              <a:t>You</a:t>
            </a:r>
            <a:r>
              <a:rPr sz="1000" spc="50" dirty="0">
                <a:latin typeface="Century Gothic"/>
                <a:cs typeface="Century Gothic"/>
              </a:rPr>
              <a:t> </a:t>
            </a:r>
            <a:r>
              <a:rPr sz="1000" spc="-10" dirty="0">
                <a:latin typeface="Century Gothic"/>
                <a:cs typeface="Century Gothic"/>
              </a:rPr>
              <a:t>can</a:t>
            </a:r>
            <a:r>
              <a:rPr sz="1000" spc="50" dirty="0">
                <a:latin typeface="Century Gothic"/>
                <a:cs typeface="Century Gothic"/>
              </a:rPr>
              <a:t> </a:t>
            </a:r>
            <a:r>
              <a:rPr sz="1000" spc="-20" dirty="0">
                <a:latin typeface="Century Gothic"/>
                <a:cs typeface="Century Gothic"/>
              </a:rPr>
              <a:t>send 	</a:t>
            </a:r>
            <a:r>
              <a:rPr sz="1000" dirty="0">
                <a:latin typeface="Century Gothic"/>
                <a:cs typeface="Century Gothic"/>
              </a:rPr>
              <a:t>a</a:t>
            </a:r>
            <a:r>
              <a:rPr sz="1000" spc="145" dirty="0">
                <a:latin typeface="Century Gothic"/>
                <a:cs typeface="Century Gothic"/>
              </a:rPr>
              <a:t> </a:t>
            </a:r>
            <a:r>
              <a:rPr sz="1000" dirty="0">
                <a:latin typeface="Century Gothic"/>
                <a:cs typeface="Century Gothic"/>
              </a:rPr>
              <a:t>C.V</a:t>
            </a:r>
            <a:r>
              <a:rPr sz="1000" spc="150" dirty="0">
                <a:latin typeface="Century Gothic"/>
                <a:cs typeface="Century Gothic"/>
              </a:rPr>
              <a:t> </a:t>
            </a:r>
            <a:r>
              <a:rPr sz="1000" spc="60" dirty="0">
                <a:latin typeface="Century Gothic"/>
                <a:cs typeface="Century Gothic"/>
              </a:rPr>
              <a:t>with</a:t>
            </a:r>
            <a:r>
              <a:rPr sz="1000" spc="150" dirty="0">
                <a:latin typeface="Century Gothic"/>
                <a:cs typeface="Century Gothic"/>
              </a:rPr>
              <a:t> </a:t>
            </a:r>
            <a:r>
              <a:rPr sz="1000" dirty="0">
                <a:latin typeface="Century Gothic"/>
                <a:cs typeface="Century Gothic"/>
              </a:rPr>
              <a:t>the</a:t>
            </a:r>
            <a:r>
              <a:rPr sz="1000" spc="145" dirty="0">
                <a:latin typeface="Century Gothic"/>
                <a:cs typeface="Century Gothic"/>
              </a:rPr>
              <a:t> </a:t>
            </a:r>
            <a:r>
              <a:rPr sz="1000" dirty="0">
                <a:latin typeface="Century Gothic"/>
                <a:cs typeface="Century Gothic"/>
              </a:rPr>
              <a:t>form</a:t>
            </a:r>
            <a:r>
              <a:rPr sz="1000" spc="150" dirty="0">
                <a:latin typeface="Century Gothic"/>
                <a:cs typeface="Century Gothic"/>
              </a:rPr>
              <a:t> </a:t>
            </a:r>
            <a:r>
              <a:rPr sz="1000" dirty="0">
                <a:latin typeface="Century Gothic"/>
                <a:cs typeface="Century Gothic"/>
              </a:rPr>
              <a:t>instead</a:t>
            </a:r>
            <a:r>
              <a:rPr sz="1000" spc="150" dirty="0">
                <a:latin typeface="Century Gothic"/>
                <a:cs typeface="Century Gothic"/>
              </a:rPr>
              <a:t> </a:t>
            </a:r>
            <a:r>
              <a:rPr sz="1000" dirty="0">
                <a:latin typeface="Century Gothic"/>
                <a:cs typeface="Century Gothic"/>
              </a:rPr>
              <a:t>of</a:t>
            </a:r>
            <a:r>
              <a:rPr sz="1000" spc="145" dirty="0">
                <a:latin typeface="Century Gothic"/>
                <a:cs typeface="Century Gothic"/>
              </a:rPr>
              <a:t> </a:t>
            </a:r>
            <a:r>
              <a:rPr sz="1000" spc="45" dirty="0">
                <a:latin typeface="Century Gothic"/>
                <a:cs typeface="Century Gothic"/>
              </a:rPr>
              <a:t>filling</a:t>
            </a:r>
            <a:r>
              <a:rPr sz="1000" spc="165" dirty="0">
                <a:latin typeface="Century Gothic"/>
                <a:cs typeface="Century Gothic"/>
              </a:rPr>
              <a:t> </a:t>
            </a:r>
            <a:r>
              <a:rPr sz="1000" spc="55" dirty="0">
                <a:latin typeface="Century Gothic"/>
                <a:cs typeface="Century Gothic"/>
              </a:rPr>
              <a:t>in</a:t>
            </a:r>
            <a:r>
              <a:rPr sz="1000" spc="150" dirty="0">
                <a:latin typeface="Century Gothic"/>
                <a:cs typeface="Century Gothic"/>
              </a:rPr>
              <a:t> </a:t>
            </a:r>
            <a:r>
              <a:rPr sz="1000" dirty="0">
                <a:latin typeface="Century Gothic"/>
                <a:cs typeface="Century Gothic"/>
              </a:rPr>
              <a:t>section</a:t>
            </a:r>
            <a:r>
              <a:rPr sz="1000" spc="160" dirty="0">
                <a:latin typeface="Century Gothic"/>
                <a:cs typeface="Century Gothic"/>
              </a:rPr>
              <a:t> </a:t>
            </a:r>
            <a:r>
              <a:rPr sz="1000" spc="55" dirty="0">
                <a:latin typeface="Century Gothic"/>
                <a:cs typeface="Century Gothic"/>
              </a:rPr>
              <a:t>6</a:t>
            </a:r>
            <a:r>
              <a:rPr sz="1000" spc="150" dirty="0">
                <a:latin typeface="Century Gothic"/>
                <a:cs typeface="Century Gothic"/>
              </a:rPr>
              <a:t> </a:t>
            </a:r>
            <a:r>
              <a:rPr sz="1000" dirty="0">
                <a:latin typeface="Century Gothic"/>
                <a:cs typeface="Century Gothic"/>
              </a:rPr>
              <a:t>and</a:t>
            </a:r>
            <a:r>
              <a:rPr sz="1000" spc="150" dirty="0">
                <a:latin typeface="Century Gothic"/>
                <a:cs typeface="Century Gothic"/>
              </a:rPr>
              <a:t> </a:t>
            </a:r>
            <a:r>
              <a:rPr sz="1000" dirty="0">
                <a:latin typeface="Century Gothic"/>
                <a:cs typeface="Century Gothic"/>
              </a:rPr>
              <a:t>7.</a:t>
            </a:r>
            <a:r>
              <a:rPr sz="1000" spc="155" dirty="0">
                <a:latin typeface="Century Gothic"/>
                <a:cs typeface="Century Gothic"/>
              </a:rPr>
              <a:t> </a:t>
            </a:r>
            <a:r>
              <a:rPr sz="1000" dirty="0">
                <a:latin typeface="Century Gothic"/>
                <a:cs typeface="Century Gothic"/>
              </a:rPr>
              <a:t>If</a:t>
            </a:r>
            <a:r>
              <a:rPr sz="1000" spc="135" dirty="0">
                <a:latin typeface="Century Gothic"/>
                <a:cs typeface="Century Gothic"/>
              </a:rPr>
              <a:t> </a:t>
            </a:r>
            <a:r>
              <a:rPr sz="1000" dirty="0">
                <a:latin typeface="Century Gothic"/>
                <a:cs typeface="Century Gothic"/>
              </a:rPr>
              <a:t>the</a:t>
            </a:r>
            <a:r>
              <a:rPr sz="1000" spc="150" dirty="0">
                <a:latin typeface="Century Gothic"/>
                <a:cs typeface="Century Gothic"/>
              </a:rPr>
              <a:t> </a:t>
            </a:r>
            <a:r>
              <a:rPr sz="1000" dirty="0">
                <a:latin typeface="Century Gothic"/>
                <a:cs typeface="Century Gothic"/>
              </a:rPr>
              <a:t>employer</a:t>
            </a:r>
            <a:r>
              <a:rPr sz="1000" spc="150" dirty="0">
                <a:latin typeface="Century Gothic"/>
                <a:cs typeface="Century Gothic"/>
              </a:rPr>
              <a:t> </a:t>
            </a:r>
            <a:r>
              <a:rPr sz="1000" dirty="0">
                <a:latin typeface="Century Gothic"/>
                <a:cs typeface="Century Gothic"/>
              </a:rPr>
              <a:t>asks</a:t>
            </a:r>
            <a:r>
              <a:rPr sz="1000" spc="150" dirty="0">
                <a:latin typeface="Century Gothic"/>
                <a:cs typeface="Century Gothic"/>
              </a:rPr>
              <a:t> </a:t>
            </a:r>
            <a:r>
              <a:rPr sz="1000" dirty="0">
                <a:latin typeface="Century Gothic"/>
                <a:cs typeface="Century Gothic"/>
              </a:rPr>
              <a:t>for</a:t>
            </a:r>
            <a:r>
              <a:rPr sz="1000" spc="150" dirty="0">
                <a:latin typeface="Century Gothic"/>
                <a:cs typeface="Century Gothic"/>
              </a:rPr>
              <a:t> </a:t>
            </a:r>
            <a:r>
              <a:rPr sz="1000" dirty="0">
                <a:latin typeface="Century Gothic"/>
                <a:cs typeface="Century Gothic"/>
              </a:rPr>
              <a:t>copies</a:t>
            </a:r>
            <a:r>
              <a:rPr sz="1000" spc="155" dirty="0">
                <a:latin typeface="Century Gothic"/>
                <a:cs typeface="Century Gothic"/>
              </a:rPr>
              <a:t> </a:t>
            </a:r>
            <a:r>
              <a:rPr sz="1000" spc="-25" dirty="0">
                <a:latin typeface="Century Gothic"/>
                <a:cs typeface="Century Gothic"/>
              </a:rPr>
              <a:t>of 	</a:t>
            </a:r>
            <a:r>
              <a:rPr sz="1000" dirty="0">
                <a:latin typeface="Century Gothic"/>
                <a:cs typeface="Century Gothic"/>
              </a:rPr>
              <a:t>documents,</a:t>
            </a:r>
            <a:r>
              <a:rPr sz="1000" spc="105" dirty="0">
                <a:latin typeface="Century Gothic"/>
                <a:cs typeface="Century Gothic"/>
              </a:rPr>
              <a:t> </a:t>
            </a:r>
            <a:r>
              <a:rPr sz="1000" dirty="0">
                <a:latin typeface="Century Gothic"/>
                <a:cs typeface="Century Gothic"/>
              </a:rPr>
              <a:t>do</a:t>
            </a:r>
            <a:r>
              <a:rPr sz="1000" spc="95" dirty="0">
                <a:latin typeface="Century Gothic"/>
                <a:cs typeface="Century Gothic"/>
              </a:rPr>
              <a:t> </a:t>
            </a:r>
            <a:r>
              <a:rPr sz="1000" dirty="0">
                <a:latin typeface="Century Gothic"/>
                <a:cs typeface="Century Gothic"/>
              </a:rPr>
              <a:t>not</a:t>
            </a:r>
            <a:r>
              <a:rPr sz="1000" spc="105" dirty="0">
                <a:latin typeface="Century Gothic"/>
                <a:cs typeface="Century Gothic"/>
              </a:rPr>
              <a:t> </a:t>
            </a:r>
            <a:r>
              <a:rPr sz="1000" dirty="0">
                <a:latin typeface="Century Gothic"/>
                <a:cs typeface="Century Gothic"/>
              </a:rPr>
              <a:t>send</a:t>
            </a:r>
            <a:r>
              <a:rPr sz="1000" spc="95" dirty="0">
                <a:latin typeface="Century Gothic"/>
                <a:cs typeface="Century Gothic"/>
              </a:rPr>
              <a:t> </a:t>
            </a:r>
            <a:r>
              <a:rPr sz="1000" dirty="0">
                <a:latin typeface="Century Gothic"/>
                <a:cs typeface="Century Gothic"/>
              </a:rPr>
              <a:t>the</a:t>
            </a:r>
            <a:r>
              <a:rPr sz="1000" spc="100" dirty="0">
                <a:latin typeface="Century Gothic"/>
                <a:cs typeface="Century Gothic"/>
              </a:rPr>
              <a:t> </a:t>
            </a:r>
            <a:r>
              <a:rPr sz="1000" dirty="0">
                <a:latin typeface="Century Gothic"/>
                <a:cs typeface="Century Gothic"/>
              </a:rPr>
              <a:t>originals.</a:t>
            </a:r>
            <a:r>
              <a:rPr sz="1000" spc="105" dirty="0">
                <a:latin typeface="Century Gothic"/>
                <a:cs typeface="Century Gothic"/>
              </a:rPr>
              <a:t> </a:t>
            </a:r>
            <a:r>
              <a:rPr sz="1000" spc="50" dirty="0">
                <a:latin typeface="Century Gothic"/>
                <a:cs typeface="Century Gothic"/>
              </a:rPr>
              <a:t>The</a:t>
            </a:r>
            <a:r>
              <a:rPr sz="1000" spc="95" dirty="0">
                <a:latin typeface="Century Gothic"/>
                <a:cs typeface="Century Gothic"/>
              </a:rPr>
              <a:t> </a:t>
            </a:r>
            <a:r>
              <a:rPr sz="1000" dirty="0">
                <a:latin typeface="Century Gothic"/>
                <a:cs typeface="Century Gothic"/>
              </a:rPr>
              <a:t>employer</a:t>
            </a:r>
            <a:r>
              <a:rPr sz="1000" spc="100" dirty="0">
                <a:latin typeface="Century Gothic"/>
                <a:cs typeface="Century Gothic"/>
              </a:rPr>
              <a:t> </a:t>
            </a:r>
            <a:r>
              <a:rPr sz="1000" dirty="0">
                <a:latin typeface="Century Gothic"/>
                <a:cs typeface="Century Gothic"/>
              </a:rPr>
              <a:t>may</a:t>
            </a:r>
            <a:r>
              <a:rPr sz="1000" spc="100" dirty="0">
                <a:latin typeface="Century Gothic"/>
                <a:cs typeface="Century Gothic"/>
              </a:rPr>
              <a:t> </a:t>
            </a:r>
            <a:r>
              <a:rPr sz="1000" dirty="0">
                <a:latin typeface="Century Gothic"/>
                <a:cs typeface="Century Gothic"/>
              </a:rPr>
              <a:t>ask</a:t>
            </a:r>
            <a:r>
              <a:rPr sz="1000" spc="105" dirty="0">
                <a:latin typeface="Century Gothic"/>
                <a:cs typeface="Century Gothic"/>
              </a:rPr>
              <a:t> </a:t>
            </a:r>
            <a:r>
              <a:rPr sz="1000" dirty="0">
                <a:latin typeface="Century Gothic"/>
                <a:cs typeface="Century Gothic"/>
              </a:rPr>
              <a:t>to</a:t>
            </a:r>
            <a:r>
              <a:rPr sz="1000" spc="100" dirty="0">
                <a:latin typeface="Century Gothic"/>
                <a:cs typeface="Century Gothic"/>
              </a:rPr>
              <a:t> </a:t>
            </a:r>
            <a:r>
              <a:rPr sz="1000" dirty="0">
                <a:latin typeface="Century Gothic"/>
                <a:cs typeface="Century Gothic"/>
              </a:rPr>
              <a:t>see</a:t>
            </a:r>
            <a:r>
              <a:rPr sz="1000" spc="85" dirty="0">
                <a:latin typeface="Century Gothic"/>
                <a:cs typeface="Century Gothic"/>
              </a:rPr>
              <a:t> </a:t>
            </a:r>
            <a:r>
              <a:rPr sz="1000" dirty="0">
                <a:latin typeface="Century Gothic"/>
                <a:cs typeface="Century Gothic"/>
              </a:rPr>
              <a:t>the</a:t>
            </a:r>
            <a:r>
              <a:rPr sz="1000" spc="100" dirty="0">
                <a:latin typeface="Century Gothic"/>
                <a:cs typeface="Century Gothic"/>
              </a:rPr>
              <a:t> </a:t>
            </a:r>
            <a:r>
              <a:rPr sz="1000" dirty="0">
                <a:latin typeface="Century Gothic"/>
                <a:cs typeface="Century Gothic"/>
              </a:rPr>
              <a:t>original</a:t>
            </a:r>
            <a:r>
              <a:rPr sz="1000" spc="90" dirty="0">
                <a:latin typeface="Century Gothic"/>
                <a:cs typeface="Century Gothic"/>
              </a:rPr>
              <a:t> </a:t>
            </a:r>
            <a:r>
              <a:rPr sz="1000" spc="-10" dirty="0">
                <a:latin typeface="Century Gothic"/>
                <a:cs typeface="Century Gothic"/>
              </a:rPr>
              <a:t>documents</a:t>
            </a:r>
            <a:r>
              <a:rPr sz="1000" spc="500" dirty="0">
                <a:latin typeface="Century Gothic"/>
                <a:cs typeface="Century Gothic"/>
              </a:rPr>
              <a:t> 	</a:t>
            </a:r>
            <a:r>
              <a:rPr sz="1000" dirty="0">
                <a:latin typeface="Century Gothic"/>
                <a:cs typeface="Century Gothic"/>
              </a:rPr>
              <a:t>if</a:t>
            </a:r>
            <a:r>
              <a:rPr sz="1000" spc="55" dirty="0">
                <a:latin typeface="Century Gothic"/>
                <a:cs typeface="Century Gothic"/>
              </a:rPr>
              <a:t> </a:t>
            </a:r>
            <a:r>
              <a:rPr sz="1000" dirty="0">
                <a:latin typeface="Century Gothic"/>
                <a:cs typeface="Century Gothic"/>
              </a:rPr>
              <a:t>you</a:t>
            </a:r>
            <a:r>
              <a:rPr sz="1000" spc="60" dirty="0">
                <a:latin typeface="Century Gothic"/>
                <a:cs typeface="Century Gothic"/>
              </a:rPr>
              <a:t> </a:t>
            </a:r>
            <a:r>
              <a:rPr sz="1000" dirty="0">
                <a:latin typeface="Century Gothic"/>
                <a:cs typeface="Century Gothic"/>
              </a:rPr>
              <a:t>get</a:t>
            </a:r>
            <a:r>
              <a:rPr sz="1000" spc="60" dirty="0">
                <a:latin typeface="Century Gothic"/>
                <a:cs typeface="Century Gothic"/>
              </a:rPr>
              <a:t> </a:t>
            </a:r>
            <a:r>
              <a:rPr sz="1000" dirty="0">
                <a:latin typeface="Century Gothic"/>
                <a:cs typeface="Century Gothic"/>
              </a:rPr>
              <a:t>an</a:t>
            </a:r>
            <a:r>
              <a:rPr sz="1000" spc="55" dirty="0">
                <a:latin typeface="Century Gothic"/>
                <a:cs typeface="Century Gothic"/>
              </a:rPr>
              <a:t> </a:t>
            </a:r>
            <a:r>
              <a:rPr sz="1000" dirty="0">
                <a:latin typeface="Century Gothic"/>
                <a:cs typeface="Century Gothic"/>
              </a:rPr>
              <a:t>interview.</a:t>
            </a:r>
            <a:r>
              <a:rPr sz="1000" spc="60" dirty="0">
                <a:latin typeface="Century Gothic"/>
                <a:cs typeface="Century Gothic"/>
              </a:rPr>
              <a:t> </a:t>
            </a:r>
            <a:r>
              <a:rPr sz="1000" dirty="0">
                <a:latin typeface="Century Gothic"/>
                <a:cs typeface="Century Gothic"/>
              </a:rPr>
              <a:t>Remember</a:t>
            </a:r>
            <a:r>
              <a:rPr sz="1000" spc="55" dirty="0">
                <a:latin typeface="Century Gothic"/>
                <a:cs typeface="Century Gothic"/>
              </a:rPr>
              <a:t> </a:t>
            </a:r>
            <a:r>
              <a:rPr sz="1000" dirty="0">
                <a:latin typeface="Century Gothic"/>
                <a:cs typeface="Century Gothic"/>
              </a:rPr>
              <a:t>to</a:t>
            </a:r>
            <a:r>
              <a:rPr sz="1000" spc="55" dirty="0">
                <a:latin typeface="Century Gothic"/>
                <a:cs typeface="Century Gothic"/>
              </a:rPr>
              <a:t> </a:t>
            </a:r>
            <a:r>
              <a:rPr sz="1000" dirty="0">
                <a:latin typeface="Century Gothic"/>
                <a:cs typeface="Century Gothic"/>
              </a:rPr>
              <a:t>take</a:t>
            </a:r>
            <a:r>
              <a:rPr sz="1000" spc="45" dirty="0">
                <a:latin typeface="Century Gothic"/>
                <a:cs typeface="Century Gothic"/>
              </a:rPr>
              <a:t> </a:t>
            </a:r>
            <a:r>
              <a:rPr sz="1000" dirty="0">
                <a:latin typeface="Century Gothic"/>
                <a:cs typeface="Century Gothic"/>
              </a:rPr>
              <a:t>the</a:t>
            </a:r>
            <a:r>
              <a:rPr sz="1000" spc="45" dirty="0">
                <a:latin typeface="Century Gothic"/>
                <a:cs typeface="Century Gothic"/>
              </a:rPr>
              <a:t> </a:t>
            </a:r>
            <a:r>
              <a:rPr sz="1000" dirty="0">
                <a:latin typeface="Century Gothic"/>
                <a:cs typeface="Century Gothic"/>
              </a:rPr>
              <a:t>documents</a:t>
            </a:r>
            <a:r>
              <a:rPr sz="1000" spc="60" dirty="0">
                <a:latin typeface="Century Gothic"/>
                <a:cs typeface="Century Gothic"/>
              </a:rPr>
              <a:t> with</a:t>
            </a:r>
            <a:r>
              <a:rPr sz="1000" spc="55" dirty="0">
                <a:latin typeface="Century Gothic"/>
                <a:cs typeface="Century Gothic"/>
              </a:rPr>
              <a:t> </a:t>
            </a:r>
            <a:r>
              <a:rPr sz="1000" dirty="0">
                <a:latin typeface="Century Gothic"/>
                <a:cs typeface="Century Gothic"/>
              </a:rPr>
              <a:t>you</a:t>
            </a:r>
            <a:r>
              <a:rPr sz="1000" spc="60" dirty="0">
                <a:latin typeface="Century Gothic"/>
                <a:cs typeface="Century Gothic"/>
              </a:rPr>
              <a:t> </a:t>
            </a:r>
            <a:r>
              <a:rPr sz="1000" dirty="0">
                <a:latin typeface="Century Gothic"/>
                <a:cs typeface="Century Gothic"/>
              </a:rPr>
              <a:t>if</a:t>
            </a:r>
            <a:r>
              <a:rPr sz="1000" spc="55" dirty="0">
                <a:latin typeface="Century Gothic"/>
                <a:cs typeface="Century Gothic"/>
              </a:rPr>
              <a:t> </a:t>
            </a:r>
            <a:r>
              <a:rPr sz="1000" dirty="0">
                <a:latin typeface="Century Gothic"/>
                <a:cs typeface="Century Gothic"/>
              </a:rPr>
              <a:t>they</a:t>
            </a:r>
            <a:r>
              <a:rPr sz="1000" spc="55" dirty="0">
                <a:latin typeface="Century Gothic"/>
                <a:cs typeface="Century Gothic"/>
              </a:rPr>
              <a:t> </a:t>
            </a:r>
            <a:r>
              <a:rPr sz="1000" spc="-20" dirty="0">
                <a:latin typeface="Century Gothic"/>
                <a:cs typeface="Century Gothic"/>
              </a:rPr>
              <a:t>have</a:t>
            </a:r>
            <a:r>
              <a:rPr sz="1000" spc="55" dirty="0">
                <a:latin typeface="Century Gothic"/>
                <a:cs typeface="Century Gothic"/>
              </a:rPr>
              <a:t> </a:t>
            </a:r>
            <a:r>
              <a:rPr sz="1000" dirty="0">
                <a:latin typeface="Century Gothic"/>
                <a:cs typeface="Century Gothic"/>
              </a:rPr>
              <a:t>asked</a:t>
            </a:r>
            <a:r>
              <a:rPr sz="1000" spc="40" dirty="0">
                <a:latin typeface="Century Gothic"/>
                <a:cs typeface="Century Gothic"/>
              </a:rPr>
              <a:t> </a:t>
            </a:r>
            <a:r>
              <a:rPr sz="1000" dirty="0">
                <a:latin typeface="Century Gothic"/>
                <a:cs typeface="Century Gothic"/>
              </a:rPr>
              <a:t>to</a:t>
            </a:r>
            <a:r>
              <a:rPr sz="1000" spc="40" dirty="0">
                <a:latin typeface="Century Gothic"/>
                <a:cs typeface="Century Gothic"/>
              </a:rPr>
              <a:t> </a:t>
            </a:r>
            <a:r>
              <a:rPr sz="1000" spc="-25" dirty="0">
                <a:latin typeface="Century Gothic"/>
                <a:cs typeface="Century Gothic"/>
              </a:rPr>
              <a:t>see 	</a:t>
            </a:r>
            <a:r>
              <a:rPr sz="1000" spc="-10" dirty="0">
                <a:latin typeface="Century Gothic"/>
                <a:cs typeface="Century Gothic"/>
              </a:rPr>
              <a:t>them.</a:t>
            </a:r>
            <a:endParaRPr sz="1000">
              <a:latin typeface="Century Gothic"/>
              <a:cs typeface="Century Gothic"/>
            </a:endParaRPr>
          </a:p>
          <a:p>
            <a:pPr marL="12700">
              <a:lnSpc>
                <a:spcPct val="100000"/>
              </a:lnSpc>
              <a:spcBef>
                <a:spcPts val="300"/>
              </a:spcBef>
            </a:pPr>
            <a:r>
              <a:rPr sz="1200" b="1" spc="150" dirty="0">
                <a:latin typeface="Calibri"/>
                <a:cs typeface="Calibri"/>
              </a:rPr>
              <a:t>Guidance</a:t>
            </a:r>
            <a:r>
              <a:rPr sz="1200" b="1" spc="70" dirty="0">
                <a:latin typeface="Calibri"/>
                <a:cs typeface="Calibri"/>
              </a:rPr>
              <a:t> </a:t>
            </a:r>
            <a:r>
              <a:rPr sz="1200" b="1" spc="100" dirty="0">
                <a:latin typeface="Calibri"/>
                <a:cs typeface="Calibri"/>
              </a:rPr>
              <a:t>for</a:t>
            </a:r>
            <a:r>
              <a:rPr sz="1200" b="1" spc="60" dirty="0">
                <a:latin typeface="Calibri"/>
                <a:cs typeface="Calibri"/>
              </a:rPr>
              <a:t> </a:t>
            </a:r>
            <a:r>
              <a:rPr sz="1200" b="1" spc="105" dirty="0">
                <a:latin typeface="Calibri"/>
                <a:cs typeface="Calibri"/>
              </a:rPr>
              <a:t>filling</a:t>
            </a:r>
            <a:r>
              <a:rPr sz="1200" b="1" spc="70" dirty="0">
                <a:latin typeface="Calibri"/>
                <a:cs typeface="Calibri"/>
              </a:rPr>
              <a:t> </a:t>
            </a:r>
            <a:r>
              <a:rPr sz="1200" b="1" spc="114" dirty="0">
                <a:latin typeface="Calibri"/>
                <a:cs typeface="Calibri"/>
              </a:rPr>
              <a:t>in</a:t>
            </a:r>
            <a:r>
              <a:rPr sz="1200" b="1" spc="70" dirty="0">
                <a:latin typeface="Calibri"/>
                <a:cs typeface="Calibri"/>
              </a:rPr>
              <a:t> </a:t>
            </a:r>
            <a:r>
              <a:rPr sz="1200" b="1" spc="125" dirty="0">
                <a:latin typeface="Calibri"/>
                <a:cs typeface="Calibri"/>
              </a:rPr>
              <a:t>this</a:t>
            </a:r>
            <a:r>
              <a:rPr sz="1200" b="1" spc="70" dirty="0">
                <a:latin typeface="Calibri"/>
                <a:cs typeface="Calibri"/>
              </a:rPr>
              <a:t> </a:t>
            </a:r>
            <a:r>
              <a:rPr sz="1200" b="1" spc="120" dirty="0">
                <a:latin typeface="Calibri"/>
                <a:cs typeface="Calibri"/>
              </a:rPr>
              <a:t>form</a:t>
            </a:r>
            <a:endParaRPr sz="1200">
              <a:latin typeface="Calibri"/>
              <a:cs typeface="Calibri"/>
            </a:endParaRPr>
          </a:p>
        </p:txBody>
      </p:sp>
      <p:pic>
        <p:nvPicPr>
          <p:cNvPr id="5" name="object 5" descr="A close up of a sign  Description automatically generated"/>
          <p:cNvPicPr/>
          <p:nvPr/>
        </p:nvPicPr>
        <p:blipFill>
          <a:blip r:embed="rId2" cstate="print"/>
          <a:stretch>
            <a:fillRect/>
          </a:stretch>
        </p:blipFill>
        <p:spPr>
          <a:xfrm>
            <a:off x="5588508" y="227075"/>
            <a:ext cx="888491" cy="539495"/>
          </a:xfrm>
          <a:prstGeom prst="rect">
            <a:avLst/>
          </a:prstGeom>
        </p:spPr>
      </p:pic>
      <p:sp>
        <p:nvSpPr>
          <p:cNvPr id="6" name="object 6"/>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8</a:t>
            </a:fld>
            <a:endParaRPr spc="-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43338" y="3986409"/>
            <a:ext cx="267970" cy="177800"/>
          </a:xfrm>
          <a:prstGeom prst="rect">
            <a:avLst/>
          </a:prstGeom>
        </p:spPr>
        <p:txBody>
          <a:bodyPr vert="horz" wrap="square" lIns="0" tIns="12065" rIns="0" bIns="0" rtlCol="0">
            <a:spAutoFit/>
          </a:bodyPr>
          <a:lstStyle/>
          <a:p>
            <a:pPr marL="12700">
              <a:lnSpc>
                <a:spcPct val="100000"/>
              </a:lnSpc>
              <a:spcBef>
                <a:spcPts val="95"/>
              </a:spcBef>
            </a:pPr>
            <a:r>
              <a:rPr sz="1000" b="1" spc="65" dirty="0">
                <a:latin typeface="Calibri"/>
                <a:cs typeface="Calibri"/>
              </a:rPr>
              <a:t>Mrs</a:t>
            </a:r>
            <a:endParaRPr sz="1000">
              <a:latin typeface="Calibri"/>
              <a:cs typeface="Calibri"/>
            </a:endParaRPr>
          </a:p>
        </p:txBody>
      </p:sp>
      <p:sp>
        <p:nvSpPr>
          <p:cNvPr id="3" name="object 3"/>
          <p:cNvSpPr txBox="1"/>
          <p:nvPr/>
        </p:nvSpPr>
        <p:spPr>
          <a:xfrm>
            <a:off x="2361757" y="3986409"/>
            <a:ext cx="318770" cy="177800"/>
          </a:xfrm>
          <a:prstGeom prst="rect">
            <a:avLst/>
          </a:prstGeom>
        </p:spPr>
        <p:txBody>
          <a:bodyPr vert="horz" wrap="square" lIns="0" tIns="12065" rIns="0" bIns="0" rtlCol="0">
            <a:spAutoFit/>
          </a:bodyPr>
          <a:lstStyle/>
          <a:p>
            <a:pPr marL="12700">
              <a:lnSpc>
                <a:spcPct val="100000"/>
              </a:lnSpc>
              <a:spcBef>
                <a:spcPts val="95"/>
              </a:spcBef>
            </a:pPr>
            <a:r>
              <a:rPr sz="1000" b="1" spc="70" dirty="0">
                <a:latin typeface="Calibri"/>
                <a:cs typeface="Calibri"/>
              </a:rPr>
              <a:t>Miss</a:t>
            </a:r>
            <a:endParaRPr sz="1000">
              <a:latin typeface="Calibri"/>
              <a:cs typeface="Calibri"/>
            </a:endParaRPr>
          </a:p>
        </p:txBody>
      </p:sp>
      <p:sp>
        <p:nvSpPr>
          <p:cNvPr id="4" name="object 4"/>
          <p:cNvSpPr txBox="1"/>
          <p:nvPr/>
        </p:nvSpPr>
        <p:spPr>
          <a:xfrm>
            <a:off x="3048103" y="3977934"/>
            <a:ext cx="212725" cy="177800"/>
          </a:xfrm>
          <a:prstGeom prst="rect">
            <a:avLst/>
          </a:prstGeom>
        </p:spPr>
        <p:txBody>
          <a:bodyPr vert="horz" wrap="square" lIns="0" tIns="12065" rIns="0" bIns="0" rtlCol="0">
            <a:spAutoFit/>
          </a:bodyPr>
          <a:lstStyle/>
          <a:p>
            <a:pPr marL="12700">
              <a:lnSpc>
                <a:spcPct val="100000"/>
              </a:lnSpc>
              <a:spcBef>
                <a:spcPts val="95"/>
              </a:spcBef>
            </a:pPr>
            <a:r>
              <a:rPr sz="1000" b="1" spc="70" dirty="0">
                <a:latin typeface="Calibri"/>
                <a:cs typeface="Calibri"/>
              </a:rPr>
              <a:t>Ms</a:t>
            </a:r>
            <a:endParaRPr sz="1000">
              <a:latin typeface="Calibri"/>
              <a:cs typeface="Calibri"/>
            </a:endParaRPr>
          </a:p>
        </p:txBody>
      </p:sp>
      <p:sp>
        <p:nvSpPr>
          <p:cNvPr id="5" name="object 5"/>
          <p:cNvSpPr txBox="1"/>
          <p:nvPr/>
        </p:nvSpPr>
        <p:spPr>
          <a:xfrm>
            <a:off x="3638062" y="3995770"/>
            <a:ext cx="407670" cy="177800"/>
          </a:xfrm>
          <a:prstGeom prst="rect">
            <a:avLst/>
          </a:prstGeom>
        </p:spPr>
        <p:txBody>
          <a:bodyPr vert="horz" wrap="square" lIns="0" tIns="12065" rIns="0" bIns="0" rtlCol="0">
            <a:spAutoFit/>
          </a:bodyPr>
          <a:lstStyle/>
          <a:p>
            <a:pPr marL="12700">
              <a:lnSpc>
                <a:spcPct val="100000"/>
              </a:lnSpc>
              <a:spcBef>
                <a:spcPts val="95"/>
              </a:spcBef>
            </a:pPr>
            <a:r>
              <a:rPr sz="1000" b="1" spc="90" dirty="0">
                <a:latin typeface="Calibri"/>
                <a:cs typeface="Calibri"/>
              </a:rPr>
              <a:t>Other</a:t>
            </a:r>
            <a:endParaRPr sz="1000">
              <a:latin typeface="Calibri"/>
              <a:cs typeface="Calibri"/>
            </a:endParaRPr>
          </a:p>
        </p:txBody>
      </p:sp>
      <p:sp>
        <p:nvSpPr>
          <p:cNvPr id="6" name="object 6"/>
          <p:cNvSpPr txBox="1"/>
          <p:nvPr/>
        </p:nvSpPr>
        <p:spPr>
          <a:xfrm>
            <a:off x="4443942" y="3990963"/>
            <a:ext cx="967105" cy="177800"/>
          </a:xfrm>
          <a:prstGeom prst="rect">
            <a:avLst/>
          </a:prstGeom>
        </p:spPr>
        <p:txBody>
          <a:bodyPr vert="horz" wrap="square" lIns="0" tIns="12065" rIns="0" bIns="0" rtlCol="0">
            <a:spAutoFit/>
          </a:bodyPr>
          <a:lstStyle/>
          <a:p>
            <a:pPr marL="12700">
              <a:lnSpc>
                <a:spcPct val="100000"/>
              </a:lnSpc>
              <a:spcBef>
                <a:spcPts val="95"/>
              </a:spcBef>
            </a:pPr>
            <a:r>
              <a:rPr sz="1000" b="1" spc="120" dirty="0">
                <a:latin typeface="Calibri"/>
                <a:cs typeface="Calibri"/>
              </a:rPr>
              <a:t>Please</a:t>
            </a:r>
            <a:r>
              <a:rPr sz="1000" b="1" spc="55" dirty="0">
                <a:latin typeface="Calibri"/>
                <a:cs typeface="Calibri"/>
              </a:rPr>
              <a:t> </a:t>
            </a:r>
            <a:r>
              <a:rPr sz="1000" b="1" spc="100" dirty="0">
                <a:latin typeface="Calibri"/>
                <a:cs typeface="Calibri"/>
              </a:rPr>
              <a:t>specify</a:t>
            </a:r>
            <a:endParaRPr sz="1000">
              <a:latin typeface="Calibri"/>
              <a:cs typeface="Calibri"/>
            </a:endParaRPr>
          </a:p>
        </p:txBody>
      </p:sp>
      <p:sp>
        <p:nvSpPr>
          <p:cNvPr id="7" name="object 7"/>
          <p:cNvSpPr txBox="1"/>
          <p:nvPr/>
        </p:nvSpPr>
        <p:spPr>
          <a:xfrm>
            <a:off x="3514096" y="1467244"/>
            <a:ext cx="3137535" cy="787400"/>
          </a:xfrm>
          <a:prstGeom prst="rect">
            <a:avLst/>
          </a:prstGeom>
        </p:spPr>
        <p:txBody>
          <a:bodyPr vert="horz" wrap="square" lIns="0" tIns="12065" rIns="0" bIns="0" rtlCol="0">
            <a:spAutoFit/>
          </a:bodyPr>
          <a:lstStyle/>
          <a:p>
            <a:pPr marL="12700">
              <a:lnSpc>
                <a:spcPct val="100000"/>
              </a:lnSpc>
              <a:spcBef>
                <a:spcPts val="95"/>
              </a:spcBef>
            </a:pPr>
            <a:r>
              <a:rPr sz="1000" b="1" spc="130" dirty="0">
                <a:latin typeface="Calibri"/>
                <a:cs typeface="Calibri"/>
              </a:rPr>
              <a:t>Data</a:t>
            </a:r>
            <a:r>
              <a:rPr sz="1000" b="1" spc="60" dirty="0">
                <a:latin typeface="Calibri"/>
                <a:cs typeface="Calibri"/>
              </a:rPr>
              <a:t> </a:t>
            </a:r>
            <a:r>
              <a:rPr sz="1000" b="1" spc="110" dirty="0">
                <a:latin typeface="Calibri"/>
                <a:cs typeface="Calibri"/>
              </a:rPr>
              <a:t>Protection</a:t>
            </a:r>
            <a:r>
              <a:rPr sz="1000" b="1" spc="90" dirty="0">
                <a:latin typeface="Calibri"/>
                <a:cs typeface="Calibri"/>
              </a:rPr>
              <a:t> </a:t>
            </a:r>
            <a:r>
              <a:rPr sz="1000" b="1" spc="140" dirty="0">
                <a:latin typeface="Calibri"/>
                <a:cs typeface="Calibri"/>
              </a:rPr>
              <a:t>Act</a:t>
            </a:r>
            <a:r>
              <a:rPr sz="1000" b="1" spc="70" dirty="0">
                <a:latin typeface="Calibri"/>
                <a:cs typeface="Calibri"/>
              </a:rPr>
              <a:t> </a:t>
            </a:r>
            <a:r>
              <a:rPr sz="1000" b="1" spc="50" dirty="0">
                <a:latin typeface="Calibri"/>
                <a:cs typeface="Calibri"/>
              </a:rPr>
              <a:t>1988</a:t>
            </a:r>
            <a:endParaRPr sz="1000">
              <a:latin typeface="Calibri"/>
              <a:cs typeface="Calibri"/>
            </a:endParaRPr>
          </a:p>
          <a:p>
            <a:pPr marL="12700" marR="5080">
              <a:lnSpc>
                <a:spcPct val="100000"/>
              </a:lnSpc>
            </a:pPr>
            <a:r>
              <a:rPr sz="1000" dirty="0">
                <a:latin typeface="Century Gothic"/>
                <a:cs typeface="Century Gothic"/>
              </a:rPr>
              <a:t>Jobcentre</a:t>
            </a:r>
            <a:r>
              <a:rPr sz="1000" spc="30" dirty="0">
                <a:latin typeface="Century Gothic"/>
                <a:cs typeface="Century Gothic"/>
              </a:rPr>
              <a:t> </a:t>
            </a:r>
            <a:r>
              <a:rPr sz="1000" spc="80" dirty="0">
                <a:latin typeface="Century Gothic"/>
                <a:cs typeface="Century Gothic"/>
              </a:rPr>
              <a:t>Plus</a:t>
            </a:r>
            <a:r>
              <a:rPr sz="1000" spc="35" dirty="0">
                <a:latin typeface="Century Gothic"/>
                <a:cs typeface="Century Gothic"/>
              </a:rPr>
              <a:t> </a:t>
            </a:r>
            <a:r>
              <a:rPr sz="1000" spc="10" dirty="0">
                <a:latin typeface="Century Gothic"/>
                <a:cs typeface="Century Gothic"/>
              </a:rPr>
              <a:t>may</a:t>
            </a:r>
            <a:r>
              <a:rPr sz="1000" spc="30" dirty="0">
                <a:latin typeface="Century Gothic"/>
                <a:cs typeface="Century Gothic"/>
              </a:rPr>
              <a:t> </a:t>
            </a:r>
            <a:r>
              <a:rPr sz="1000" spc="10" dirty="0">
                <a:latin typeface="Century Gothic"/>
                <a:cs typeface="Century Gothic"/>
              </a:rPr>
              <a:t>put</a:t>
            </a:r>
            <a:r>
              <a:rPr sz="1000" spc="35" dirty="0">
                <a:latin typeface="Century Gothic"/>
                <a:cs typeface="Century Gothic"/>
              </a:rPr>
              <a:t> </a:t>
            </a:r>
            <a:r>
              <a:rPr sz="1000" spc="10" dirty="0">
                <a:latin typeface="Century Gothic"/>
                <a:cs typeface="Century Gothic"/>
              </a:rPr>
              <a:t>the information</a:t>
            </a:r>
            <a:r>
              <a:rPr sz="1000" spc="75" dirty="0">
                <a:latin typeface="Century Gothic"/>
                <a:cs typeface="Century Gothic"/>
              </a:rPr>
              <a:t> </a:t>
            </a:r>
            <a:r>
              <a:rPr sz="1000" spc="10" dirty="0">
                <a:latin typeface="Century Gothic"/>
                <a:cs typeface="Century Gothic"/>
              </a:rPr>
              <a:t>you</a:t>
            </a:r>
            <a:r>
              <a:rPr sz="1000" spc="30" dirty="0">
                <a:latin typeface="Century Gothic"/>
                <a:cs typeface="Century Gothic"/>
              </a:rPr>
              <a:t> </a:t>
            </a:r>
            <a:r>
              <a:rPr sz="1000" spc="-20" dirty="0">
                <a:latin typeface="Century Gothic"/>
                <a:cs typeface="Century Gothic"/>
              </a:rPr>
              <a:t>give </a:t>
            </a:r>
            <a:r>
              <a:rPr sz="1000" dirty="0">
                <a:latin typeface="Century Gothic"/>
                <a:cs typeface="Century Gothic"/>
              </a:rPr>
              <a:t>on</a:t>
            </a:r>
            <a:r>
              <a:rPr sz="1000" spc="15" dirty="0">
                <a:latin typeface="Century Gothic"/>
                <a:cs typeface="Century Gothic"/>
              </a:rPr>
              <a:t> </a:t>
            </a:r>
            <a:r>
              <a:rPr sz="1000" spc="45" dirty="0">
                <a:latin typeface="Century Gothic"/>
                <a:cs typeface="Century Gothic"/>
              </a:rPr>
              <a:t>this</a:t>
            </a:r>
            <a:endParaRPr sz="1000">
              <a:latin typeface="Century Gothic"/>
              <a:cs typeface="Century Gothic"/>
            </a:endParaRPr>
          </a:p>
          <a:p>
            <a:pPr marL="12700" marR="420370">
              <a:lnSpc>
                <a:spcPct val="100000"/>
              </a:lnSpc>
            </a:pPr>
            <a:r>
              <a:rPr sz="1000" dirty="0">
                <a:latin typeface="Century Gothic"/>
                <a:cs typeface="Century Gothic"/>
              </a:rPr>
              <a:t>form</a:t>
            </a:r>
            <a:r>
              <a:rPr sz="1000" spc="65" dirty="0">
                <a:latin typeface="Century Gothic"/>
                <a:cs typeface="Century Gothic"/>
              </a:rPr>
              <a:t> </a:t>
            </a:r>
            <a:r>
              <a:rPr sz="1000" dirty="0">
                <a:latin typeface="Century Gothic"/>
                <a:cs typeface="Century Gothic"/>
              </a:rPr>
              <a:t>onto</a:t>
            </a:r>
            <a:r>
              <a:rPr sz="1000" spc="60" dirty="0">
                <a:latin typeface="Century Gothic"/>
                <a:cs typeface="Century Gothic"/>
              </a:rPr>
              <a:t> </a:t>
            </a:r>
            <a:r>
              <a:rPr sz="1000" spc="-110" dirty="0">
                <a:latin typeface="Century Gothic"/>
                <a:cs typeface="Century Gothic"/>
              </a:rPr>
              <a:t>a</a:t>
            </a:r>
            <a:r>
              <a:rPr sz="1000" spc="45" dirty="0">
                <a:latin typeface="Century Gothic"/>
                <a:cs typeface="Century Gothic"/>
              </a:rPr>
              <a:t> </a:t>
            </a:r>
            <a:r>
              <a:rPr sz="1000" dirty="0">
                <a:latin typeface="Century Gothic"/>
                <a:cs typeface="Century Gothic"/>
              </a:rPr>
              <a:t>computer</a:t>
            </a:r>
            <a:r>
              <a:rPr sz="1000" spc="70" dirty="0">
                <a:latin typeface="Century Gothic"/>
                <a:cs typeface="Century Gothic"/>
              </a:rPr>
              <a:t> </a:t>
            </a:r>
            <a:r>
              <a:rPr sz="1000" spc="50" dirty="0">
                <a:latin typeface="Century Gothic"/>
                <a:cs typeface="Century Gothic"/>
              </a:rPr>
              <a:t>system</a:t>
            </a:r>
            <a:r>
              <a:rPr sz="1000" spc="35" dirty="0">
                <a:latin typeface="Century Gothic"/>
                <a:cs typeface="Century Gothic"/>
              </a:rPr>
              <a:t> </a:t>
            </a:r>
            <a:r>
              <a:rPr sz="1000" dirty="0">
                <a:latin typeface="Century Gothic"/>
                <a:cs typeface="Century Gothic"/>
              </a:rPr>
              <a:t>to</a:t>
            </a:r>
            <a:r>
              <a:rPr sz="1000" spc="40" dirty="0">
                <a:latin typeface="Century Gothic"/>
                <a:cs typeface="Century Gothic"/>
              </a:rPr>
              <a:t> </a:t>
            </a:r>
            <a:r>
              <a:rPr sz="1000" dirty="0">
                <a:latin typeface="Century Gothic"/>
                <a:cs typeface="Century Gothic"/>
              </a:rPr>
              <a:t>help</a:t>
            </a:r>
            <a:r>
              <a:rPr sz="1000" spc="70" dirty="0">
                <a:latin typeface="Century Gothic"/>
                <a:cs typeface="Century Gothic"/>
              </a:rPr>
              <a:t> </a:t>
            </a:r>
            <a:r>
              <a:rPr sz="1000" spc="-20" dirty="0">
                <a:latin typeface="Century Gothic"/>
                <a:cs typeface="Century Gothic"/>
              </a:rPr>
              <a:t>your </a:t>
            </a:r>
            <a:r>
              <a:rPr sz="1000" spc="-10" dirty="0">
                <a:latin typeface="Century Gothic"/>
                <a:cs typeface="Century Gothic"/>
              </a:rPr>
              <a:t>application.</a:t>
            </a:r>
            <a:endParaRPr sz="1000">
              <a:latin typeface="Century Gothic"/>
              <a:cs typeface="Century Gothic"/>
            </a:endParaRPr>
          </a:p>
        </p:txBody>
      </p:sp>
      <p:sp>
        <p:nvSpPr>
          <p:cNvPr id="8" name="object 8"/>
          <p:cNvSpPr txBox="1"/>
          <p:nvPr/>
        </p:nvSpPr>
        <p:spPr>
          <a:xfrm>
            <a:off x="222794" y="1501212"/>
            <a:ext cx="2287905" cy="456565"/>
          </a:xfrm>
          <a:prstGeom prst="rect">
            <a:avLst/>
          </a:prstGeom>
        </p:spPr>
        <p:txBody>
          <a:bodyPr vert="horz" wrap="square" lIns="0" tIns="12700" rIns="0" bIns="0" rtlCol="0">
            <a:spAutoFit/>
          </a:bodyPr>
          <a:lstStyle/>
          <a:p>
            <a:pPr marL="12700" marR="5080" indent="5715">
              <a:lnSpc>
                <a:spcPct val="117700"/>
              </a:lnSpc>
              <a:spcBef>
                <a:spcPts val="100"/>
              </a:spcBef>
            </a:pPr>
            <a:r>
              <a:rPr sz="1200" b="1" spc="130" dirty="0">
                <a:latin typeface="Calibri"/>
                <a:cs typeface="Calibri"/>
              </a:rPr>
              <a:t>Application</a:t>
            </a:r>
            <a:r>
              <a:rPr sz="1200" b="1" spc="75" dirty="0">
                <a:latin typeface="Calibri"/>
                <a:cs typeface="Calibri"/>
              </a:rPr>
              <a:t> </a:t>
            </a:r>
            <a:r>
              <a:rPr sz="1200" b="1" spc="100" dirty="0">
                <a:latin typeface="Calibri"/>
                <a:cs typeface="Calibri"/>
              </a:rPr>
              <a:t>for</a:t>
            </a:r>
            <a:r>
              <a:rPr sz="1200" b="1" spc="80" dirty="0">
                <a:latin typeface="Calibri"/>
                <a:cs typeface="Calibri"/>
              </a:rPr>
              <a:t> </a:t>
            </a:r>
            <a:r>
              <a:rPr sz="1200" b="1" spc="155" dirty="0">
                <a:latin typeface="Calibri"/>
                <a:cs typeface="Calibri"/>
              </a:rPr>
              <a:t>employment About</a:t>
            </a:r>
            <a:r>
              <a:rPr sz="1200" b="1" spc="60" dirty="0">
                <a:latin typeface="Calibri"/>
                <a:cs typeface="Calibri"/>
              </a:rPr>
              <a:t> </a:t>
            </a:r>
            <a:r>
              <a:rPr sz="1200" b="1" spc="140" dirty="0">
                <a:latin typeface="Calibri"/>
                <a:cs typeface="Calibri"/>
              </a:rPr>
              <a:t>the</a:t>
            </a:r>
            <a:r>
              <a:rPr sz="1200" b="1" spc="65" dirty="0">
                <a:latin typeface="Calibri"/>
                <a:cs typeface="Calibri"/>
              </a:rPr>
              <a:t> </a:t>
            </a:r>
            <a:r>
              <a:rPr sz="1200" b="1" spc="155" dirty="0">
                <a:latin typeface="Calibri"/>
                <a:cs typeface="Calibri"/>
              </a:rPr>
              <a:t>vacancy</a:t>
            </a:r>
            <a:endParaRPr sz="1200">
              <a:latin typeface="Calibri"/>
              <a:cs typeface="Calibri"/>
            </a:endParaRPr>
          </a:p>
        </p:txBody>
      </p:sp>
      <p:sp>
        <p:nvSpPr>
          <p:cNvPr id="9" name="object 9"/>
          <p:cNvSpPr txBox="1"/>
          <p:nvPr/>
        </p:nvSpPr>
        <p:spPr>
          <a:xfrm>
            <a:off x="222701" y="1955587"/>
            <a:ext cx="738505" cy="1194435"/>
          </a:xfrm>
          <a:prstGeom prst="rect">
            <a:avLst/>
          </a:prstGeom>
        </p:spPr>
        <p:txBody>
          <a:bodyPr vert="horz" wrap="square" lIns="0" tIns="12065" rIns="0" bIns="0" rtlCol="0">
            <a:spAutoFit/>
          </a:bodyPr>
          <a:lstStyle/>
          <a:p>
            <a:pPr marL="33655" marR="13335">
              <a:lnSpc>
                <a:spcPct val="100000"/>
              </a:lnSpc>
              <a:spcBef>
                <a:spcPts val="95"/>
              </a:spcBef>
            </a:pPr>
            <a:r>
              <a:rPr sz="1000" spc="-10" dirty="0">
                <a:latin typeface="Century Gothic"/>
                <a:cs typeface="Century Gothic"/>
              </a:rPr>
              <a:t>Vacancy applied</a:t>
            </a:r>
            <a:r>
              <a:rPr sz="1000" spc="-25" dirty="0">
                <a:latin typeface="Century Gothic"/>
                <a:cs typeface="Century Gothic"/>
              </a:rPr>
              <a:t> for</a:t>
            </a:r>
            <a:endParaRPr sz="1000">
              <a:latin typeface="Century Gothic"/>
              <a:cs typeface="Century Gothic"/>
            </a:endParaRPr>
          </a:p>
          <a:p>
            <a:pPr marL="12700" marR="17145">
              <a:lnSpc>
                <a:spcPct val="100000"/>
              </a:lnSpc>
              <a:spcBef>
                <a:spcPts val="1000"/>
              </a:spcBef>
            </a:pPr>
            <a:r>
              <a:rPr sz="1000" spc="-10" dirty="0">
                <a:latin typeface="Century Gothic"/>
                <a:cs typeface="Century Gothic"/>
              </a:rPr>
              <a:t>Employer's </a:t>
            </a:r>
            <a:r>
              <a:rPr sz="1000" spc="-20" dirty="0">
                <a:latin typeface="Century Gothic"/>
                <a:cs typeface="Century Gothic"/>
              </a:rPr>
              <a:t>name</a:t>
            </a:r>
            <a:endParaRPr sz="1000">
              <a:latin typeface="Century Gothic"/>
              <a:cs typeface="Century Gothic"/>
            </a:endParaRPr>
          </a:p>
          <a:p>
            <a:pPr marL="19050" marR="5080">
              <a:lnSpc>
                <a:spcPct val="100000"/>
              </a:lnSpc>
              <a:spcBef>
                <a:spcPts val="1005"/>
              </a:spcBef>
            </a:pPr>
            <a:r>
              <a:rPr sz="1000" spc="50" dirty="0">
                <a:latin typeface="Century Gothic"/>
                <a:cs typeface="Century Gothic"/>
              </a:rPr>
              <a:t>Return</a:t>
            </a:r>
            <a:r>
              <a:rPr sz="1000" spc="-5" dirty="0">
                <a:latin typeface="Century Gothic"/>
                <a:cs typeface="Century Gothic"/>
              </a:rPr>
              <a:t> </a:t>
            </a:r>
            <a:r>
              <a:rPr sz="1000" spc="45" dirty="0">
                <a:latin typeface="Century Gothic"/>
                <a:cs typeface="Century Gothic"/>
              </a:rPr>
              <a:t>this </a:t>
            </a:r>
            <a:r>
              <a:rPr sz="1000" dirty="0">
                <a:latin typeface="Century Gothic"/>
                <a:cs typeface="Century Gothic"/>
              </a:rPr>
              <a:t>form</a:t>
            </a:r>
            <a:r>
              <a:rPr sz="1000" spc="185" dirty="0">
                <a:latin typeface="Century Gothic"/>
                <a:cs typeface="Century Gothic"/>
              </a:rPr>
              <a:t> </a:t>
            </a:r>
            <a:r>
              <a:rPr sz="1000" spc="-25" dirty="0">
                <a:latin typeface="Century Gothic"/>
                <a:cs typeface="Century Gothic"/>
              </a:rPr>
              <a:t>to</a:t>
            </a:r>
            <a:endParaRPr sz="1000">
              <a:latin typeface="Century Gothic"/>
              <a:cs typeface="Century Gothic"/>
            </a:endParaRPr>
          </a:p>
        </p:txBody>
      </p:sp>
      <p:sp>
        <p:nvSpPr>
          <p:cNvPr id="10" name="object 10"/>
          <p:cNvSpPr txBox="1"/>
          <p:nvPr/>
        </p:nvSpPr>
        <p:spPr>
          <a:xfrm>
            <a:off x="3521359" y="2235008"/>
            <a:ext cx="560705" cy="330200"/>
          </a:xfrm>
          <a:prstGeom prst="rect">
            <a:avLst/>
          </a:prstGeom>
        </p:spPr>
        <p:txBody>
          <a:bodyPr vert="horz" wrap="square" lIns="0" tIns="12065" rIns="0" bIns="0" rtlCol="0">
            <a:spAutoFit/>
          </a:bodyPr>
          <a:lstStyle/>
          <a:p>
            <a:pPr marL="12700" marR="5080">
              <a:lnSpc>
                <a:spcPct val="100000"/>
              </a:lnSpc>
              <a:spcBef>
                <a:spcPts val="95"/>
              </a:spcBef>
            </a:pPr>
            <a:r>
              <a:rPr sz="1000" spc="-50" dirty="0">
                <a:latin typeface="Century Gothic"/>
                <a:cs typeface="Century Gothic"/>
              </a:rPr>
              <a:t>Vacancy </a:t>
            </a:r>
            <a:r>
              <a:rPr sz="1000" spc="-10" dirty="0">
                <a:latin typeface="Century Gothic"/>
                <a:cs typeface="Century Gothic"/>
              </a:rPr>
              <a:t>number</a:t>
            </a:r>
            <a:endParaRPr sz="1000">
              <a:latin typeface="Century Gothic"/>
              <a:cs typeface="Century Gothic"/>
            </a:endParaRPr>
          </a:p>
        </p:txBody>
      </p:sp>
      <p:sp>
        <p:nvSpPr>
          <p:cNvPr id="11" name="object 11"/>
          <p:cNvSpPr txBox="1"/>
          <p:nvPr/>
        </p:nvSpPr>
        <p:spPr>
          <a:xfrm>
            <a:off x="3521359" y="2881003"/>
            <a:ext cx="822960"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Century Gothic"/>
                <a:cs typeface="Century Gothic"/>
              </a:rPr>
              <a:t>Closing</a:t>
            </a:r>
            <a:r>
              <a:rPr sz="1000" spc="155" dirty="0">
                <a:latin typeface="Century Gothic"/>
                <a:cs typeface="Century Gothic"/>
              </a:rPr>
              <a:t> </a:t>
            </a:r>
            <a:r>
              <a:rPr sz="1000" spc="-20" dirty="0">
                <a:latin typeface="Century Gothic"/>
                <a:cs typeface="Century Gothic"/>
              </a:rPr>
              <a:t>date</a:t>
            </a:r>
            <a:endParaRPr sz="1000">
              <a:latin typeface="Century Gothic"/>
              <a:cs typeface="Century Gothic"/>
            </a:endParaRPr>
          </a:p>
        </p:txBody>
      </p:sp>
      <p:sp>
        <p:nvSpPr>
          <p:cNvPr id="12" name="object 12"/>
          <p:cNvSpPr/>
          <p:nvPr/>
        </p:nvSpPr>
        <p:spPr>
          <a:xfrm>
            <a:off x="1185672" y="2010155"/>
            <a:ext cx="4521835" cy="1484630"/>
          </a:xfrm>
          <a:custGeom>
            <a:avLst/>
            <a:gdLst/>
            <a:ahLst/>
            <a:cxnLst/>
            <a:rect l="l" t="t" r="r" b="b"/>
            <a:pathLst>
              <a:path w="4521835" h="1484629">
                <a:moveTo>
                  <a:pt x="0" y="0"/>
                </a:moveTo>
                <a:lnTo>
                  <a:pt x="1808988" y="0"/>
                </a:lnTo>
                <a:lnTo>
                  <a:pt x="1808988" y="179831"/>
                </a:lnTo>
                <a:lnTo>
                  <a:pt x="0" y="179831"/>
                </a:lnTo>
                <a:lnTo>
                  <a:pt x="0" y="0"/>
                </a:lnTo>
                <a:close/>
              </a:path>
              <a:path w="4521835" h="1484629">
                <a:moveTo>
                  <a:pt x="9143" y="358140"/>
                </a:moveTo>
                <a:lnTo>
                  <a:pt x="1808988" y="358140"/>
                </a:lnTo>
                <a:lnTo>
                  <a:pt x="1808988" y="899160"/>
                </a:lnTo>
                <a:lnTo>
                  <a:pt x="9143" y="899160"/>
                </a:lnTo>
                <a:lnTo>
                  <a:pt x="9143" y="358140"/>
                </a:lnTo>
                <a:close/>
              </a:path>
              <a:path w="4521835" h="1484629">
                <a:moveTo>
                  <a:pt x="0" y="944879"/>
                </a:moveTo>
                <a:lnTo>
                  <a:pt x="1799843" y="944879"/>
                </a:lnTo>
                <a:lnTo>
                  <a:pt x="1799843" y="1484376"/>
                </a:lnTo>
                <a:lnTo>
                  <a:pt x="0" y="1484376"/>
                </a:lnTo>
                <a:lnTo>
                  <a:pt x="0" y="944879"/>
                </a:lnTo>
                <a:close/>
              </a:path>
              <a:path w="4521835" h="1484629">
                <a:moveTo>
                  <a:pt x="3549395" y="278892"/>
                </a:moveTo>
                <a:lnTo>
                  <a:pt x="4521708" y="278892"/>
                </a:lnTo>
                <a:lnTo>
                  <a:pt x="4521708" y="458724"/>
                </a:lnTo>
                <a:lnTo>
                  <a:pt x="3549395" y="458724"/>
                </a:lnTo>
                <a:lnTo>
                  <a:pt x="3549395" y="278892"/>
                </a:lnTo>
                <a:close/>
              </a:path>
            </a:pathLst>
          </a:custGeom>
          <a:ln w="12700">
            <a:solidFill>
              <a:srgbClr val="000000"/>
            </a:solidFill>
          </a:ln>
        </p:spPr>
        <p:txBody>
          <a:bodyPr wrap="square" lIns="0" tIns="0" rIns="0" bIns="0" rtlCol="0"/>
          <a:lstStyle/>
          <a:p>
            <a:endParaRPr/>
          </a:p>
        </p:txBody>
      </p:sp>
      <p:sp>
        <p:nvSpPr>
          <p:cNvPr id="13" name="object 13"/>
          <p:cNvSpPr txBox="1"/>
          <p:nvPr/>
        </p:nvSpPr>
        <p:spPr>
          <a:xfrm>
            <a:off x="4715255" y="2840735"/>
            <a:ext cx="1811020" cy="180340"/>
          </a:xfrm>
          <a:prstGeom prst="rect">
            <a:avLst/>
          </a:prstGeom>
          <a:ln w="12700">
            <a:solidFill>
              <a:srgbClr val="000000"/>
            </a:solidFill>
          </a:ln>
        </p:spPr>
        <p:txBody>
          <a:bodyPr vert="horz" wrap="square" lIns="0" tIns="0" rIns="0" bIns="0" rtlCol="0">
            <a:spAutoFit/>
          </a:bodyPr>
          <a:lstStyle/>
          <a:p>
            <a:pPr marL="635" algn="ctr">
              <a:lnSpc>
                <a:spcPts val="1310"/>
              </a:lnSpc>
              <a:tabLst>
                <a:tab pos="521970" algn="l"/>
              </a:tabLst>
            </a:pPr>
            <a:r>
              <a:rPr sz="1100" spc="-50" dirty="0">
                <a:latin typeface="Century Gothic"/>
                <a:cs typeface="Century Gothic"/>
              </a:rPr>
              <a:t>/</a:t>
            </a:r>
            <a:r>
              <a:rPr sz="1100" dirty="0">
                <a:latin typeface="Century Gothic"/>
                <a:cs typeface="Century Gothic"/>
              </a:rPr>
              <a:t>	</a:t>
            </a:r>
            <a:r>
              <a:rPr sz="1100" spc="-50" dirty="0">
                <a:latin typeface="Century Gothic"/>
                <a:cs typeface="Century Gothic"/>
              </a:rPr>
              <a:t>/</a:t>
            </a:r>
            <a:endParaRPr sz="1100">
              <a:latin typeface="Century Gothic"/>
              <a:cs typeface="Century Gothic"/>
            </a:endParaRPr>
          </a:p>
        </p:txBody>
      </p:sp>
      <p:sp>
        <p:nvSpPr>
          <p:cNvPr id="14" name="object 14"/>
          <p:cNvSpPr txBox="1"/>
          <p:nvPr/>
        </p:nvSpPr>
        <p:spPr>
          <a:xfrm>
            <a:off x="3478732" y="4292982"/>
            <a:ext cx="890269" cy="177800"/>
          </a:xfrm>
          <a:prstGeom prst="rect">
            <a:avLst/>
          </a:prstGeom>
        </p:spPr>
        <p:txBody>
          <a:bodyPr vert="horz" wrap="square" lIns="0" tIns="12065" rIns="0" bIns="0" rtlCol="0">
            <a:spAutoFit/>
          </a:bodyPr>
          <a:lstStyle/>
          <a:p>
            <a:pPr marL="12700">
              <a:lnSpc>
                <a:spcPct val="100000"/>
              </a:lnSpc>
              <a:spcBef>
                <a:spcPts val="95"/>
              </a:spcBef>
            </a:pPr>
            <a:r>
              <a:rPr sz="1000" b="1" spc="110" dirty="0">
                <a:latin typeface="Calibri"/>
                <a:cs typeface="Calibri"/>
              </a:rPr>
              <a:t>Other</a:t>
            </a:r>
            <a:r>
              <a:rPr sz="1000" b="1" spc="90" dirty="0">
                <a:latin typeface="Calibri"/>
                <a:cs typeface="Calibri"/>
              </a:rPr>
              <a:t> </a:t>
            </a:r>
            <a:r>
              <a:rPr sz="1000" b="1" spc="125" dirty="0">
                <a:latin typeface="Calibri"/>
                <a:cs typeface="Calibri"/>
              </a:rPr>
              <a:t>names</a:t>
            </a:r>
            <a:endParaRPr sz="1000">
              <a:latin typeface="Calibri"/>
              <a:cs typeface="Calibri"/>
            </a:endParaRPr>
          </a:p>
        </p:txBody>
      </p:sp>
      <p:sp>
        <p:nvSpPr>
          <p:cNvPr id="15" name="object 15"/>
          <p:cNvSpPr/>
          <p:nvPr/>
        </p:nvSpPr>
        <p:spPr>
          <a:xfrm>
            <a:off x="4088891" y="4002023"/>
            <a:ext cx="180340" cy="180340"/>
          </a:xfrm>
          <a:custGeom>
            <a:avLst/>
            <a:gdLst/>
            <a:ahLst/>
            <a:cxnLst/>
            <a:rect l="l" t="t" r="r" b="b"/>
            <a:pathLst>
              <a:path w="180339" h="180339">
                <a:moveTo>
                  <a:pt x="0" y="0"/>
                </a:moveTo>
                <a:lnTo>
                  <a:pt x="179832" y="0"/>
                </a:lnTo>
                <a:lnTo>
                  <a:pt x="179832" y="179832"/>
                </a:lnTo>
                <a:lnTo>
                  <a:pt x="0" y="179832"/>
                </a:lnTo>
                <a:lnTo>
                  <a:pt x="0" y="0"/>
                </a:lnTo>
                <a:close/>
              </a:path>
            </a:pathLst>
          </a:custGeom>
          <a:ln w="12700">
            <a:solidFill>
              <a:srgbClr val="000000"/>
            </a:solidFill>
          </a:ln>
        </p:spPr>
        <p:txBody>
          <a:bodyPr wrap="square" lIns="0" tIns="0" rIns="0" bIns="0" rtlCol="0"/>
          <a:lstStyle/>
          <a:p>
            <a:endParaRPr/>
          </a:p>
        </p:txBody>
      </p:sp>
      <p:sp>
        <p:nvSpPr>
          <p:cNvPr id="16" name="object 16"/>
          <p:cNvSpPr/>
          <p:nvPr/>
        </p:nvSpPr>
        <p:spPr>
          <a:xfrm>
            <a:off x="3302508" y="4002023"/>
            <a:ext cx="181610" cy="180340"/>
          </a:xfrm>
          <a:custGeom>
            <a:avLst/>
            <a:gdLst/>
            <a:ahLst/>
            <a:cxnLst/>
            <a:rect l="l" t="t" r="r" b="b"/>
            <a:pathLst>
              <a:path w="181610" h="180339">
                <a:moveTo>
                  <a:pt x="0" y="0"/>
                </a:moveTo>
                <a:lnTo>
                  <a:pt x="181355" y="0"/>
                </a:lnTo>
                <a:lnTo>
                  <a:pt x="181355" y="179832"/>
                </a:lnTo>
                <a:lnTo>
                  <a:pt x="0" y="179832"/>
                </a:lnTo>
                <a:lnTo>
                  <a:pt x="0" y="0"/>
                </a:lnTo>
                <a:close/>
              </a:path>
            </a:pathLst>
          </a:custGeom>
          <a:ln w="12700">
            <a:solidFill>
              <a:srgbClr val="000000"/>
            </a:solidFill>
          </a:ln>
        </p:spPr>
        <p:txBody>
          <a:bodyPr wrap="square" lIns="0" tIns="0" rIns="0" bIns="0" rtlCol="0"/>
          <a:lstStyle/>
          <a:p>
            <a:endParaRPr/>
          </a:p>
        </p:txBody>
      </p:sp>
      <p:sp>
        <p:nvSpPr>
          <p:cNvPr id="17" name="object 17"/>
          <p:cNvSpPr/>
          <p:nvPr/>
        </p:nvSpPr>
        <p:spPr>
          <a:xfrm>
            <a:off x="2676144" y="4002023"/>
            <a:ext cx="180340" cy="181610"/>
          </a:xfrm>
          <a:custGeom>
            <a:avLst/>
            <a:gdLst/>
            <a:ahLst/>
            <a:cxnLst/>
            <a:rect l="l" t="t" r="r" b="b"/>
            <a:pathLst>
              <a:path w="180339" h="181610">
                <a:moveTo>
                  <a:pt x="0" y="0"/>
                </a:moveTo>
                <a:lnTo>
                  <a:pt x="179831" y="0"/>
                </a:lnTo>
                <a:lnTo>
                  <a:pt x="179831" y="181355"/>
                </a:lnTo>
                <a:lnTo>
                  <a:pt x="0" y="181355"/>
                </a:lnTo>
                <a:lnTo>
                  <a:pt x="0" y="0"/>
                </a:lnTo>
                <a:close/>
              </a:path>
            </a:pathLst>
          </a:custGeom>
          <a:ln w="12700">
            <a:solidFill>
              <a:srgbClr val="000000"/>
            </a:solidFill>
          </a:ln>
        </p:spPr>
        <p:txBody>
          <a:bodyPr wrap="square" lIns="0" tIns="0" rIns="0" bIns="0" rtlCol="0"/>
          <a:lstStyle/>
          <a:p>
            <a:endParaRPr/>
          </a:p>
        </p:txBody>
      </p:sp>
      <p:sp>
        <p:nvSpPr>
          <p:cNvPr id="18" name="object 18"/>
          <p:cNvSpPr/>
          <p:nvPr/>
        </p:nvSpPr>
        <p:spPr>
          <a:xfrm>
            <a:off x="1367027" y="4002023"/>
            <a:ext cx="5119370" cy="1148080"/>
          </a:xfrm>
          <a:custGeom>
            <a:avLst/>
            <a:gdLst/>
            <a:ahLst/>
            <a:cxnLst/>
            <a:rect l="l" t="t" r="r" b="b"/>
            <a:pathLst>
              <a:path w="5119370" h="1148079">
                <a:moveTo>
                  <a:pt x="4146804" y="19812"/>
                </a:moveTo>
                <a:lnTo>
                  <a:pt x="5119116" y="19812"/>
                </a:lnTo>
                <a:lnTo>
                  <a:pt x="5119116" y="199644"/>
                </a:lnTo>
                <a:lnTo>
                  <a:pt x="4146804" y="199644"/>
                </a:lnTo>
                <a:lnTo>
                  <a:pt x="4146804" y="19812"/>
                </a:lnTo>
                <a:close/>
              </a:path>
              <a:path w="5119370" h="1148079">
                <a:moveTo>
                  <a:pt x="627888" y="0"/>
                </a:moveTo>
                <a:lnTo>
                  <a:pt x="807720" y="0"/>
                </a:lnTo>
                <a:lnTo>
                  <a:pt x="807720" y="181355"/>
                </a:lnTo>
                <a:lnTo>
                  <a:pt x="627888" y="181355"/>
                </a:lnTo>
                <a:lnTo>
                  <a:pt x="627888" y="0"/>
                </a:lnTo>
                <a:close/>
              </a:path>
              <a:path w="5119370" h="1148079">
                <a:moveTo>
                  <a:pt x="6096" y="1524"/>
                </a:moveTo>
                <a:lnTo>
                  <a:pt x="193548" y="1524"/>
                </a:lnTo>
                <a:lnTo>
                  <a:pt x="193548" y="158496"/>
                </a:lnTo>
                <a:lnTo>
                  <a:pt x="6096" y="158496"/>
                </a:lnTo>
                <a:lnTo>
                  <a:pt x="6096" y="1524"/>
                </a:lnTo>
                <a:close/>
              </a:path>
              <a:path w="5119370" h="1148079">
                <a:moveTo>
                  <a:pt x="10668" y="608076"/>
                </a:moveTo>
                <a:lnTo>
                  <a:pt x="3357372" y="608076"/>
                </a:lnTo>
                <a:lnTo>
                  <a:pt x="3357372" y="1147572"/>
                </a:lnTo>
                <a:lnTo>
                  <a:pt x="10668" y="1147572"/>
                </a:lnTo>
                <a:lnTo>
                  <a:pt x="10668" y="608076"/>
                </a:lnTo>
                <a:close/>
              </a:path>
              <a:path w="5119370" h="1148079">
                <a:moveTo>
                  <a:pt x="3031236" y="304800"/>
                </a:moveTo>
                <a:lnTo>
                  <a:pt x="5119116" y="304800"/>
                </a:lnTo>
                <a:lnTo>
                  <a:pt x="5119116" y="486155"/>
                </a:lnTo>
                <a:lnTo>
                  <a:pt x="3031236" y="486155"/>
                </a:lnTo>
                <a:lnTo>
                  <a:pt x="3031236" y="304800"/>
                </a:lnTo>
                <a:close/>
              </a:path>
              <a:path w="5119370" h="1148079">
                <a:moveTo>
                  <a:pt x="0" y="323088"/>
                </a:moveTo>
                <a:lnTo>
                  <a:pt x="2087880" y="323088"/>
                </a:lnTo>
                <a:lnTo>
                  <a:pt x="2087880" y="502920"/>
                </a:lnTo>
                <a:lnTo>
                  <a:pt x="0" y="502920"/>
                </a:lnTo>
                <a:lnTo>
                  <a:pt x="0" y="323088"/>
                </a:lnTo>
                <a:close/>
              </a:path>
            </a:pathLst>
          </a:custGeom>
          <a:ln w="12700">
            <a:solidFill>
              <a:srgbClr val="000000"/>
            </a:solidFill>
          </a:ln>
        </p:spPr>
        <p:txBody>
          <a:bodyPr wrap="square" lIns="0" tIns="0" rIns="0" bIns="0" rtlCol="0"/>
          <a:lstStyle/>
          <a:p>
            <a:endParaRPr/>
          </a:p>
        </p:txBody>
      </p:sp>
      <p:sp>
        <p:nvSpPr>
          <p:cNvPr id="19" name="object 19"/>
          <p:cNvSpPr txBox="1"/>
          <p:nvPr/>
        </p:nvSpPr>
        <p:spPr>
          <a:xfrm>
            <a:off x="229325" y="3641344"/>
            <a:ext cx="1316355" cy="1122045"/>
          </a:xfrm>
          <a:prstGeom prst="rect">
            <a:avLst/>
          </a:prstGeom>
        </p:spPr>
        <p:txBody>
          <a:bodyPr vert="horz" wrap="square" lIns="0" tIns="100965" rIns="0" bIns="0" rtlCol="0">
            <a:spAutoFit/>
          </a:bodyPr>
          <a:lstStyle/>
          <a:p>
            <a:pPr marL="27305">
              <a:lnSpc>
                <a:spcPct val="100000"/>
              </a:lnSpc>
              <a:spcBef>
                <a:spcPts val="795"/>
              </a:spcBef>
            </a:pPr>
            <a:r>
              <a:rPr sz="1200" b="1" spc="140" dirty="0">
                <a:latin typeface="Calibri"/>
                <a:cs typeface="Calibri"/>
              </a:rPr>
              <a:t>Personal</a:t>
            </a:r>
            <a:r>
              <a:rPr sz="1200" b="1" spc="65" dirty="0">
                <a:latin typeface="Calibri"/>
                <a:cs typeface="Calibri"/>
              </a:rPr>
              <a:t> </a:t>
            </a:r>
            <a:r>
              <a:rPr sz="1200" b="1" spc="110" dirty="0">
                <a:latin typeface="Calibri"/>
                <a:cs typeface="Calibri"/>
              </a:rPr>
              <a:t>details</a:t>
            </a:r>
            <a:endParaRPr sz="1200">
              <a:latin typeface="Calibri"/>
              <a:cs typeface="Calibri"/>
            </a:endParaRPr>
          </a:p>
          <a:p>
            <a:pPr marL="27305">
              <a:lnSpc>
                <a:spcPct val="100000"/>
              </a:lnSpc>
              <a:spcBef>
                <a:spcPts val="575"/>
              </a:spcBef>
              <a:tabLst>
                <a:tab pos="967105" algn="l"/>
              </a:tabLst>
            </a:pPr>
            <a:r>
              <a:rPr sz="1000" b="1" spc="-125" dirty="0">
                <a:latin typeface="Calibri"/>
                <a:cs typeface="Calibri"/>
              </a:rPr>
              <a:t>1</a:t>
            </a:r>
            <a:r>
              <a:rPr sz="1000" b="1" spc="55" dirty="0">
                <a:latin typeface="Calibri"/>
                <a:cs typeface="Calibri"/>
              </a:rPr>
              <a:t> </a:t>
            </a:r>
            <a:r>
              <a:rPr sz="1000" b="1" spc="70" dirty="0">
                <a:latin typeface="Calibri"/>
                <a:cs typeface="Calibri"/>
              </a:rPr>
              <a:t>Title</a:t>
            </a:r>
            <a:r>
              <a:rPr sz="1000" b="1" dirty="0">
                <a:latin typeface="Calibri"/>
                <a:cs typeface="Calibri"/>
              </a:rPr>
              <a:t>	</a:t>
            </a:r>
            <a:r>
              <a:rPr sz="1500" b="1" spc="60" baseline="2777" dirty="0">
                <a:latin typeface="Calibri"/>
                <a:cs typeface="Calibri"/>
              </a:rPr>
              <a:t>Mr</a:t>
            </a:r>
            <a:endParaRPr sz="1500" baseline="2777">
              <a:latin typeface="Calibri"/>
              <a:cs typeface="Calibri"/>
            </a:endParaRPr>
          </a:p>
          <a:p>
            <a:pPr marL="12700" marR="607060" indent="88265">
              <a:lnSpc>
                <a:spcPct val="187400"/>
              </a:lnSpc>
              <a:spcBef>
                <a:spcPts val="225"/>
              </a:spcBef>
            </a:pPr>
            <a:r>
              <a:rPr sz="1000" b="1" spc="130" dirty="0">
                <a:latin typeface="Calibri"/>
                <a:cs typeface="Calibri"/>
              </a:rPr>
              <a:t>Surname </a:t>
            </a:r>
            <a:r>
              <a:rPr sz="1000" b="1" spc="70" dirty="0">
                <a:latin typeface="Calibri"/>
                <a:cs typeface="Calibri"/>
              </a:rPr>
              <a:t>2</a:t>
            </a:r>
            <a:r>
              <a:rPr sz="1000" b="1" spc="60" dirty="0">
                <a:latin typeface="Calibri"/>
                <a:cs typeface="Calibri"/>
              </a:rPr>
              <a:t> </a:t>
            </a:r>
            <a:r>
              <a:rPr sz="1000" b="1" spc="114" dirty="0">
                <a:latin typeface="Calibri"/>
                <a:cs typeface="Calibri"/>
              </a:rPr>
              <a:t>Address</a:t>
            </a:r>
            <a:endParaRPr sz="1000">
              <a:latin typeface="Calibri"/>
              <a:cs typeface="Calibri"/>
            </a:endParaRPr>
          </a:p>
        </p:txBody>
      </p:sp>
      <p:sp>
        <p:nvSpPr>
          <p:cNvPr id="20" name="object 20"/>
          <p:cNvSpPr txBox="1"/>
          <p:nvPr/>
        </p:nvSpPr>
        <p:spPr>
          <a:xfrm>
            <a:off x="233878" y="5287023"/>
            <a:ext cx="1012825" cy="330200"/>
          </a:xfrm>
          <a:prstGeom prst="rect">
            <a:avLst/>
          </a:prstGeom>
        </p:spPr>
        <p:txBody>
          <a:bodyPr vert="horz" wrap="square" lIns="0" tIns="12065" rIns="0" bIns="0" rtlCol="0">
            <a:spAutoFit/>
          </a:bodyPr>
          <a:lstStyle/>
          <a:p>
            <a:pPr marL="12700" marR="5080">
              <a:lnSpc>
                <a:spcPct val="100000"/>
              </a:lnSpc>
              <a:spcBef>
                <a:spcPts val="95"/>
              </a:spcBef>
            </a:pPr>
            <a:r>
              <a:rPr sz="1000" b="1" spc="75" dirty="0">
                <a:latin typeface="Calibri"/>
                <a:cs typeface="Calibri"/>
              </a:rPr>
              <a:t>3</a:t>
            </a:r>
            <a:r>
              <a:rPr sz="1000" b="1" spc="60" dirty="0">
                <a:latin typeface="Calibri"/>
                <a:cs typeface="Calibri"/>
              </a:rPr>
              <a:t> </a:t>
            </a:r>
            <a:r>
              <a:rPr sz="1000" b="1" spc="105" dirty="0">
                <a:latin typeface="Calibri"/>
                <a:cs typeface="Calibri"/>
              </a:rPr>
              <a:t>Full</a:t>
            </a:r>
            <a:r>
              <a:rPr sz="1000" b="1" spc="60" dirty="0">
                <a:latin typeface="Calibri"/>
                <a:cs typeface="Calibri"/>
              </a:rPr>
              <a:t> </a:t>
            </a:r>
            <a:r>
              <a:rPr sz="1000" b="1" spc="110" dirty="0">
                <a:latin typeface="Calibri"/>
                <a:cs typeface="Calibri"/>
              </a:rPr>
              <a:t>daytime </a:t>
            </a:r>
            <a:r>
              <a:rPr sz="1000" b="1" spc="130" dirty="0">
                <a:latin typeface="Calibri"/>
                <a:cs typeface="Calibri"/>
              </a:rPr>
              <a:t>phone</a:t>
            </a:r>
            <a:r>
              <a:rPr sz="1000" b="1" spc="65" dirty="0">
                <a:latin typeface="Calibri"/>
                <a:cs typeface="Calibri"/>
              </a:rPr>
              <a:t> </a:t>
            </a:r>
            <a:r>
              <a:rPr sz="1000" b="1" spc="130" dirty="0">
                <a:latin typeface="Calibri"/>
                <a:cs typeface="Calibri"/>
              </a:rPr>
              <a:t>number</a:t>
            </a:r>
            <a:endParaRPr sz="1000">
              <a:latin typeface="Calibri"/>
              <a:cs typeface="Calibri"/>
            </a:endParaRPr>
          </a:p>
        </p:txBody>
      </p:sp>
      <p:sp>
        <p:nvSpPr>
          <p:cNvPr id="21" name="object 21"/>
          <p:cNvSpPr txBox="1"/>
          <p:nvPr/>
        </p:nvSpPr>
        <p:spPr>
          <a:xfrm>
            <a:off x="3507744" y="5287023"/>
            <a:ext cx="1012825" cy="330200"/>
          </a:xfrm>
          <a:prstGeom prst="rect">
            <a:avLst/>
          </a:prstGeom>
        </p:spPr>
        <p:txBody>
          <a:bodyPr vert="horz" wrap="square" lIns="0" tIns="12065" rIns="0" bIns="0" rtlCol="0">
            <a:spAutoFit/>
          </a:bodyPr>
          <a:lstStyle/>
          <a:p>
            <a:pPr marL="12700" marR="5080">
              <a:lnSpc>
                <a:spcPct val="100000"/>
              </a:lnSpc>
              <a:spcBef>
                <a:spcPts val="95"/>
              </a:spcBef>
            </a:pPr>
            <a:r>
              <a:rPr sz="1000" b="1" spc="105" dirty="0">
                <a:latin typeface="Calibri"/>
                <a:cs typeface="Calibri"/>
              </a:rPr>
              <a:t>Full</a:t>
            </a:r>
            <a:r>
              <a:rPr sz="1000" b="1" spc="60" dirty="0">
                <a:latin typeface="Calibri"/>
                <a:cs typeface="Calibri"/>
              </a:rPr>
              <a:t> </a:t>
            </a:r>
            <a:r>
              <a:rPr sz="1000" b="1" spc="120" dirty="0">
                <a:latin typeface="Calibri"/>
                <a:cs typeface="Calibri"/>
              </a:rPr>
              <a:t>evening </a:t>
            </a:r>
            <a:r>
              <a:rPr sz="1000" b="1" spc="130" dirty="0">
                <a:latin typeface="Calibri"/>
                <a:cs typeface="Calibri"/>
              </a:rPr>
              <a:t>phone</a:t>
            </a:r>
            <a:r>
              <a:rPr sz="1000" b="1" spc="65" dirty="0">
                <a:latin typeface="Calibri"/>
                <a:cs typeface="Calibri"/>
              </a:rPr>
              <a:t> </a:t>
            </a:r>
            <a:r>
              <a:rPr sz="1000" b="1" spc="130" dirty="0">
                <a:latin typeface="Calibri"/>
                <a:cs typeface="Calibri"/>
              </a:rPr>
              <a:t>number</a:t>
            </a:r>
            <a:endParaRPr sz="1000">
              <a:latin typeface="Calibri"/>
              <a:cs typeface="Calibri"/>
            </a:endParaRPr>
          </a:p>
        </p:txBody>
      </p:sp>
      <p:sp>
        <p:nvSpPr>
          <p:cNvPr id="22" name="object 22"/>
          <p:cNvSpPr/>
          <p:nvPr/>
        </p:nvSpPr>
        <p:spPr>
          <a:xfrm>
            <a:off x="1367027" y="5349240"/>
            <a:ext cx="5294630" cy="1069975"/>
          </a:xfrm>
          <a:custGeom>
            <a:avLst/>
            <a:gdLst/>
            <a:ahLst/>
            <a:cxnLst/>
            <a:rect l="l" t="t" r="r" b="b"/>
            <a:pathLst>
              <a:path w="5294630" h="1069975">
                <a:moveTo>
                  <a:pt x="3243072" y="0"/>
                </a:moveTo>
                <a:lnTo>
                  <a:pt x="5294376" y="0"/>
                </a:lnTo>
                <a:lnTo>
                  <a:pt x="5294376" y="179832"/>
                </a:lnTo>
                <a:lnTo>
                  <a:pt x="3243072" y="179832"/>
                </a:lnTo>
                <a:lnTo>
                  <a:pt x="3243072" y="0"/>
                </a:lnTo>
                <a:close/>
              </a:path>
              <a:path w="5294630" h="1069975">
                <a:moveTo>
                  <a:pt x="0" y="18287"/>
                </a:moveTo>
                <a:lnTo>
                  <a:pt x="2052827" y="18287"/>
                </a:lnTo>
                <a:lnTo>
                  <a:pt x="2052827" y="198120"/>
                </a:lnTo>
                <a:lnTo>
                  <a:pt x="0" y="198120"/>
                </a:lnTo>
                <a:lnTo>
                  <a:pt x="0" y="18287"/>
                </a:lnTo>
                <a:close/>
              </a:path>
              <a:path w="5294630" h="1069975">
                <a:moveTo>
                  <a:pt x="1524" y="469392"/>
                </a:moveTo>
                <a:lnTo>
                  <a:pt x="2089404" y="469392"/>
                </a:lnTo>
                <a:lnTo>
                  <a:pt x="2089404" y="649224"/>
                </a:lnTo>
                <a:lnTo>
                  <a:pt x="1524" y="649224"/>
                </a:lnTo>
                <a:lnTo>
                  <a:pt x="1524" y="469392"/>
                </a:lnTo>
                <a:close/>
              </a:path>
              <a:path w="5294630" h="1069975">
                <a:moveTo>
                  <a:pt x="6096" y="888492"/>
                </a:moveTo>
                <a:lnTo>
                  <a:pt x="5119116" y="888492"/>
                </a:lnTo>
                <a:lnTo>
                  <a:pt x="5119116" y="1069848"/>
                </a:lnTo>
                <a:lnTo>
                  <a:pt x="6096" y="1069848"/>
                </a:lnTo>
                <a:lnTo>
                  <a:pt x="6096" y="888492"/>
                </a:lnTo>
                <a:close/>
              </a:path>
            </a:pathLst>
          </a:custGeom>
          <a:ln w="12700">
            <a:solidFill>
              <a:srgbClr val="000000"/>
            </a:solidFill>
          </a:ln>
        </p:spPr>
        <p:txBody>
          <a:bodyPr wrap="square" lIns="0" tIns="0" rIns="0" bIns="0" rtlCol="0"/>
          <a:lstStyle/>
          <a:p>
            <a:endParaRPr/>
          </a:p>
        </p:txBody>
      </p:sp>
      <p:sp>
        <p:nvSpPr>
          <p:cNvPr id="23" name="object 23"/>
          <p:cNvSpPr txBox="1"/>
          <p:nvPr/>
        </p:nvSpPr>
        <p:spPr>
          <a:xfrm>
            <a:off x="221744" y="5753260"/>
            <a:ext cx="3459479" cy="2811145"/>
          </a:xfrm>
          <a:prstGeom prst="rect">
            <a:avLst/>
          </a:prstGeom>
        </p:spPr>
        <p:txBody>
          <a:bodyPr vert="horz" wrap="square" lIns="0" tIns="12065" rIns="0" bIns="0" rtlCol="0">
            <a:spAutoFit/>
          </a:bodyPr>
          <a:lstStyle/>
          <a:p>
            <a:pPr marL="12700" marR="2894330" indent="-635">
              <a:lnSpc>
                <a:spcPct val="100000"/>
              </a:lnSpc>
              <a:spcBef>
                <a:spcPts val="95"/>
              </a:spcBef>
              <a:buAutoNum type="arabicPlain" startAt="4"/>
              <a:tabLst>
                <a:tab pos="12700" algn="l"/>
                <a:tab pos="134620" algn="l"/>
              </a:tabLst>
            </a:pPr>
            <a:r>
              <a:rPr sz="1000" b="1" spc="130" dirty="0">
                <a:latin typeface="Calibri"/>
                <a:cs typeface="Calibri"/>
              </a:rPr>
              <a:t>	E-</a:t>
            </a:r>
            <a:r>
              <a:rPr sz="1000" b="1" spc="85" dirty="0">
                <a:latin typeface="Calibri"/>
                <a:cs typeface="Calibri"/>
              </a:rPr>
              <a:t>mail </a:t>
            </a:r>
            <a:r>
              <a:rPr sz="1000" b="1" spc="110" dirty="0">
                <a:latin typeface="Calibri"/>
                <a:cs typeface="Calibri"/>
              </a:rPr>
              <a:t>address</a:t>
            </a:r>
            <a:endParaRPr sz="1000">
              <a:latin typeface="Calibri"/>
              <a:cs typeface="Calibri"/>
            </a:endParaRPr>
          </a:p>
          <a:p>
            <a:pPr marL="13335" marR="2571115" indent="111760">
              <a:lnSpc>
                <a:spcPct val="100000"/>
              </a:lnSpc>
              <a:spcBef>
                <a:spcPts val="1140"/>
              </a:spcBef>
              <a:buAutoNum type="arabicPlain" startAt="4"/>
              <a:tabLst>
                <a:tab pos="125095" algn="l"/>
              </a:tabLst>
            </a:pPr>
            <a:r>
              <a:rPr sz="1000" b="1" spc="110" dirty="0">
                <a:latin typeface="Calibri"/>
                <a:cs typeface="Calibri"/>
              </a:rPr>
              <a:t>Driving </a:t>
            </a:r>
            <a:r>
              <a:rPr sz="1000" b="1" spc="114" dirty="0">
                <a:latin typeface="Calibri"/>
                <a:cs typeface="Calibri"/>
              </a:rPr>
              <a:t>licences</a:t>
            </a:r>
            <a:r>
              <a:rPr sz="1000" b="1" spc="80" dirty="0">
                <a:latin typeface="Calibri"/>
                <a:cs typeface="Calibri"/>
              </a:rPr>
              <a:t> </a:t>
            </a:r>
            <a:r>
              <a:rPr sz="1000" b="1" spc="90" dirty="0">
                <a:latin typeface="Calibri"/>
                <a:cs typeface="Calibri"/>
              </a:rPr>
              <a:t>held</a:t>
            </a:r>
            <a:endParaRPr sz="1000">
              <a:latin typeface="Calibri"/>
              <a:cs typeface="Calibri"/>
            </a:endParaRPr>
          </a:p>
          <a:p>
            <a:pPr marL="19685" marR="5080">
              <a:lnSpc>
                <a:spcPct val="100000"/>
              </a:lnSpc>
              <a:spcBef>
                <a:spcPts val="384"/>
              </a:spcBef>
            </a:pPr>
            <a:r>
              <a:rPr sz="1000" dirty="0">
                <a:latin typeface="Century Gothic"/>
                <a:cs typeface="Century Gothic"/>
              </a:rPr>
              <a:t>Include</a:t>
            </a:r>
            <a:r>
              <a:rPr sz="1000" spc="60" dirty="0">
                <a:latin typeface="Century Gothic"/>
                <a:cs typeface="Century Gothic"/>
              </a:rPr>
              <a:t> </a:t>
            </a:r>
            <a:r>
              <a:rPr sz="1000" dirty="0">
                <a:latin typeface="Century Gothic"/>
                <a:cs typeface="Century Gothic"/>
              </a:rPr>
              <a:t>any</a:t>
            </a:r>
            <a:r>
              <a:rPr sz="1000" spc="45" dirty="0">
                <a:latin typeface="Century Gothic"/>
                <a:cs typeface="Century Gothic"/>
              </a:rPr>
              <a:t> </a:t>
            </a:r>
            <a:r>
              <a:rPr sz="1000" dirty="0">
                <a:latin typeface="Century Gothic"/>
                <a:cs typeface="Century Gothic"/>
              </a:rPr>
              <a:t>points</a:t>
            </a:r>
            <a:r>
              <a:rPr sz="1000" spc="70" dirty="0">
                <a:latin typeface="Century Gothic"/>
                <a:cs typeface="Century Gothic"/>
              </a:rPr>
              <a:t> </a:t>
            </a:r>
            <a:r>
              <a:rPr sz="1000" dirty="0">
                <a:latin typeface="Century Gothic"/>
                <a:cs typeface="Century Gothic"/>
              </a:rPr>
              <a:t>on</a:t>
            </a:r>
            <a:r>
              <a:rPr sz="1000" spc="50" dirty="0">
                <a:latin typeface="Century Gothic"/>
                <a:cs typeface="Century Gothic"/>
              </a:rPr>
              <a:t> </a:t>
            </a:r>
            <a:r>
              <a:rPr sz="1000" dirty="0">
                <a:latin typeface="Century Gothic"/>
                <a:cs typeface="Century Gothic"/>
              </a:rPr>
              <a:t>your</a:t>
            </a:r>
            <a:r>
              <a:rPr sz="1000" spc="40" dirty="0">
                <a:latin typeface="Century Gothic"/>
                <a:cs typeface="Century Gothic"/>
              </a:rPr>
              <a:t> </a:t>
            </a:r>
            <a:r>
              <a:rPr sz="1000" spc="-10" dirty="0">
                <a:latin typeface="Century Gothic"/>
                <a:cs typeface="Century Gothic"/>
              </a:rPr>
              <a:t>licence</a:t>
            </a:r>
            <a:r>
              <a:rPr sz="1000" spc="75" dirty="0">
                <a:latin typeface="Century Gothic"/>
                <a:cs typeface="Century Gothic"/>
              </a:rPr>
              <a:t> </a:t>
            </a:r>
            <a:r>
              <a:rPr sz="1000" spc="-20" dirty="0">
                <a:latin typeface="Century Gothic"/>
                <a:cs typeface="Century Gothic"/>
              </a:rPr>
              <a:t>and</a:t>
            </a:r>
            <a:r>
              <a:rPr sz="1000" spc="40" dirty="0">
                <a:latin typeface="Century Gothic"/>
                <a:cs typeface="Century Gothic"/>
              </a:rPr>
              <a:t> </a:t>
            </a:r>
            <a:r>
              <a:rPr sz="1000" dirty="0">
                <a:latin typeface="Century Gothic"/>
                <a:cs typeface="Century Gothic"/>
              </a:rPr>
              <a:t>the</a:t>
            </a:r>
            <a:r>
              <a:rPr sz="1000" spc="50" dirty="0">
                <a:latin typeface="Century Gothic"/>
                <a:cs typeface="Century Gothic"/>
              </a:rPr>
              <a:t> </a:t>
            </a:r>
            <a:r>
              <a:rPr sz="1000" dirty="0">
                <a:latin typeface="Century Gothic"/>
                <a:cs typeface="Century Gothic"/>
              </a:rPr>
              <a:t>reasons</a:t>
            </a:r>
            <a:r>
              <a:rPr sz="1000" spc="45" dirty="0">
                <a:latin typeface="Century Gothic"/>
                <a:cs typeface="Century Gothic"/>
              </a:rPr>
              <a:t> </a:t>
            </a:r>
            <a:r>
              <a:rPr sz="1000" spc="-25" dirty="0">
                <a:latin typeface="Century Gothic"/>
                <a:cs typeface="Century Gothic"/>
              </a:rPr>
              <a:t>for </a:t>
            </a:r>
            <a:r>
              <a:rPr sz="1000" spc="-10" dirty="0">
                <a:latin typeface="Century Gothic"/>
                <a:cs typeface="Century Gothic"/>
              </a:rPr>
              <a:t>them.</a:t>
            </a:r>
            <a:endParaRPr sz="1000">
              <a:latin typeface="Century Gothic"/>
              <a:cs typeface="Century Gothic"/>
            </a:endParaRPr>
          </a:p>
          <a:p>
            <a:pPr marL="36195" marR="2769870" indent="152400">
              <a:lnSpc>
                <a:spcPct val="100000"/>
              </a:lnSpc>
              <a:spcBef>
                <a:spcPts val="10"/>
              </a:spcBef>
              <a:buAutoNum type="arabicPlain" startAt="6"/>
              <a:tabLst>
                <a:tab pos="188595" algn="l"/>
              </a:tabLst>
            </a:pPr>
            <a:r>
              <a:rPr sz="1000" b="1" spc="130" dirty="0">
                <a:latin typeface="Calibri"/>
                <a:cs typeface="Calibri"/>
              </a:rPr>
              <a:t>Work </a:t>
            </a:r>
            <a:r>
              <a:rPr sz="1000" b="1" spc="85" dirty="0">
                <a:latin typeface="Calibri"/>
                <a:cs typeface="Calibri"/>
              </a:rPr>
              <a:t>history </a:t>
            </a:r>
            <a:r>
              <a:rPr sz="1000" dirty="0">
                <a:latin typeface="Century Gothic"/>
                <a:cs typeface="Century Gothic"/>
              </a:rPr>
              <a:t>Start</a:t>
            </a:r>
            <a:r>
              <a:rPr sz="1000" spc="195" dirty="0">
                <a:latin typeface="Century Gothic"/>
                <a:cs typeface="Century Gothic"/>
              </a:rPr>
              <a:t> </a:t>
            </a:r>
            <a:r>
              <a:rPr sz="1000" spc="35" dirty="0">
                <a:latin typeface="Century Gothic"/>
                <a:cs typeface="Century Gothic"/>
              </a:rPr>
              <a:t>with </a:t>
            </a:r>
            <a:r>
              <a:rPr sz="1000" dirty="0">
                <a:latin typeface="Century Gothic"/>
                <a:cs typeface="Century Gothic"/>
              </a:rPr>
              <a:t>your</a:t>
            </a:r>
            <a:r>
              <a:rPr sz="1000" spc="105" dirty="0">
                <a:latin typeface="Century Gothic"/>
                <a:cs typeface="Century Gothic"/>
              </a:rPr>
              <a:t> </a:t>
            </a:r>
            <a:r>
              <a:rPr sz="1000" spc="35" dirty="0">
                <a:latin typeface="Century Gothic"/>
                <a:cs typeface="Century Gothic"/>
              </a:rPr>
              <a:t>most </a:t>
            </a:r>
            <a:r>
              <a:rPr sz="1000" dirty="0">
                <a:latin typeface="Century Gothic"/>
                <a:cs typeface="Century Gothic"/>
              </a:rPr>
              <a:t>recent</a:t>
            </a:r>
            <a:r>
              <a:rPr sz="1000" spc="5" dirty="0">
                <a:latin typeface="Century Gothic"/>
                <a:cs typeface="Century Gothic"/>
              </a:rPr>
              <a:t> </a:t>
            </a:r>
            <a:r>
              <a:rPr sz="1000" spc="-25" dirty="0">
                <a:latin typeface="Century Gothic"/>
                <a:cs typeface="Century Gothic"/>
              </a:rPr>
              <a:t>job </a:t>
            </a:r>
            <a:r>
              <a:rPr sz="1000" spc="-10" dirty="0">
                <a:latin typeface="Century Gothic"/>
                <a:cs typeface="Century Gothic"/>
              </a:rPr>
              <a:t>and</a:t>
            </a:r>
            <a:r>
              <a:rPr sz="1000" spc="-55" dirty="0">
                <a:latin typeface="Century Gothic"/>
                <a:cs typeface="Century Gothic"/>
              </a:rPr>
              <a:t> </a:t>
            </a:r>
            <a:r>
              <a:rPr sz="1000" spc="30" dirty="0">
                <a:latin typeface="Century Gothic"/>
                <a:cs typeface="Century Gothic"/>
              </a:rPr>
              <a:t>work </a:t>
            </a:r>
            <a:r>
              <a:rPr sz="1000" spc="-10" dirty="0">
                <a:latin typeface="Century Gothic"/>
                <a:cs typeface="Century Gothic"/>
              </a:rPr>
              <a:t>back.</a:t>
            </a:r>
            <a:endParaRPr sz="1000">
              <a:latin typeface="Century Gothic"/>
              <a:cs typeface="Century Gothic"/>
            </a:endParaRPr>
          </a:p>
          <a:p>
            <a:pPr marL="36195" marR="2517140">
              <a:lnSpc>
                <a:spcPct val="100000"/>
              </a:lnSpc>
            </a:pPr>
            <a:r>
              <a:rPr sz="1000" dirty="0">
                <a:latin typeface="Century Gothic"/>
                <a:cs typeface="Century Gothic"/>
              </a:rPr>
              <a:t>Continue</a:t>
            </a:r>
            <a:r>
              <a:rPr sz="1000" spc="60" dirty="0">
                <a:latin typeface="Century Gothic"/>
                <a:cs typeface="Century Gothic"/>
              </a:rPr>
              <a:t> </a:t>
            </a:r>
            <a:r>
              <a:rPr sz="1000" dirty="0">
                <a:latin typeface="Century Gothic"/>
                <a:cs typeface="Century Gothic"/>
              </a:rPr>
              <a:t>on</a:t>
            </a:r>
            <a:r>
              <a:rPr sz="1000" spc="60" dirty="0">
                <a:latin typeface="Century Gothic"/>
                <a:cs typeface="Century Gothic"/>
              </a:rPr>
              <a:t> </a:t>
            </a:r>
            <a:r>
              <a:rPr sz="1000" spc="-85" dirty="0">
                <a:latin typeface="Century Gothic"/>
                <a:cs typeface="Century Gothic"/>
              </a:rPr>
              <a:t>a</a:t>
            </a:r>
            <a:r>
              <a:rPr sz="1000" spc="-10" dirty="0">
                <a:latin typeface="Century Gothic"/>
                <a:cs typeface="Century Gothic"/>
              </a:rPr>
              <a:t> separate</a:t>
            </a:r>
            <a:r>
              <a:rPr sz="1000" spc="500" dirty="0">
                <a:latin typeface="Century Gothic"/>
                <a:cs typeface="Century Gothic"/>
              </a:rPr>
              <a:t> </a:t>
            </a:r>
            <a:r>
              <a:rPr sz="1000" dirty="0">
                <a:latin typeface="Century Gothic"/>
                <a:cs typeface="Century Gothic"/>
              </a:rPr>
              <a:t>sheet</a:t>
            </a:r>
            <a:r>
              <a:rPr sz="1000" spc="80" dirty="0">
                <a:latin typeface="Century Gothic"/>
                <a:cs typeface="Century Gothic"/>
              </a:rPr>
              <a:t> </a:t>
            </a:r>
            <a:r>
              <a:rPr sz="1000" spc="-25" dirty="0">
                <a:latin typeface="Century Gothic"/>
                <a:cs typeface="Century Gothic"/>
              </a:rPr>
              <a:t>if </a:t>
            </a:r>
            <a:r>
              <a:rPr sz="1000" spc="-10" dirty="0">
                <a:latin typeface="Century Gothic"/>
                <a:cs typeface="Century Gothic"/>
              </a:rPr>
              <a:t>necessary.</a:t>
            </a:r>
            <a:endParaRPr sz="1000">
              <a:latin typeface="Century Gothic"/>
              <a:cs typeface="Century Gothic"/>
            </a:endParaRPr>
          </a:p>
        </p:txBody>
      </p:sp>
      <p:graphicFrame>
        <p:nvGraphicFramePr>
          <p:cNvPr id="24" name="object 24"/>
          <p:cNvGraphicFramePr>
            <a:graphicFrameLocks noGrp="1"/>
          </p:cNvGraphicFramePr>
          <p:nvPr/>
        </p:nvGraphicFramePr>
        <p:xfrm>
          <a:off x="1367436" y="6746849"/>
          <a:ext cx="5113018" cy="2637155"/>
        </p:xfrm>
        <a:graphic>
          <a:graphicData uri="http://schemas.openxmlformats.org/drawingml/2006/table">
            <a:tbl>
              <a:tblPr firstRow="1" bandRow="1">
                <a:tableStyleId>{2D5ABB26-0587-4C30-8999-92F81FD0307C}</a:tableStyleId>
              </a:tblPr>
              <a:tblGrid>
                <a:gridCol w="1127760">
                  <a:extLst>
                    <a:ext uri="{9D8B030D-6E8A-4147-A177-3AD203B41FA5}">
                      <a16:colId xmlns:a16="http://schemas.microsoft.com/office/drawing/2014/main" val="20000"/>
                    </a:ext>
                  </a:extLst>
                </a:gridCol>
                <a:gridCol w="2280919">
                  <a:extLst>
                    <a:ext uri="{9D8B030D-6E8A-4147-A177-3AD203B41FA5}">
                      <a16:colId xmlns:a16="http://schemas.microsoft.com/office/drawing/2014/main" val="20001"/>
                    </a:ext>
                  </a:extLst>
                </a:gridCol>
                <a:gridCol w="1704339">
                  <a:extLst>
                    <a:ext uri="{9D8B030D-6E8A-4147-A177-3AD203B41FA5}">
                      <a16:colId xmlns:a16="http://schemas.microsoft.com/office/drawing/2014/main" val="20002"/>
                    </a:ext>
                  </a:extLst>
                </a:gridCol>
              </a:tblGrid>
              <a:tr h="396240">
                <a:tc>
                  <a:txBody>
                    <a:bodyPr/>
                    <a:lstStyle/>
                    <a:p>
                      <a:pPr marL="257175">
                        <a:lnSpc>
                          <a:spcPct val="100000"/>
                        </a:lnSpc>
                        <a:spcBef>
                          <a:spcPts val="305"/>
                        </a:spcBef>
                      </a:pPr>
                      <a:r>
                        <a:rPr sz="1000" spc="-10" dirty="0">
                          <a:latin typeface="Century Gothic"/>
                          <a:cs typeface="Century Gothic"/>
                        </a:rPr>
                        <a:t>Employer</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1705" marR="123189" indent="-812800">
                        <a:lnSpc>
                          <a:spcPct val="100000"/>
                        </a:lnSpc>
                        <a:spcBef>
                          <a:spcPts val="305"/>
                        </a:spcBef>
                      </a:pPr>
                      <a:r>
                        <a:rPr sz="1000" spc="50" dirty="0">
                          <a:latin typeface="Century Gothic"/>
                          <a:cs typeface="Century Gothic"/>
                        </a:rPr>
                        <a:t>Position </a:t>
                      </a:r>
                      <a:r>
                        <a:rPr sz="1000" dirty="0">
                          <a:latin typeface="Century Gothic"/>
                          <a:cs typeface="Century Gothic"/>
                        </a:rPr>
                        <a:t>held</a:t>
                      </a:r>
                      <a:r>
                        <a:rPr sz="1000" spc="75" dirty="0">
                          <a:latin typeface="Century Gothic"/>
                          <a:cs typeface="Century Gothic"/>
                        </a:rPr>
                        <a:t> </a:t>
                      </a:r>
                      <a:r>
                        <a:rPr sz="1000" spc="-20" dirty="0">
                          <a:latin typeface="Century Gothic"/>
                          <a:cs typeface="Century Gothic"/>
                        </a:rPr>
                        <a:t>and</a:t>
                      </a:r>
                      <a:r>
                        <a:rPr sz="1000" spc="40" dirty="0">
                          <a:latin typeface="Century Gothic"/>
                          <a:cs typeface="Century Gothic"/>
                        </a:rPr>
                        <a:t> </a:t>
                      </a:r>
                      <a:r>
                        <a:rPr sz="1000" dirty="0">
                          <a:latin typeface="Century Gothic"/>
                          <a:cs typeface="Century Gothic"/>
                        </a:rPr>
                        <a:t>description</a:t>
                      </a:r>
                      <a:r>
                        <a:rPr sz="1000" spc="75" dirty="0">
                          <a:latin typeface="Century Gothic"/>
                          <a:cs typeface="Century Gothic"/>
                        </a:rPr>
                        <a:t> </a:t>
                      </a:r>
                      <a:r>
                        <a:rPr sz="1000" spc="-25" dirty="0">
                          <a:latin typeface="Century Gothic"/>
                          <a:cs typeface="Century Gothic"/>
                        </a:rPr>
                        <a:t>of </a:t>
                      </a:r>
                      <a:r>
                        <a:rPr sz="1000" spc="-10" dirty="0">
                          <a:latin typeface="Century Gothic"/>
                          <a:cs typeface="Century Gothic"/>
                        </a:rPr>
                        <a:t>duties</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66700">
                        <a:lnSpc>
                          <a:spcPct val="100000"/>
                        </a:lnSpc>
                        <a:spcBef>
                          <a:spcPts val="305"/>
                        </a:spcBef>
                      </a:pPr>
                      <a:r>
                        <a:rPr sz="1000" dirty="0">
                          <a:latin typeface="Century Gothic"/>
                          <a:cs typeface="Century Gothic"/>
                        </a:rPr>
                        <a:t>Reason</a:t>
                      </a:r>
                      <a:r>
                        <a:rPr sz="1000" spc="50" dirty="0">
                          <a:latin typeface="Century Gothic"/>
                          <a:cs typeface="Century Gothic"/>
                        </a:rPr>
                        <a:t> </a:t>
                      </a:r>
                      <a:r>
                        <a:rPr sz="1000" dirty="0">
                          <a:latin typeface="Century Gothic"/>
                          <a:cs typeface="Century Gothic"/>
                        </a:rPr>
                        <a:t>for</a:t>
                      </a:r>
                      <a:r>
                        <a:rPr sz="1000" spc="70" dirty="0">
                          <a:latin typeface="Century Gothic"/>
                          <a:cs typeface="Century Gothic"/>
                        </a:rPr>
                        <a:t> </a:t>
                      </a:r>
                      <a:r>
                        <a:rPr sz="1000" spc="-10" dirty="0">
                          <a:latin typeface="Century Gothic"/>
                          <a:cs typeface="Century Gothic"/>
                        </a:rPr>
                        <a:t>leaving</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40915">
                <a:tc>
                  <a:txBody>
                    <a:bodyPr/>
                    <a:lstStyle/>
                    <a:p>
                      <a:pPr>
                        <a:lnSpc>
                          <a:spcPct val="100000"/>
                        </a:lnSpc>
                      </a:pPr>
                      <a:endParaRPr sz="10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
        <p:nvSpPr>
          <p:cNvPr id="25" name="object 25"/>
          <p:cNvSpPr txBox="1"/>
          <p:nvPr/>
        </p:nvSpPr>
        <p:spPr>
          <a:xfrm>
            <a:off x="218170" y="535240"/>
            <a:ext cx="5652135" cy="937260"/>
          </a:xfrm>
          <a:prstGeom prst="rect">
            <a:avLst/>
          </a:prstGeom>
        </p:spPr>
        <p:txBody>
          <a:bodyPr vert="horz" wrap="square" lIns="0" tIns="12700" rIns="0" bIns="0" rtlCol="0">
            <a:spAutoFit/>
          </a:bodyPr>
          <a:lstStyle/>
          <a:p>
            <a:pPr marL="768985" algn="ctr">
              <a:lnSpc>
                <a:spcPct val="100000"/>
              </a:lnSpc>
              <a:spcBef>
                <a:spcPts val="100"/>
              </a:spcBef>
            </a:pPr>
            <a:r>
              <a:rPr sz="1800" spc="95" dirty="0">
                <a:latin typeface="Century Gothic"/>
                <a:cs typeface="Century Gothic"/>
              </a:rPr>
              <a:t>APPLYING</a:t>
            </a:r>
            <a:r>
              <a:rPr sz="1800" spc="-30" dirty="0">
                <a:latin typeface="Century Gothic"/>
                <a:cs typeface="Century Gothic"/>
              </a:rPr>
              <a:t> </a:t>
            </a:r>
            <a:r>
              <a:rPr sz="1800" spc="140" dirty="0">
                <a:latin typeface="Century Gothic"/>
                <a:cs typeface="Century Gothic"/>
              </a:rPr>
              <a:t>FOR</a:t>
            </a:r>
            <a:r>
              <a:rPr sz="1800" spc="-35" dirty="0">
                <a:latin typeface="Century Gothic"/>
                <a:cs typeface="Century Gothic"/>
              </a:rPr>
              <a:t> </a:t>
            </a:r>
            <a:r>
              <a:rPr sz="1800" spc="150" dirty="0">
                <a:latin typeface="Century Gothic"/>
                <a:cs typeface="Century Gothic"/>
              </a:rPr>
              <a:t>OPPORTUNITIES</a:t>
            </a:r>
            <a:endParaRPr sz="1800" dirty="0">
              <a:latin typeface="Century Gothic"/>
              <a:cs typeface="Century Gothic"/>
            </a:endParaRPr>
          </a:p>
          <a:p>
            <a:pPr marL="769620" algn="ctr">
              <a:lnSpc>
                <a:spcPct val="100000"/>
              </a:lnSpc>
              <a:spcBef>
                <a:spcPts val="60"/>
              </a:spcBef>
            </a:pPr>
            <a:r>
              <a:rPr sz="1400" i="1" spc="114" dirty="0">
                <a:latin typeface="Century Gothic"/>
                <a:cs typeface="Century Gothic"/>
              </a:rPr>
              <a:t>DRAFT</a:t>
            </a:r>
            <a:endParaRPr sz="1400" dirty="0">
              <a:latin typeface="Century Gothic"/>
              <a:cs typeface="Century Gothic"/>
            </a:endParaRPr>
          </a:p>
          <a:p>
            <a:pPr>
              <a:lnSpc>
                <a:spcPct val="100000"/>
              </a:lnSpc>
              <a:spcBef>
                <a:spcPts val="114"/>
              </a:spcBef>
            </a:pPr>
            <a:endParaRPr sz="1400" dirty="0">
              <a:latin typeface="Century Gothic"/>
              <a:cs typeface="Century Gothic"/>
            </a:endParaRPr>
          </a:p>
          <a:p>
            <a:pPr marL="12700">
              <a:lnSpc>
                <a:spcPct val="100000"/>
              </a:lnSpc>
              <a:tabLst>
                <a:tab pos="4751705" algn="l"/>
              </a:tabLst>
            </a:pPr>
            <a:r>
              <a:rPr sz="1200" b="1" spc="110" dirty="0">
                <a:latin typeface="Calibri"/>
                <a:cs typeface="Calibri"/>
              </a:rPr>
              <a:t>Q5)</a:t>
            </a:r>
            <a:r>
              <a:rPr sz="1200" b="1" spc="135" dirty="0">
                <a:latin typeface="Calibri"/>
                <a:cs typeface="Calibri"/>
              </a:rPr>
              <a:t> </a:t>
            </a:r>
            <a:r>
              <a:rPr sz="1200" dirty="0">
                <a:latin typeface="Century Gothic"/>
                <a:cs typeface="Century Gothic"/>
              </a:rPr>
              <a:t>Complete</a:t>
            </a:r>
            <a:r>
              <a:rPr sz="1200" spc="55" dirty="0">
                <a:latin typeface="Century Gothic"/>
                <a:cs typeface="Century Gothic"/>
              </a:rPr>
              <a:t> </a:t>
            </a:r>
            <a:r>
              <a:rPr sz="1200" spc="-130" dirty="0">
                <a:latin typeface="Century Gothic"/>
                <a:cs typeface="Century Gothic"/>
              </a:rPr>
              <a:t>a</a:t>
            </a:r>
            <a:r>
              <a:rPr sz="1200" spc="75" dirty="0">
                <a:latin typeface="Century Gothic"/>
                <a:cs typeface="Century Gothic"/>
              </a:rPr>
              <a:t> </a:t>
            </a:r>
            <a:r>
              <a:rPr sz="1200" dirty="0">
                <a:latin typeface="Century Gothic"/>
                <a:cs typeface="Century Gothic"/>
              </a:rPr>
              <a:t>straightforward</a:t>
            </a:r>
            <a:r>
              <a:rPr sz="1200" spc="390" dirty="0">
                <a:latin typeface="Century Gothic"/>
                <a:cs typeface="Century Gothic"/>
              </a:rPr>
              <a:t> </a:t>
            </a:r>
            <a:r>
              <a:rPr sz="1200" dirty="0">
                <a:latin typeface="Century Gothic"/>
                <a:cs typeface="Century Gothic"/>
              </a:rPr>
              <a:t>application</a:t>
            </a:r>
            <a:r>
              <a:rPr sz="1200" spc="5" dirty="0">
                <a:latin typeface="Century Gothic"/>
                <a:cs typeface="Century Gothic"/>
              </a:rPr>
              <a:t> </a:t>
            </a:r>
            <a:r>
              <a:rPr sz="1200" spc="60" dirty="0">
                <a:latin typeface="Century Gothic"/>
                <a:cs typeface="Century Gothic"/>
              </a:rPr>
              <a:t>form</a:t>
            </a:r>
            <a:r>
              <a:rPr sz="1200" spc="-50" dirty="0">
                <a:latin typeface="Century Gothic"/>
                <a:cs typeface="Century Gothic"/>
              </a:rPr>
              <a:t> </a:t>
            </a:r>
            <a:r>
              <a:rPr sz="1200" spc="-10" dirty="0">
                <a:latin typeface="Century Gothic"/>
                <a:cs typeface="Century Gothic"/>
              </a:rPr>
              <a:t>accurately</a:t>
            </a:r>
            <a:r>
              <a:rPr sz="1200" dirty="0">
                <a:latin typeface="Century Gothic"/>
                <a:cs typeface="Century Gothic"/>
              </a:rPr>
              <a:t>	(Ref</a:t>
            </a:r>
            <a:r>
              <a:rPr sz="1200" spc="5" dirty="0">
                <a:latin typeface="Century Gothic"/>
                <a:cs typeface="Century Gothic"/>
              </a:rPr>
              <a:t> </a:t>
            </a:r>
            <a:r>
              <a:rPr sz="1200" spc="-125" dirty="0">
                <a:latin typeface="Century Gothic"/>
                <a:cs typeface="Century Gothic"/>
              </a:rPr>
              <a:t>C</a:t>
            </a:r>
            <a:r>
              <a:rPr sz="1200" spc="-5" dirty="0">
                <a:latin typeface="Century Gothic"/>
                <a:cs typeface="Century Gothic"/>
              </a:rPr>
              <a:t> </a:t>
            </a:r>
            <a:r>
              <a:rPr sz="1200" spc="55" dirty="0">
                <a:latin typeface="Century Gothic"/>
                <a:cs typeface="Century Gothic"/>
              </a:rPr>
              <a:t>-</a:t>
            </a:r>
            <a:r>
              <a:rPr sz="1200" spc="-5" dirty="0">
                <a:latin typeface="Century Gothic"/>
                <a:cs typeface="Century Gothic"/>
              </a:rPr>
              <a:t> </a:t>
            </a:r>
            <a:r>
              <a:rPr sz="1200" spc="-85" dirty="0">
                <a:latin typeface="Century Gothic"/>
                <a:cs typeface="Century Gothic"/>
              </a:rPr>
              <a:t>:</a:t>
            </a:r>
            <a:r>
              <a:rPr sz="1200" spc="-10" dirty="0">
                <a:latin typeface="Century Gothic"/>
                <a:cs typeface="Century Gothic"/>
              </a:rPr>
              <a:t> </a:t>
            </a:r>
            <a:r>
              <a:rPr sz="1200" spc="-75" dirty="0">
                <a:latin typeface="Century Gothic"/>
                <a:cs typeface="Century Gothic"/>
              </a:rPr>
              <a:t>2.1)</a:t>
            </a:r>
            <a:endParaRPr sz="1200" dirty="0">
              <a:latin typeface="Century Gothic"/>
              <a:cs typeface="Century Gothic"/>
            </a:endParaRPr>
          </a:p>
        </p:txBody>
      </p:sp>
      <p:pic>
        <p:nvPicPr>
          <p:cNvPr id="26" name="object 26" descr="A close up of a sign  Description automatically generated"/>
          <p:cNvPicPr/>
          <p:nvPr/>
        </p:nvPicPr>
        <p:blipFill>
          <a:blip r:embed="rId2" cstate="print"/>
          <a:stretch>
            <a:fillRect/>
          </a:stretch>
        </p:blipFill>
        <p:spPr>
          <a:xfrm>
            <a:off x="5588508" y="227075"/>
            <a:ext cx="888491" cy="539495"/>
          </a:xfrm>
          <a:prstGeom prst="rect">
            <a:avLst/>
          </a:prstGeom>
        </p:spPr>
      </p:pic>
      <p:sp>
        <p:nvSpPr>
          <p:cNvPr id="27" name="object 27"/>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28" name="object 28"/>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9</a:t>
            </a:fld>
            <a:endParaRPr spc="-25" dirty="0"/>
          </a:p>
        </p:txBody>
      </p:sp>
      <p:sp>
        <p:nvSpPr>
          <p:cNvPr id="29" name="TextBox 28">
            <a:extLst>
              <a:ext uri="{FF2B5EF4-FFF2-40B4-BE49-F238E27FC236}">
                <a16:creationId xmlns:a16="http://schemas.microsoft.com/office/drawing/2014/main" id="{F8932685-06F4-86AE-632D-DAC2DBC7D1DA}"/>
              </a:ext>
            </a:extLst>
          </p:cNvPr>
          <p:cNvSpPr txBox="1"/>
          <p:nvPr/>
        </p:nvSpPr>
        <p:spPr>
          <a:xfrm>
            <a:off x="1185672" y="2027049"/>
            <a:ext cx="1786128" cy="276999"/>
          </a:xfrm>
          <a:prstGeom prst="rect">
            <a:avLst/>
          </a:prstGeom>
          <a:noFill/>
          <a:ln>
            <a:solidFill>
              <a:schemeClr val="tx1"/>
            </a:solidFill>
          </a:ln>
        </p:spPr>
        <p:txBody>
          <a:bodyPr wrap="square" rtlCol="0">
            <a:spAutoFit/>
          </a:bodyPr>
          <a:lstStyle/>
          <a:p>
            <a:r>
              <a:rPr lang="en-GB" sz="1200" dirty="0"/>
              <a:t>Junior Data Analyst</a:t>
            </a:r>
          </a:p>
        </p:txBody>
      </p:sp>
      <p:sp>
        <p:nvSpPr>
          <p:cNvPr id="30" name="TextBox 29">
            <a:extLst>
              <a:ext uri="{FF2B5EF4-FFF2-40B4-BE49-F238E27FC236}">
                <a16:creationId xmlns:a16="http://schemas.microsoft.com/office/drawing/2014/main" id="{1B277F16-6405-2094-72B4-7CF71AE661BB}"/>
              </a:ext>
            </a:extLst>
          </p:cNvPr>
          <p:cNvSpPr txBox="1"/>
          <p:nvPr/>
        </p:nvSpPr>
        <p:spPr>
          <a:xfrm>
            <a:off x="1179647" y="2352975"/>
            <a:ext cx="1786128" cy="461665"/>
          </a:xfrm>
          <a:prstGeom prst="rect">
            <a:avLst/>
          </a:prstGeom>
          <a:noFill/>
          <a:ln>
            <a:solidFill>
              <a:schemeClr val="tx1"/>
            </a:solidFill>
          </a:ln>
        </p:spPr>
        <p:txBody>
          <a:bodyPr wrap="square" rtlCol="0">
            <a:spAutoFit/>
          </a:bodyPr>
          <a:lstStyle/>
          <a:p>
            <a:r>
              <a:rPr lang="en-GB" sz="1200" dirty="0"/>
              <a:t>NHS Business Services Authority</a:t>
            </a:r>
          </a:p>
        </p:txBody>
      </p:sp>
      <p:sp>
        <p:nvSpPr>
          <p:cNvPr id="31" name="TextBox 30">
            <a:extLst>
              <a:ext uri="{FF2B5EF4-FFF2-40B4-BE49-F238E27FC236}">
                <a16:creationId xmlns:a16="http://schemas.microsoft.com/office/drawing/2014/main" id="{AC723A37-6092-41D6-DBB7-AF7D9DA9E30C}"/>
              </a:ext>
            </a:extLst>
          </p:cNvPr>
          <p:cNvSpPr txBox="1"/>
          <p:nvPr/>
        </p:nvSpPr>
        <p:spPr>
          <a:xfrm>
            <a:off x="1210655" y="2947647"/>
            <a:ext cx="1786128" cy="461665"/>
          </a:xfrm>
          <a:prstGeom prst="rect">
            <a:avLst/>
          </a:prstGeom>
          <a:noFill/>
          <a:ln>
            <a:solidFill>
              <a:schemeClr val="tx1"/>
            </a:solidFill>
          </a:ln>
        </p:spPr>
        <p:txBody>
          <a:bodyPr wrap="square" rtlCol="0">
            <a:spAutoFit/>
          </a:bodyPr>
          <a:lstStyle/>
          <a:p>
            <a:r>
              <a:rPr lang="en-GB" sz="1200" dirty="0"/>
              <a:t>NHS Recruitment Team</a:t>
            </a:r>
          </a:p>
        </p:txBody>
      </p:sp>
      <p:sp>
        <p:nvSpPr>
          <p:cNvPr id="32" name="TextBox 31">
            <a:extLst>
              <a:ext uri="{FF2B5EF4-FFF2-40B4-BE49-F238E27FC236}">
                <a16:creationId xmlns:a16="http://schemas.microsoft.com/office/drawing/2014/main" id="{33FD15EF-F0E5-E928-AF1F-41D6660E5AA8}"/>
              </a:ext>
            </a:extLst>
          </p:cNvPr>
          <p:cNvSpPr txBox="1"/>
          <p:nvPr/>
        </p:nvSpPr>
        <p:spPr>
          <a:xfrm>
            <a:off x="4734101" y="2283886"/>
            <a:ext cx="1197872" cy="276999"/>
          </a:xfrm>
          <a:prstGeom prst="rect">
            <a:avLst/>
          </a:prstGeom>
          <a:noFill/>
          <a:ln>
            <a:solidFill>
              <a:schemeClr val="tx1"/>
            </a:solidFill>
          </a:ln>
        </p:spPr>
        <p:txBody>
          <a:bodyPr wrap="square" rtlCol="0">
            <a:spAutoFit/>
          </a:bodyPr>
          <a:lstStyle/>
          <a:p>
            <a:r>
              <a:rPr lang="en-GB" sz="1200" dirty="0"/>
              <a:t>NHSDA402</a:t>
            </a:r>
          </a:p>
        </p:txBody>
      </p:sp>
      <p:sp>
        <p:nvSpPr>
          <p:cNvPr id="33" name="TextBox 32">
            <a:extLst>
              <a:ext uri="{FF2B5EF4-FFF2-40B4-BE49-F238E27FC236}">
                <a16:creationId xmlns:a16="http://schemas.microsoft.com/office/drawing/2014/main" id="{2EEA18C6-D93F-A070-E6BF-161BA8BEAB90}"/>
              </a:ext>
            </a:extLst>
          </p:cNvPr>
          <p:cNvSpPr txBox="1"/>
          <p:nvPr/>
        </p:nvSpPr>
        <p:spPr>
          <a:xfrm>
            <a:off x="4715255" y="2840736"/>
            <a:ext cx="1811020" cy="276999"/>
          </a:xfrm>
          <a:prstGeom prst="rect">
            <a:avLst/>
          </a:prstGeom>
          <a:noFill/>
          <a:ln>
            <a:solidFill>
              <a:schemeClr val="tx1"/>
            </a:solidFill>
          </a:ln>
        </p:spPr>
        <p:txBody>
          <a:bodyPr wrap="square" rtlCol="0">
            <a:spAutoFit/>
          </a:bodyPr>
          <a:lstStyle/>
          <a:p>
            <a:r>
              <a:rPr lang="en-GB" sz="1200" dirty="0"/>
              <a:t>10 / 03 / 2026</a:t>
            </a:r>
          </a:p>
        </p:txBody>
      </p:sp>
      <p:sp>
        <p:nvSpPr>
          <p:cNvPr id="34" name="TextBox 33">
            <a:extLst>
              <a:ext uri="{FF2B5EF4-FFF2-40B4-BE49-F238E27FC236}">
                <a16:creationId xmlns:a16="http://schemas.microsoft.com/office/drawing/2014/main" id="{61D42E05-E693-D25D-7360-3240C0474A26}"/>
              </a:ext>
            </a:extLst>
          </p:cNvPr>
          <p:cNvSpPr txBox="1"/>
          <p:nvPr/>
        </p:nvSpPr>
        <p:spPr>
          <a:xfrm>
            <a:off x="1358664" y="4300380"/>
            <a:ext cx="2055458" cy="276999"/>
          </a:xfrm>
          <a:prstGeom prst="rect">
            <a:avLst/>
          </a:prstGeom>
          <a:noFill/>
          <a:ln>
            <a:solidFill>
              <a:schemeClr val="tx1"/>
            </a:solidFill>
          </a:ln>
        </p:spPr>
        <p:txBody>
          <a:bodyPr wrap="square" rtlCol="0">
            <a:spAutoFit/>
          </a:bodyPr>
          <a:lstStyle/>
          <a:p>
            <a:r>
              <a:rPr lang="en-GB" sz="1200" dirty="0"/>
              <a:t>Saba</a:t>
            </a:r>
          </a:p>
        </p:txBody>
      </p:sp>
      <p:sp>
        <p:nvSpPr>
          <p:cNvPr id="35" name="TextBox 34">
            <a:extLst>
              <a:ext uri="{FF2B5EF4-FFF2-40B4-BE49-F238E27FC236}">
                <a16:creationId xmlns:a16="http://schemas.microsoft.com/office/drawing/2014/main" id="{5F329E6C-7FD3-9C8A-133A-155C89D22E12}"/>
              </a:ext>
            </a:extLst>
          </p:cNvPr>
          <p:cNvSpPr txBox="1"/>
          <p:nvPr/>
        </p:nvSpPr>
        <p:spPr>
          <a:xfrm>
            <a:off x="4430939" y="4338885"/>
            <a:ext cx="2120068" cy="276999"/>
          </a:xfrm>
          <a:prstGeom prst="rect">
            <a:avLst/>
          </a:prstGeom>
          <a:noFill/>
          <a:ln>
            <a:solidFill>
              <a:schemeClr val="tx1"/>
            </a:solidFill>
          </a:ln>
        </p:spPr>
        <p:txBody>
          <a:bodyPr wrap="square" rtlCol="0">
            <a:spAutoFit/>
          </a:bodyPr>
          <a:lstStyle/>
          <a:p>
            <a:r>
              <a:rPr lang="en-GB" sz="1200" dirty="0"/>
              <a:t>Noor</a:t>
            </a:r>
          </a:p>
        </p:txBody>
      </p:sp>
      <p:sp>
        <p:nvSpPr>
          <p:cNvPr id="36" name="TextBox 35">
            <a:extLst>
              <a:ext uri="{FF2B5EF4-FFF2-40B4-BE49-F238E27FC236}">
                <a16:creationId xmlns:a16="http://schemas.microsoft.com/office/drawing/2014/main" id="{512EC077-1043-69C5-A1B9-5CB6ED72920F}"/>
              </a:ext>
            </a:extLst>
          </p:cNvPr>
          <p:cNvSpPr txBox="1"/>
          <p:nvPr/>
        </p:nvSpPr>
        <p:spPr>
          <a:xfrm>
            <a:off x="1396365" y="4596365"/>
            <a:ext cx="3337736" cy="461665"/>
          </a:xfrm>
          <a:prstGeom prst="rect">
            <a:avLst/>
          </a:prstGeom>
          <a:noFill/>
          <a:ln>
            <a:solidFill>
              <a:schemeClr val="tx1"/>
            </a:solidFill>
          </a:ln>
        </p:spPr>
        <p:txBody>
          <a:bodyPr wrap="square" rtlCol="0">
            <a:spAutoFit/>
          </a:bodyPr>
          <a:lstStyle/>
          <a:p>
            <a:r>
              <a:rPr lang="en-GB" sz="1200" dirty="0"/>
              <a:t>Newcastle upon Tyne</a:t>
            </a:r>
            <a:br>
              <a:rPr lang="en-GB" sz="1200" dirty="0"/>
            </a:br>
            <a:r>
              <a:rPr lang="en-GB" sz="1200" dirty="0"/>
              <a:t>United Kingdom</a:t>
            </a:r>
          </a:p>
        </p:txBody>
      </p:sp>
      <p:sp>
        <p:nvSpPr>
          <p:cNvPr id="37" name="TextBox 36">
            <a:extLst>
              <a:ext uri="{FF2B5EF4-FFF2-40B4-BE49-F238E27FC236}">
                <a16:creationId xmlns:a16="http://schemas.microsoft.com/office/drawing/2014/main" id="{DF9C7B7B-4960-90A3-4376-544579BAC42E}"/>
              </a:ext>
            </a:extLst>
          </p:cNvPr>
          <p:cNvSpPr txBox="1"/>
          <p:nvPr/>
        </p:nvSpPr>
        <p:spPr>
          <a:xfrm>
            <a:off x="4647473" y="5374886"/>
            <a:ext cx="1976649" cy="111688"/>
          </a:xfrm>
          <a:prstGeom prst="rect">
            <a:avLst/>
          </a:prstGeom>
          <a:noFill/>
          <a:ln>
            <a:solidFill>
              <a:schemeClr val="tx1"/>
            </a:solidFill>
          </a:ln>
        </p:spPr>
        <p:txBody>
          <a:bodyPr wrap="square" rtlCol="0">
            <a:spAutoFit/>
          </a:bodyPr>
          <a:lstStyle/>
          <a:p>
            <a:endParaRPr lang="en-GB" dirty="0"/>
          </a:p>
        </p:txBody>
      </p:sp>
      <p:sp>
        <p:nvSpPr>
          <p:cNvPr id="38" name="TextBox 37">
            <a:extLst>
              <a:ext uri="{FF2B5EF4-FFF2-40B4-BE49-F238E27FC236}">
                <a16:creationId xmlns:a16="http://schemas.microsoft.com/office/drawing/2014/main" id="{63ED8E6B-4BC3-9FA6-8A9C-6C414B45FDE8}"/>
              </a:ext>
            </a:extLst>
          </p:cNvPr>
          <p:cNvSpPr txBox="1"/>
          <p:nvPr/>
        </p:nvSpPr>
        <p:spPr>
          <a:xfrm>
            <a:off x="1358664" y="5357225"/>
            <a:ext cx="2055458" cy="276999"/>
          </a:xfrm>
          <a:prstGeom prst="rect">
            <a:avLst/>
          </a:prstGeom>
          <a:noFill/>
          <a:ln>
            <a:solidFill>
              <a:schemeClr val="tx1"/>
            </a:solidFill>
          </a:ln>
        </p:spPr>
        <p:txBody>
          <a:bodyPr wrap="square" rtlCol="0">
            <a:spAutoFit/>
          </a:bodyPr>
          <a:lstStyle/>
          <a:p>
            <a:r>
              <a:rPr lang="en-GB" sz="1200" dirty="0"/>
              <a:t>07463820964</a:t>
            </a:r>
          </a:p>
        </p:txBody>
      </p:sp>
      <p:sp>
        <p:nvSpPr>
          <p:cNvPr id="39" name="TextBox 38">
            <a:extLst>
              <a:ext uri="{FF2B5EF4-FFF2-40B4-BE49-F238E27FC236}">
                <a16:creationId xmlns:a16="http://schemas.microsoft.com/office/drawing/2014/main" id="{15BC58E8-2381-F1D4-02E4-60E31F1CEF91}"/>
              </a:ext>
            </a:extLst>
          </p:cNvPr>
          <p:cNvSpPr txBox="1"/>
          <p:nvPr/>
        </p:nvSpPr>
        <p:spPr>
          <a:xfrm>
            <a:off x="1358664" y="5799204"/>
            <a:ext cx="2055458" cy="276999"/>
          </a:xfrm>
          <a:prstGeom prst="rect">
            <a:avLst/>
          </a:prstGeom>
          <a:noFill/>
          <a:ln>
            <a:solidFill>
              <a:schemeClr val="tx1"/>
            </a:solidFill>
          </a:ln>
        </p:spPr>
        <p:txBody>
          <a:bodyPr wrap="square" rtlCol="0">
            <a:spAutoFit/>
          </a:bodyPr>
          <a:lstStyle/>
          <a:p>
            <a:r>
              <a:rPr lang="en-GB" sz="1200" dirty="0"/>
              <a:t>nsaba4040@gmail.com</a:t>
            </a:r>
          </a:p>
        </p:txBody>
      </p:sp>
      <p:sp>
        <p:nvSpPr>
          <p:cNvPr id="40" name="TextBox 39">
            <a:extLst>
              <a:ext uri="{FF2B5EF4-FFF2-40B4-BE49-F238E27FC236}">
                <a16:creationId xmlns:a16="http://schemas.microsoft.com/office/drawing/2014/main" id="{E43064C5-3BBF-97EF-A775-24A9A78316C6}"/>
              </a:ext>
            </a:extLst>
          </p:cNvPr>
          <p:cNvSpPr txBox="1"/>
          <p:nvPr/>
        </p:nvSpPr>
        <p:spPr>
          <a:xfrm>
            <a:off x="1314711" y="6212099"/>
            <a:ext cx="5211564" cy="215101"/>
          </a:xfrm>
          <a:prstGeom prst="rect">
            <a:avLst/>
          </a:prstGeom>
          <a:noFill/>
          <a:ln>
            <a:solidFill>
              <a:schemeClr val="tx1"/>
            </a:solidFill>
          </a:ln>
        </p:spPr>
        <p:txBody>
          <a:bodyPr wrap="square" rtlCol="0">
            <a:spAutoFit/>
          </a:bodyPr>
          <a:lstStyle/>
          <a:p>
            <a:endParaRPr lang="en-GB" dirty="0"/>
          </a:p>
        </p:txBody>
      </p:sp>
      <p:sp>
        <p:nvSpPr>
          <p:cNvPr id="41" name="TextBox 40">
            <a:extLst>
              <a:ext uri="{FF2B5EF4-FFF2-40B4-BE49-F238E27FC236}">
                <a16:creationId xmlns:a16="http://schemas.microsoft.com/office/drawing/2014/main" id="{FDCE44DA-286E-6A67-389E-63F387FB642C}"/>
              </a:ext>
            </a:extLst>
          </p:cNvPr>
          <p:cNvSpPr txBox="1"/>
          <p:nvPr/>
        </p:nvSpPr>
        <p:spPr>
          <a:xfrm>
            <a:off x="1454465" y="7183578"/>
            <a:ext cx="907292" cy="461665"/>
          </a:xfrm>
          <a:prstGeom prst="rect">
            <a:avLst/>
          </a:prstGeom>
          <a:noFill/>
          <a:ln>
            <a:solidFill>
              <a:schemeClr val="tx1"/>
            </a:solidFill>
          </a:ln>
        </p:spPr>
        <p:txBody>
          <a:bodyPr wrap="square" rtlCol="0">
            <a:spAutoFit/>
          </a:bodyPr>
          <a:lstStyle/>
          <a:p>
            <a:r>
              <a:rPr lang="en-GB" sz="1200" dirty="0"/>
              <a:t>Oxfam, Newcastle</a:t>
            </a:r>
          </a:p>
        </p:txBody>
      </p:sp>
      <p:sp>
        <p:nvSpPr>
          <p:cNvPr id="42" name="TextBox 41">
            <a:extLst>
              <a:ext uri="{FF2B5EF4-FFF2-40B4-BE49-F238E27FC236}">
                <a16:creationId xmlns:a16="http://schemas.microsoft.com/office/drawing/2014/main" id="{2861CE1C-3881-DBC7-FE8C-9A5EBA4BBCBF}"/>
              </a:ext>
            </a:extLst>
          </p:cNvPr>
          <p:cNvSpPr txBox="1"/>
          <p:nvPr/>
        </p:nvSpPr>
        <p:spPr>
          <a:xfrm>
            <a:off x="2600157" y="7186836"/>
            <a:ext cx="2047316" cy="646331"/>
          </a:xfrm>
          <a:prstGeom prst="rect">
            <a:avLst/>
          </a:prstGeom>
          <a:noFill/>
          <a:ln>
            <a:solidFill>
              <a:schemeClr val="tx1"/>
            </a:solidFill>
          </a:ln>
        </p:spPr>
        <p:txBody>
          <a:bodyPr wrap="square" rtlCol="0">
            <a:spAutoFit/>
          </a:bodyPr>
          <a:lstStyle/>
          <a:p>
            <a:r>
              <a:rPr lang="en-GB" sz="1200" dirty="0"/>
              <a:t>E-Commerce Volunteer (Data Analytics Focus).</a:t>
            </a:r>
            <a:br>
              <a:rPr lang="en-GB" sz="1200" dirty="0"/>
            </a:br>
            <a:endParaRPr lang="en-GB" sz="1200" dirty="0"/>
          </a:p>
        </p:txBody>
      </p:sp>
      <p:sp>
        <p:nvSpPr>
          <p:cNvPr id="43" name="TextBox 42">
            <a:extLst>
              <a:ext uri="{FF2B5EF4-FFF2-40B4-BE49-F238E27FC236}">
                <a16:creationId xmlns:a16="http://schemas.microsoft.com/office/drawing/2014/main" id="{FBED279A-7AA6-99E9-1F09-39AC232C5087}"/>
              </a:ext>
            </a:extLst>
          </p:cNvPr>
          <p:cNvSpPr txBox="1"/>
          <p:nvPr/>
        </p:nvSpPr>
        <p:spPr>
          <a:xfrm>
            <a:off x="4836167" y="7261616"/>
            <a:ext cx="1640831" cy="646331"/>
          </a:xfrm>
          <a:prstGeom prst="rect">
            <a:avLst/>
          </a:prstGeom>
          <a:noFill/>
          <a:ln>
            <a:solidFill>
              <a:schemeClr val="tx1"/>
            </a:solidFill>
          </a:ln>
        </p:spPr>
        <p:txBody>
          <a:bodyPr wrap="square" rtlCol="0">
            <a:spAutoFit/>
          </a:bodyPr>
          <a:lstStyle/>
          <a:p>
            <a:r>
              <a:rPr lang="en-GB" sz="1200" dirty="0"/>
              <a:t>Currently volunteering (ongoing).</a:t>
            </a:r>
          </a:p>
        </p:txBody>
      </p:sp>
      <p:sp>
        <p:nvSpPr>
          <p:cNvPr id="44" name="TextBox 43">
            <a:extLst>
              <a:ext uri="{FF2B5EF4-FFF2-40B4-BE49-F238E27FC236}">
                <a16:creationId xmlns:a16="http://schemas.microsoft.com/office/drawing/2014/main" id="{426F4036-097A-B4E8-2B20-20E89842B4AC}"/>
              </a:ext>
            </a:extLst>
          </p:cNvPr>
          <p:cNvSpPr txBox="1"/>
          <p:nvPr/>
        </p:nvSpPr>
        <p:spPr>
          <a:xfrm>
            <a:off x="1447800" y="7924800"/>
            <a:ext cx="907292" cy="646331"/>
          </a:xfrm>
          <a:prstGeom prst="rect">
            <a:avLst/>
          </a:prstGeom>
          <a:noFill/>
          <a:ln>
            <a:solidFill>
              <a:schemeClr val="tx1"/>
            </a:solidFill>
          </a:ln>
        </p:spPr>
        <p:txBody>
          <a:bodyPr wrap="square" rtlCol="0">
            <a:spAutoFit/>
          </a:bodyPr>
          <a:lstStyle/>
          <a:p>
            <a:r>
              <a:rPr lang="en-GB" sz="1200" dirty="0" err="1"/>
              <a:t>Zeemu</a:t>
            </a:r>
            <a:r>
              <a:rPr lang="en-GB" sz="1200" dirty="0"/>
              <a:t> Limited, Newcastle</a:t>
            </a:r>
          </a:p>
        </p:txBody>
      </p:sp>
      <p:sp>
        <p:nvSpPr>
          <p:cNvPr id="45" name="TextBox 44">
            <a:extLst>
              <a:ext uri="{FF2B5EF4-FFF2-40B4-BE49-F238E27FC236}">
                <a16:creationId xmlns:a16="http://schemas.microsoft.com/office/drawing/2014/main" id="{2F0EB862-37EA-674F-39FF-8E8459881FF1}"/>
              </a:ext>
            </a:extLst>
          </p:cNvPr>
          <p:cNvSpPr txBox="1"/>
          <p:nvPr/>
        </p:nvSpPr>
        <p:spPr>
          <a:xfrm>
            <a:off x="2593492" y="7928058"/>
            <a:ext cx="2047316" cy="461665"/>
          </a:xfrm>
          <a:prstGeom prst="rect">
            <a:avLst/>
          </a:prstGeom>
          <a:noFill/>
          <a:ln>
            <a:solidFill>
              <a:schemeClr val="tx1"/>
            </a:solidFill>
          </a:ln>
        </p:spPr>
        <p:txBody>
          <a:bodyPr wrap="square" rtlCol="0">
            <a:spAutoFit/>
          </a:bodyPr>
          <a:lstStyle/>
          <a:p>
            <a:r>
              <a:rPr lang="en-GB" sz="1200" dirty="0"/>
              <a:t>Customer Service Representative.</a:t>
            </a:r>
          </a:p>
        </p:txBody>
      </p:sp>
      <p:sp>
        <p:nvSpPr>
          <p:cNvPr id="46" name="TextBox 45">
            <a:extLst>
              <a:ext uri="{FF2B5EF4-FFF2-40B4-BE49-F238E27FC236}">
                <a16:creationId xmlns:a16="http://schemas.microsoft.com/office/drawing/2014/main" id="{C1D8AFC7-32F5-5922-B198-46B0E3CDFCB1}"/>
              </a:ext>
            </a:extLst>
          </p:cNvPr>
          <p:cNvSpPr txBox="1"/>
          <p:nvPr/>
        </p:nvSpPr>
        <p:spPr>
          <a:xfrm>
            <a:off x="4829502" y="8002838"/>
            <a:ext cx="1640831" cy="276999"/>
          </a:xfrm>
          <a:prstGeom prst="rect">
            <a:avLst/>
          </a:prstGeom>
          <a:noFill/>
          <a:ln>
            <a:solidFill>
              <a:schemeClr val="tx1"/>
            </a:solidFill>
          </a:ln>
        </p:spPr>
        <p:txBody>
          <a:bodyPr wrap="square" rtlCol="0">
            <a:spAutoFit/>
          </a:bodyPr>
          <a:lstStyle/>
          <a:p>
            <a:r>
              <a:rPr lang="en-GB" sz="1200" dirty="0"/>
              <a:t>Career progression.</a:t>
            </a:r>
          </a:p>
        </p:txBody>
      </p:sp>
      <p:sp>
        <p:nvSpPr>
          <p:cNvPr id="47" name="TextBox 46">
            <a:extLst>
              <a:ext uri="{FF2B5EF4-FFF2-40B4-BE49-F238E27FC236}">
                <a16:creationId xmlns:a16="http://schemas.microsoft.com/office/drawing/2014/main" id="{1E8F0393-44AB-D72F-49DE-AE069B036A29}"/>
              </a:ext>
            </a:extLst>
          </p:cNvPr>
          <p:cNvSpPr txBox="1"/>
          <p:nvPr/>
        </p:nvSpPr>
        <p:spPr>
          <a:xfrm>
            <a:off x="1441135" y="8686800"/>
            <a:ext cx="907292" cy="830997"/>
          </a:xfrm>
          <a:prstGeom prst="rect">
            <a:avLst/>
          </a:prstGeom>
          <a:noFill/>
          <a:ln>
            <a:solidFill>
              <a:schemeClr val="tx1"/>
            </a:solidFill>
          </a:ln>
        </p:spPr>
        <p:txBody>
          <a:bodyPr wrap="square" rtlCol="0">
            <a:spAutoFit/>
          </a:bodyPr>
          <a:lstStyle/>
          <a:p>
            <a:r>
              <a:rPr lang="en-GB" sz="1200" dirty="0"/>
              <a:t>Tyne News 1 Limited, Newcastle</a:t>
            </a:r>
          </a:p>
        </p:txBody>
      </p:sp>
      <p:sp>
        <p:nvSpPr>
          <p:cNvPr id="48" name="TextBox 47">
            <a:extLst>
              <a:ext uri="{FF2B5EF4-FFF2-40B4-BE49-F238E27FC236}">
                <a16:creationId xmlns:a16="http://schemas.microsoft.com/office/drawing/2014/main" id="{B12CE185-CDCD-E769-BA5C-E06C490A7093}"/>
              </a:ext>
            </a:extLst>
          </p:cNvPr>
          <p:cNvSpPr txBox="1"/>
          <p:nvPr/>
        </p:nvSpPr>
        <p:spPr>
          <a:xfrm>
            <a:off x="2586827" y="8690058"/>
            <a:ext cx="2047316" cy="461665"/>
          </a:xfrm>
          <a:prstGeom prst="rect">
            <a:avLst/>
          </a:prstGeom>
          <a:noFill/>
          <a:ln>
            <a:solidFill>
              <a:schemeClr val="tx1"/>
            </a:solidFill>
          </a:ln>
        </p:spPr>
        <p:txBody>
          <a:bodyPr wrap="square" rtlCol="0">
            <a:spAutoFit/>
          </a:bodyPr>
          <a:lstStyle/>
          <a:p>
            <a:r>
              <a:rPr lang="en-GB" sz="1200" dirty="0"/>
              <a:t>Customer Service Representative.</a:t>
            </a:r>
          </a:p>
        </p:txBody>
      </p:sp>
      <p:sp>
        <p:nvSpPr>
          <p:cNvPr id="49" name="TextBox 48">
            <a:extLst>
              <a:ext uri="{FF2B5EF4-FFF2-40B4-BE49-F238E27FC236}">
                <a16:creationId xmlns:a16="http://schemas.microsoft.com/office/drawing/2014/main" id="{3978BAC3-5B24-5AF5-7843-CE52C02A8876}"/>
              </a:ext>
            </a:extLst>
          </p:cNvPr>
          <p:cNvSpPr txBox="1"/>
          <p:nvPr/>
        </p:nvSpPr>
        <p:spPr>
          <a:xfrm>
            <a:off x="4822837" y="8764838"/>
            <a:ext cx="1640831" cy="276999"/>
          </a:xfrm>
          <a:prstGeom prst="rect">
            <a:avLst/>
          </a:prstGeom>
          <a:noFill/>
          <a:ln>
            <a:solidFill>
              <a:schemeClr val="tx1"/>
            </a:solidFill>
          </a:ln>
        </p:spPr>
        <p:txBody>
          <a:bodyPr wrap="square" rtlCol="0">
            <a:spAutoFit/>
          </a:bodyPr>
          <a:lstStyle/>
          <a:p>
            <a:r>
              <a:rPr lang="en-GB" sz="1200" dirty="0"/>
              <a:t>Career progression.</a:t>
            </a:r>
          </a:p>
        </p:txBody>
      </p:sp>
      <mc:AlternateContent xmlns:mc="http://schemas.openxmlformats.org/markup-compatibility/2006">
        <mc:Choice xmlns:p14="http://schemas.microsoft.com/office/powerpoint/2010/main" xmlns:aink="http://schemas.microsoft.com/office/drawing/2016/ink" Requires="p14 aink">
          <p:contentPart p14:bwMode="auto" r:id="rId3">
            <p14:nvContentPartPr>
              <p14:cNvPr id="52" name="Ink 51">
                <a:extLst>
                  <a:ext uri="{FF2B5EF4-FFF2-40B4-BE49-F238E27FC236}">
                    <a16:creationId xmlns:a16="http://schemas.microsoft.com/office/drawing/2014/main" id="{5D6BAE53-5460-6266-608B-EAE0CE31DE9B}"/>
                  </a:ext>
                </a:extLst>
              </p14:cNvPr>
              <p14:cNvContentPartPr/>
              <p14:nvPr/>
            </p14:nvContentPartPr>
            <p14:xfrm>
              <a:off x="2051290" y="4027816"/>
              <a:ext cx="146880" cy="124560"/>
            </p14:xfrm>
          </p:contentPart>
        </mc:Choice>
        <mc:Fallback>
          <p:pic>
            <p:nvPicPr>
              <p:cNvPr id="52" name="Ink 51">
                <a:extLst>
                  <a:ext uri="{FF2B5EF4-FFF2-40B4-BE49-F238E27FC236}">
                    <a16:creationId xmlns:a16="http://schemas.microsoft.com/office/drawing/2014/main" id="{5D6BAE53-5460-6266-608B-EAE0CE31DE9B}"/>
                  </a:ext>
                </a:extLst>
              </p:cNvPr>
              <p:cNvPicPr/>
              <p:nvPr/>
            </p:nvPicPr>
            <p:blipFill>
              <a:blip r:embed="rId4"/>
              <a:stretch>
                <a:fillRect/>
              </a:stretch>
            </p:blipFill>
            <p:spPr>
              <a:xfrm>
                <a:off x="2042290" y="3973816"/>
                <a:ext cx="164520" cy="2322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5">
            <p14:nvContentPartPr>
              <p14:cNvPr id="53" name="Ink 52">
                <a:extLst>
                  <a:ext uri="{FF2B5EF4-FFF2-40B4-BE49-F238E27FC236}">
                    <a16:creationId xmlns:a16="http://schemas.microsoft.com/office/drawing/2014/main" id="{58A2583E-57F0-88A2-5202-A51B64D84F1B}"/>
                  </a:ext>
                </a:extLst>
              </p14:cNvPr>
              <p14:cNvContentPartPr/>
              <p14:nvPr/>
            </p14:nvContentPartPr>
            <p14:xfrm>
              <a:off x="2025730" y="3998296"/>
              <a:ext cx="158760" cy="194400"/>
            </p14:xfrm>
          </p:contentPart>
        </mc:Choice>
        <mc:Fallback>
          <p:pic>
            <p:nvPicPr>
              <p:cNvPr id="53" name="Ink 52">
                <a:extLst>
                  <a:ext uri="{FF2B5EF4-FFF2-40B4-BE49-F238E27FC236}">
                    <a16:creationId xmlns:a16="http://schemas.microsoft.com/office/drawing/2014/main" id="{58A2583E-57F0-88A2-5202-A51B64D84F1B}"/>
                  </a:ext>
                </a:extLst>
              </p:cNvPr>
              <p:cNvPicPr/>
              <p:nvPr/>
            </p:nvPicPr>
            <p:blipFill>
              <a:blip r:embed="rId6"/>
              <a:stretch>
                <a:fillRect/>
              </a:stretch>
            </p:blipFill>
            <p:spPr>
              <a:xfrm>
                <a:off x="2016730" y="3944296"/>
                <a:ext cx="176400" cy="30204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74823" y="2538595"/>
            <a:ext cx="257175" cy="177800"/>
          </a:xfrm>
          <a:prstGeom prst="rect">
            <a:avLst/>
          </a:prstGeom>
        </p:spPr>
        <p:txBody>
          <a:bodyPr vert="horz" wrap="square" lIns="0" tIns="12065" rIns="0" bIns="0" rtlCol="0">
            <a:spAutoFit/>
          </a:bodyPr>
          <a:lstStyle/>
          <a:p>
            <a:pPr marL="12700">
              <a:lnSpc>
                <a:spcPct val="100000"/>
              </a:lnSpc>
              <a:spcBef>
                <a:spcPts val="95"/>
              </a:spcBef>
            </a:pPr>
            <a:r>
              <a:rPr sz="1000" b="1" spc="105" dirty="0">
                <a:latin typeface="Calibri"/>
                <a:cs typeface="Calibri"/>
              </a:rPr>
              <a:t>Yes</a:t>
            </a:r>
            <a:endParaRPr sz="1000">
              <a:latin typeface="Calibri"/>
              <a:cs typeface="Calibri"/>
            </a:endParaRPr>
          </a:p>
        </p:txBody>
      </p:sp>
      <p:sp>
        <p:nvSpPr>
          <p:cNvPr id="3" name="object 3"/>
          <p:cNvSpPr txBox="1"/>
          <p:nvPr/>
        </p:nvSpPr>
        <p:spPr>
          <a:xfrm>
            <a:off x="1491520" y="2221226"/>
            <a:ext cx="210820" cy="177800"/>
          </a:xfrm>
          <a:prstGeom prst="rect">
            <a:avLst/>
          </a:prstGeom>
        </p:spPr>
        <p:txBody>
          <a:bodyPr vert="horz" wrap="square" lIns="0" tIns="12065" rIns="0" bIns="0" rtlCol="0">
            <a:spAutoFit/>
          </a:bodyPr>
          <a:lstStyle/>
          <a:p>
            <a:pPr marL="12700">
              <a:lnSpc>
                <a:spcPct val="100000"/>
              </a:lnSpc>
              <a:spcBef>
                <a:spcPts val="95"/>
              </a:spcBef>
            </a:pPr>
            <a:r>
              <a:rPr sz="1000" b="1" spc="95" dirty="0">
                <a:latin typeface="Calibri"/>
                <a:cs typeface="Calibri"/>
              </a:rPr>
              <a:t>No</a:t>
            </a:r>
            <a:endParaRPr sz="1000">
              <a:latin typeface="Calibri"/>
              <a:cs typeface="Calibri"/>
            </a:endParaRPr>
          </a:p>
        </p:txBody>
      </p:sp>
      <p:sp>
        <p:nvSpPr>
          <p:cNvPr id="4" name="object 4"/>
          <p:cNvSpPr txBox="1"/>
          <p:nvPr/>
        </p:nvSpPr>
        <p:spPr>
          <a:xfrm>
            <a:off x="1523250" y="369065"/>
            <a:ext cx="3790950" cy="727710"/>
          </a:xfrm>
          <a:prstGeom prst="rect">
            <a:avLst/>
          </a:prstGeom>
        </p:spPr>
        <p:txBody>
          <a:bodyPr vert="horz" wrap="square" lIns="0" tIns="133350" rIns="0" bIns="0" rtlCol="0">
            <a:spAutoFit/>
          </a:bodyPr>
          <a:lstStyle/>
          <a:p>
            <a:pPr marL="12700">
              <a:lnSpc>
                <a:spcPct val="100000"/>
              </a:lnSpc>
              <a:spcBef>
                <a:spcPts val="1050"/>
              </a:spcBef>
            </a:pPr>
            <a:r>
              <a:rPr sz="1800" spc="95" dirty="0">
                <a:latin typeface="Century Gothic"/>
                <a:cs typeface="Century Gothic"/>
              </a:rPr>
              <a:t>APPLYING</a:t>
            </a:r>
            <a:r>
              <a:rPr sz="1800" spc="-30" dirty="0">
                <a:latin typeface="Century Gothic"/>
                <a:cs typeface="Century Gothic"/>
              </a:rPr>
              <a:t> </a:t>
            </a:r>
            <a:r>
              <a:rPr sz="1800" spc="140" dirty="0">
                <a:latin typeface="Century Gothic"/>
                <a:cs typeface="Century Gothic"/>
              </a:rPr>
              <a:t>FOR</a:t>
            </a:r>
            <a:r>
              <a:rPr sz="1800" spc="-35" dirty="0">
                <a:latin typeface="Century Gothic"/>
                <a:cs typeface="Century Gothic"/>
              </a:rPr>
              <a:t> </a:t>
            </a:r>
            <a:r>
              <a:rPr sz="1800" spc="150" dirty="0">
                <a:latin typeface="Century Gothic"/>
                <a:cs typeface="Century Gothic"/>
              </a:rPr>
              <a:t>OPPORTUNITIES</a:t>
            </a:r>
            <a:endParaRPr sz="1800">
              <a:latin typeface="Century Gothic"/>
              <a:cs typeface="Century Gothic"/>
            </a:endParaRPr>
          </a:p>
          <a:p>
            <a:pPr marL="81915" algn="ctr">
              <a:lnSpc>
                <a:spcPct val="100000"/>
              </a:lnSpc>
              <a:spcBef>
                <a:spcPts val="735"/>
              </a:spcBef>
            </a:pPr>
            <a:r>
              <a:rPr sz="1400" i="1" spc="114" dirty="0">
                <a:latin typeface="Century Gothic"/>
                <a:cs typeface="Century Gothic"/>
              </a:rPr>
              <a:t>DRAFT</a:t>
            </a:r>
            <a:endParaRPr sz="1400">
              <a:latin typeface="Century Gothic"/>
              <a:cs typeface="Century Gothic"/>
            </a:endParaRPr>
          </a:p>
        </p:txBody>
      </p:sp>
      <p:graphicFrame>
        <p:nvGraphicFramePr>
          <p:cNvPr id="5" name="object 5"/>
          <p:cNvGraphicFramePr>
            <a:graphicFrameLocks noGrp="1"/>
          </p:cNvGraphicFramePr>
          <p:nvPr>
            <p:extLst>
              <p:ext uri="{D42A27DB-BD31-4B8C-83A1-F6EECF244321}">
                <p14:modId xmlns:p14="http://schemas.microsoft.com/office/powerpoint/2010/main" val="1303162199"/>
              </p:ext>
            </p:extLst>
          </p:nvPr>
        </p:nvGraphicFramePr>
        <p:xfrm>
          <a:off x="1478433" y="1234495"/>
          <a:ext cx="5184140" cy="1127760"/>
        </p:xfrm>
        <a:graphic>
          <a:graphicData uri="http://schemas.openxmlformats.org/drawingml/2006/table">
            <a:tbl>
              <a:tblPr firstRow="1" bandRow="1">
                <a:tableStyleId>{2D5ABB26-0587-4C30-8999-92F81FD0307C}</a:tableStyleId>
              </a:tblPr>
              <a:tblGrid>
                <a:gridCol w="2592070">
                  <a:extLst>
                    <a:ext uri="{9D8B030D-6E8A-4147-A177-3AD203B41FA5}">
                      <a16:colId xmlns:a16="http://schemas.microsoft.com/office/drawing/2014/main" val="20000"/>
                    </a:ext>
                  </a:extLst>
                </a:gridCol>
                <a:gridCol w="2592070">
                  <a:extLst>
                    <a:ext uri="{9D8B030D-6E8A-4147-A177-3AD203B41FA5}">
                      <a16:colId xmlns:a16="http://schemas.microsoft.com/office/drawing/2014/main" val="20001"/>
                    </a:ext>
                  </a:extLst>
                </a:gridCol>
              </a:tblGrid>
              <a:tr h="396240">
                <a:tc>
                  <a:txBody>
                    <a:bodyPr/>
                    <a:lstStyle/>
                    <a:p>
                      <a:pPr marL="91440" marR="327025">
                        <a:lnSpc>
                          <a:spcPct val="100000"/>
                        </a:lnSpc>
                        <a:spcBef>
                          <a:spcPts val="305"/>
                        </a:spcBef>
                      </a:pPr>
                      <a:r>
                        <a:rPr sz="1000" dirty="0">
                          <a:latin typeface="Century Gothic"/>
                          <a:cs typeface="Century Gothic"/>
                        </a:rPr>
                        <a:t>University,</a:t>
                      </a:r>
                      <a:r>
                        <a:rPr sz="1000" spc="120" dirty="0">
                          <a:latin typeface="Century Gothic"/>
                          <a:cs typeface="Century Gothic"/>
                        </a:rPr>
                        <a:t> </a:t>
                      </a:r>
                      <a:r>
                        <a:rPr sz="1000" spc="-20" dirty="0">
                          <a:latin typeface="Century Gothic"/>
                          <a:cs typeface="Century Gothic"/>
                        </a:rPr>
                        <a:t>college,</a:t>
                      </a:r>
                      <a:r>
                        <a:rPr sz="1000" spc="160" dirty="0">
                          <a:latin typeface="Century Gothic"/>
                          <a:cs typeface="Century Gothic"/>
                        </a:rPr>
                        <a:t> </a:t>
                      </a:r>
                      <a:r>
                        <a:rPr sz="1000" dirty="0">
                          <a:latin typeface="Century Gothic"/>
                          <a:cs typeface="Century Gothic"/>
                        </a:rPr>
                        <a:t>school</a:t>
                      </a:r>
                      <a:r>
                        <a:rPr sz="1000" spc="130" dirty="0">
                          <a:latin typeface="Century Gothic"/>
                          <a:cs typeface="Century Gothic"/>
                        </a:rPr>
                        <a:t> </a:t>
                      </a:r>
                      <a:r>
                        <a:rPr sz="1000" dirty="0">
                          <a:latin typeface="Century Gothic"/>
                          <a:cs typeface="Century Gothic"/>
                        </a:rPr>
                        <a:t>or</a:t>
                      </a:r>
                      <a:r>
                        <a:rPr sz="1000" spc="110" dirty="0">
                          <a:latin typeface="Century Gothic"/>
                          <a:cs typeface="Century Gothic"/>
                        </a:rPr>
                        <a:t> </a:t>
                      </a:r>
                      <a:r>
                        <a:rPr sz="1000" spc="-10" dirty="0">
                          <a:latin typeface="Century Gothic"/>
                          <a:cs typeface="Century Gothic"/>
                        </a:rPr>
                        <a:t>other place</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marR="373380">
                        <a:lnSpc>
                          <a:spcPct val="100000"/>
                        </a:lnSpc>
                        <a:spcBef>
                          <a:spcPts val="305"/>
                        </a:spcBef>
                      </a:pPr>
                      <a:r>
                        <a:rPr sz="1000" dirty="0">
                          <a:latin typeface="Century Gothic"/>
                          <a:cs typeface="Century Gothic"/>
                        </a:rPr>
                        <a:t>Course</a:t>
                      </a:r>
                      <a:r>
                        <a:rPr sz="1000" spc="70" dirty="0">
                          <a:latin typeface="Century Gothic"/>
                          <a:cs typeface="Century Gothic"/>
                        </a:rPr>
                        <a:t> </a:t>
                      </a:r>
                      <a:r>
                        <a:rPr sz="1000" dirty="0">
                          <a:latin typeface="Century Gothic"/>
                          <a:cs typeface="Century Gothic"/>
                        </a:rPr>
                        <a:t>studied</a:t>
                      </a:r>
                      <a:r>
                        <a:rPr sz="1000" spc="60" dirty="0">
                          <a:latin typeface="Century Gothic"/>
                          <a:cs typeface="Century Gothic"/>
                        </a:rPr>
                        <a:t> </a:t>
                      </a:r>
                      <a:r>
                        <a:rPr sz="1000" spc="-10" dirty="0">
                          <a:latin typeface="Century Gothic"/>
                          <a:cs typeface="Century Gothic"/>
                        </a:rPr>
                        <a:t>and</a:t>
                      </a:r>
                      <a:r>
                        <a:rPr sz="1000" spc="55" dirty="0">
                          <a:latin typeface="Century Gothic"/>
                          <a:cs typeface="Century Gothic"/>
                        </a:rPr>
                        <a:t> </a:t>
                      </a:r>
                      <a:r>
                        <a:rPr sz="1000" spc="-10" dirty="0">
                          <a:latin typeface="Century Gothic"/>
                          <a:cs typeface="Century Gothic"/>
                        </a:rPr>
                        <a:t>qualifications achieved</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34975">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r>
                        <a:rPr lang="en-GB" sz="1200" dirty="0"/>
                        <a:t>Data Science with Python Bootcamp (2025)</a:t>
                      </a:r>
                    </a:p>
                    <a:p>
                      <a:pPr>
                        <a:lnSpc>
                          <a:spcPct val="100000"/>
                        </a:lnSpc>
                      </a:pPr>
                      <a:r>
                        <a:rPr lang="en-GB" sz="1200" dirty="0"/>
                        <a:t>Skills Bootcamp – Data Analytics with Python (Level 4), 2025</a:t>
                      </a:r>
                      <a:endParaRPr sz="12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
        <p:nvSpPr>
          <p:cNvPr id="6" name="object 6"/>
          <p:cNvSpPr/>
          <p:nvPr/>
        </p:nvSpPr>
        <p:spPr>
          <a:xfrm>
            <a:off x="1845564" y="2244851"/>
            <a:ext cx="222885" cy="108585"/>
          </a:xfrm>
          <a:custGeom>
            <a:avLst/>
            <a:gdLst/>
            <a:ahLst/>
            <a:cxnLst/>
            <a:rect l="l" t="t" r="r" b="b"/>
            <a:pathLst>
              <a:path w="222885" h="108585">
                <a:moveTo>
                  <a:pt x="0" y="0"/>
                </a:moveTo>
                <a:lnTo>
                  <a:pt x="222504" y="0"/>
                </a:lnTo>
                <a:lnTo>
                  <a:pt x="222504" y="108203"/>
                </a:lnTo>
                <a:lnTo>
                  <a:pt x="0" y="108203"/>
                </a:lnTo>
                <a:lnTo>
                  <a:pt x="0" y="0"/>
                </a:lnTo>
                <a:close/>
              </a:path>
            </a:pathLst>
          </a:custGeom>
          <a:ln w="12700">
            <a:solidFill>
              <a:srgbClr val="000000"/>
            </a:solidFill>
          </a:ln>
        </p:spPr>
        <p:txBody>
          <a:bodyPr wrap="square" lIns="0" tIns="0" rIns="0" bIns="0" rtlCol="0"/>
          <a:lstStyle/>
          <a:p>
            <a:endParaRPr/>
          </a:p>
        </p:txBody>
      </p:sp>
      <p:sp>
        <p:nvSpPr>
          <p:cNvPr id="7" name="object 7"/>
          <p:cNvSpPr/>
          <p:nvPr/>
        </p:nvSpPr>
        <p:spPr>
          <a:xfrm>
            <a:off x="1845564" y="2558795"/>
            <a:ext cx="186055" cy="134620"/>
          </a:xfrm>
          <a:custGeom>
            <a:avLst/>
            <a:gdLst/>
            <a:ahLst/>
            <a:cxnLst/>
            <a:rect l="l" t="t" r="r" b="b"/>
            <a:pathLst>
              <a:path w="186055" h="134619">
                <a:moveTo>
                  <a:pt x="0" y="134111"/>
                </a:moveTo>
                <a:lnTo>
                  <a:pt x="185927" y="134111"/>
                </a:lnTo>
                <a:lnTo>
                  <a:pt x="185927" y="0"/>
                </a:lnTo>
                <a:lnTo>
                  <a:pt x="0" y="0"/>
                </a:lnTo>
                <a:lnTo>
                  <a:pt x="0" y="134111"/>
                </a:lnTo>
                <a:close/>
              </a:path>
            </a:pathLst>
          </a:custGeom>
          <a:ln w="12700">
            <a:solidFill>
              <a:srgbClr val="000000"/>
            </a:solidFill>
          </a:ln>
        </p:spPr>
        <p:txBody>
          <a:bodyPr wrap="square" lIns="0" tIns="0" rIns="0" bIns="0" rtlCol="0"/>
          <a:lstStyle/>
          <a:p>
            <a:endParaRPr/>
          </a:p>
        </p:txBody>
      </p:sp>
      <p:sp>
        <p:nvSpPr>
          <p:cNvPr id="8" name="object 8"/>
          <p:cNvSpPr txBox="1"/>
          <p:nvPr/>
        </p:nvSpPr>
        <p:spPr>
          <a:xfrm>
            <a:off x="2557111" y="2381953"/>
            <a:ext cx="1798955" cy="177800"/>
          </a:xfrm>
          <a:prstGeom prst="rect">
            <a:avLst/>
          </a:prstGeom>
        </p:spPr>
        <p:txBody>
          <a:bodyPr vert="horz" wrap="square" lIns="0" tIns="12065" rIns="0" bIns="0" rtlCol="0">
            <a:spAutoFit/>
          </a:bodyPr>
          <a:lstStyle/>
          <a:p>
            <a:pPr marL="12700">
              <a:lnSpc>
                <a:spcPct val="100000"/>
              </a:lnSpc>
              <a:spcBef>
                <a:spcPts val="95"/>
              </a:spcBef>
            </a:pPr>
            <a:r>
              <a:rPr sz="1000" spc="70" dirty="0">
                <a:latin typeface="Century Gothic"/>
                <a:cs typeface="Century Gothic"/>
              </a:rPr>
              <a:t>For</a:t>
            </a:r>
            <a:r>
              <a:rPr sz="1000" dirty="0">
                <a:latin typeface="Century Gothic"/>
                <a:cs typeface="Century Gothic"/>
              </a:rPr>
              <a:t> overseas</a:t>
            </a:r>
            <a:r>
              <a:rPr sz="1000" spc="10" dirty="0">
                <a:latin typeface="Century Gothic"/>
                <a:cs typeface="Century Gothic"/>
              </a:rPr>
              <a:t> </a:t>
            </a:r>
            <a:r>
              <a:rPr sz="1000" spc="-30" dirty="0">
                <a:latin typeface="Century Gothic"/>
                <a:cs typeface="Century Gothic"/>
              </a:rPr>
              <a:t>vacancies</a:t>
            </a:r>
            <a:r>
              <a:rPr sz="1000" spc="10" dirty="0">
                <a:latin typeface="Century Gothic"/>
                <a:cs typeface="Century Gothic"/>
              </a:rPr>
              <a:t> </a:t>
            </a:r>
            <a:r>
              <a:rPr sz="1000" spc="-20" dirty="0">
                <a:latin typeface="Century Gothic"/>
                <a:cs typeface="Century Gothic"/>
              </a:rPr>
              <a:t>only.</a:t>
            </a:r>
            <a:endParaRPr sz="1000">
              <a:latin typeface="Century Gothic"/>
              <a:cs typeface="Century Gothic"/>
            </a:endParaRPr>
          </a:p>
        </p:txBody>
      </p:sp>
      <p:sp>
        <p:nvSpPr>
          <p:cNvPr id="9" name="object 9"/>
          <p:cNvSpPr txBox="1"/>
          <p:nvPr/>
        </p:nvSpPr>
        <p:spPr>
          <a:xfrm>
            <a:off x="191575" y="1078002"/>
            <a:ext cx="1253490" cy="3408679"/>
          </a:xfrm>
          <a:prstGeom prst="rect">
            <a:avLst/>
          </a:prstGeom>
        </p:spPr>
        <p:txBody>
          <a:bodyPr vert="horz" wrap="square" lIns="0" tIns="12065" rIns="0" bIns="0" rtlCol="0">
            <a:spAutoFit/>
          </a:bodyPr>
          <a:lstStyle/>
          <a:p>
            <a:pPr marL="12700" marR="151765" indent="114935">
              <a:lnSpc>
                <a:spcPct val="100000"/>
              </a:lnSpc>
              <a:spcBef>
                <a:spcPts val="95"/>
              </a:spcBef>
              <a:buAutoNum type="arabicPlain" startAt="7"/>
              <a:tabLst>
                <a:tab pos="127635" algn="l"/>
              </a:tabLst>
            </a:pPr>
            <a:r>
              <a:rPr sz="1000" b="1" spc="125" dirty="0">
                <a:latin typeface="Calibri"/>
                <a:cs typeface="Calibri"/>
              </a:rPr>
              <a:t>Education</a:t>
            </a:r>
            <a:r>
              <a:rPr sz="1000" b="1" spc="85" dirty="0">
                <a:latin typeface="Calibri"/>
                <a:cs typeface="Calibri"/>
              </a:rPr>
              <a:t> </a:t>
            </a:r>
            <a:r>
              <a:rPr sz="1000" b="1" spc="110" dirty="0">
                <a:latin typeface="Calibri"/>
                <a:cs typeface="Calibri"/>
              </a:rPr>
              <a:t>and </a:t>
            </a:r>
            <a:r>
              <a:rPr sz="1000" b="1" spc="95" dirty="0">
                <a:latin typeface="Calibri"/>
                <a:cs typeface="Calibri"/>
              </a:rPr>
              <a:t>training</a:t>
            </a:r>
            <a:endParaRPr sz="1000">
              <a:latin typeface="Calibri"/>
              <a:cs typeface="Calibri"/>
            </a:endParaRPr>
          </a:p>
          <a:p>
            <a:pPr marL="12700" marR="5080">
              <a:lnSpc>
                <a:spcPct val="100000"/>
              </a:lnSpc>
            </a:pPr>
            <a:r>
              <a:rPr sz="1000" dirty="0">
                <a:latin typeface="Century Gothic"/>
                <a:cs typeface="Century Gothic"/>
              </a:rPr>
              <a:t>Start</a:t>
            </a:r>
            <a:r>
              <a:rPr sz="1000" spc="70" dirty="0">
                <a:latin typeface="Century Gothic"/>
                <a:cs typeface="Century Gothic"/>
              </a:rPr>
              <a:t> </a:t>
            </a:r>
            <a:r>
              <a:rPr sz="1000" spc="55" dirty="0">
                <a:latin typeface="Century Gothic"/>
                <a:cs typeface="Century Gothic"/>
              </a:rPr>
              <a:t>with</a:t>
            </a:r>
            <a:r>
              <a:rPr sz="1000" spc="80" dirty="0">
                <a:latin typeface="Century Gothic"/>
                <a:cs typeface="Century Gothic"/>
              </a:rPr>
              <a:t> </a:t>
            </a:r>
            <a:r>
              <a:rPr sz="1000" dirty="0">
                <a:latin typeface="Century Gothic"/>
                <a:cs typeface="Century Gothic"/>
              </a:rPr>
              <a:t>the</a:t>
            </a:r>
            <a:r>
              <a:rPr sz="1000" spc="90" dirty="0">
                <a:latin typeface="Century Gothic"/>
                <a:cs typeface="Century Gothic"/>
              </a:rPr>
              <a:t> </a:t>
            </a:r>
            <a:r>
              <a:rPr sz="1000" spc="40" dirty="0">
                <a:latin typeface="Century Gothic"/>
                <a:cs typeface="Century Gothic"/>
              </a:rPr>
              <a:t>most </a:t>
            </a:r>
            <a:r>
              <a:rPr sz="1000" dirty="0">
                <a:latin typeface="Century Gothic"/>
                <a:cs typeface="Century Gothic"/>
              </a:rPr>
              <a:t>recent</a:t>
            </a:r>
            <a:r>
              <a:rPr sz="1000" spc="-10" dirty="0">
                <a:latin typeface="Century Gothic"/>
                <a:cs typeface="Century Gothic"/>
              </a:rPr>
              <a:t> </a:t>
            </a:r>
            <a:r>
              <a:rPr sz="1000" spc="-20" dirty="0">
                <a:latin typeface="Century Gothic"/>
                <a:cs typeface="Century Gothic"/>
              </a:rPr>
              <a:t>and</a:t>
            </a:r>
            <a:r>
              <a:rPr sz="1000" spc="-15" dirty="0">
                <a:latin typeface="Century Gothic"/>
                <a:cs typeface="Century Gothic"/>
              </a:rPr>
              <a:t> </a:t>
            </a:r>
            <a:r>
              <a:rPr sz="1000" spc="30" dirty="0">
                <a:latin typeface="Century Gothic"/>
                <a:cs typeface="Century Gothic"/>
              </a:rPr>
              <a:t>work </a:t>
            </a:r>
            <a:r>
              <a:rPr sz="1000" spc="-35" dirty="0">
                <a:latin typeface="Century Gothic"/>
                <a:cs typeface="Century Gothic"/>
              </a:rPr>
              <a:t>back.</a:t>
            </a:r>
            <a:r>
              <a:rPr sz="1000" spc="35" dirty="0">
                <a:latin typeface="Century Gothic"/>
                <a:cs typeface="Century Gothic"/>
              </a:rPr>
              <a:t> </a:t>
            </a:r>
            <a:r>
              <a:rPr sz="1000" dirty="0">
                <a:latin typeface="Century Gothic"/>
                <a:cs typeface="Century Gothic"/>
              </a:rPr>
              <a:t>Continue</a:t>
            </a:r>
            <a:r>
              <a:rPr sz="1000" spc="45" dirty="0">
                <a:latin typeface="Century Gothic"/>
                <a:cs typeface="Century Gothic"/>
              </a:rPr>
              <a:t> </a:t>
            </a:r>
            <a:r>
              <a:rPr sz="1000" spc="-25" dirty="0">
                <a:latin typeface="Century Gothic"/>
                <a:cs typeface="Century Gothic"/>
              </a:rPr>
              <a:t>on</a:t>
            </a:r>
            <a:r>
              <a:rPr sz="1000" spc="500" dirty="0">
                <a:latin typeface="Century Gothic"/>
                <a:cs typeface="Century Gothic"/>
              </a:rPr>
              <a:t> </a:t>
            </a:r>
            <a:r>
              <a:rPr sz="1000" spc="-110" dirty="0">
                <a:latin typeface="Century Gothic"/>
                <a:cs typeface="Century Gothic"/>
              </a:rPr>
              <a:t>a</a:t>
            </a:r>
            <a:r>
              <a:rPr sz="1000" spc="25" dirty="0">
                <a:latin typeface="Century Gothic"/>
                <a:cs typeface="Century Gothic"/>
              </a:rPr>
              <a:t> </a:t>
            </a:r>
            <a:r>
              <a:rPr sz="1000" spc="-10" dirty="0">
                <a:latin typeface="Century Gothic"/>
                <a:cs typeface="Century Gothic"/>
              </a:rPr>
              <a:t>separate</a:t>
            </a:r>
            <a:r>
              <a:rPr sz="1000" spc="10" dirty="0">
                <a:latin typeface="Century Gothic"/>
                <a:cs typeface="Century Gothic"/>
              </a:rPr>
              <a:t> </a:t>
            </a:r>
            <a:r>
              <a:rPr sz="1000" dirty="0">
                <a:latin typeface="Century Gothic"/>
                <a:cs typeface="Century Gothic"/>
              </a:rPr>
              <a:t>sheet</a:t>
            </a:r>
            <a:r>
              <a:rPr sz="1000" spc="15" dirty="0">
                <a:latin typeface="Century Gothic"/>
                <a:cs typeface="Century Gothic"/>
              </a:rPr>
              <a:t> </a:t>
            </a:r>
            <a:r>
              <a:rPr sz="1000" spc="-25" dirty="0">
                <a:latin typeface="Century Gothic"/>
                <a:cs typeface="Century Gothic"/>
              </a:rPr>
              <a:t>if </a:t>
            </a:r>
            <a:r>
              <a:rPr sz="1000" spc="-10" dirty="0">
                <a:latin typeface="Century Gothic"/>
                <a:cs typeface="Century Gothic"/>
              </a:rPr>
              <a:t>necessary.</a:t>
            </a:r>
            <a:endParaRPr sz="1000">
              <a:latin typeface="Century Gothic"/>
              <a:cs typeface="Century Gothic"/>
            </a:endParaRPr>
          </a:p>
          <a:p>
            <a:pPr marL="26670" marR="372110" indent="119380">
              <a:lnSpc>
                <a:spcPct val="100000"/>
              </a:lnSpc>
              <a:spcBef>
                <a:spcPts val="775"/>
              </a:spcBef>
              <a:buAutoNum type="arabicPlain" startAt="8"/>
              <a:tabLst>
                <a:tab pos="146050" algn="l"/>
              </a:tabLst>
            </a:pPr>
            <a:r>
              <a:rPr sz="1000" b="1" spc="155" dirty="0">
                <a:latin typeface="Calibri"/>
                <a:cs typeface="Calibri"/>
              </a:rPr>
              <a:t>Do</a:t>
            </a:r>
            <a:r>
              <a:rPr sz="1000" b="1" spc="55" dirty="0">
                <a:latin typeface="Calibri"/>
                <a:cs typeface="Calibri"/>
              </a:rPr>
              <a:t> </a:t>
            </a:r>
            <a:r>
              <a:rPr sz="1000" b="1" spc="95" dirty="0">
                <a:latin typeface="Calibri"/>
                <a:cs typeface="Calibri"/>
              </a:rPr>
              <a:t>you </a:t>
            </a:r>
            <a:r>
              <a:rPr sz="1000" b="1" spc="110" dirty="0">
                <a:latin typeface="Calibri"/>
                <a:cs typeface="Calibri"/>
              </a:rPr>
              <a:t>hold</a:t>
            </a:r>
            <a:r>
              <a:rPr sz="1000" b="1" spc="70" dirty="0">
                <a:latin typeface="Calibri"/>
                <a:cs typeface="Calibri"/>
              </a:rPr>
              <a:t> </a:t>
            </a:r>
            <a:r>
              <a:rPr sz="1000" b="1" spc="75" dirty="0">
                <a:latin typeface="Calibri"/>
                <a:cs typeface="Calibri"/>
              </a:rPr>
              <a:t>a </a:t>
            </a:r>
            <a:r>
              <a:rPr sz="1000" b="1" spc="114" dirty="0">
                <a:latin typeface="Calibri"/>
                <a:cs typeface="Calibri"/>
              </a:rPr>
              <a:t>current</a:t>
            </a:r>
            <a:r>
              <a:rPr sz="1000" b="1" spc="65" dirty="0">
                <a:latin typeface="Calibri"/>
                <a:cs typeface="Calibri"/>
              </a:rPr>
              <a:t> </a:t>
            </a:r>
            <a:r>
              <a:rPr sz="1000" b="1" spc="75" dirty="0">
                <a:latin typeface="Calibri"/>
                <a:cs typeface="Calibri"/>
              </a:rPr>
              <a:t>valid </a:t>
            </a:r>
            <a:r>
              <a:rPr sz="1000" b="1" spc="110" dirty="0">
                <a:latin typeface="Calibri"/>
                <a:cs typeface="Calibri"/>
              </a:rPr>
              <a:t>passport</a:t>
            </a:r>
            <a:r>
              <a:rPr sz="1000" b="1" spc="90" dirty="0">
                <a:latin typeface="Calibri"/>
                <a:cs typeface="Calibri"/>
              </a:rPr>
              <a:t> </a:t>
            </a:r>
            <a:r>
              <a:rPr sz="1000" b="1" spc="65" dirty="0">
                <a:latin typeface="Calibri"/>
                <a:cs typeface="Calibri"/>
              </a:rPr>
              <a:t>or </a:t>
            </a:r>
            <a:r>
              <a:rPr sz="1000" b="1" spc="125" dirty="0">
                <a:latin typeface="Calibri"/>
                <a:cs typeface="Calibri"/>
              </a:rPr>
              <a:t>ID</a:t>
            </a:r>
            <a:r>
              <a:rPr sz="1000" b="1" spc="65" dirty="0">
                <a:latin typeface="Calibri"/>
                <a:cs typeface="Calibri"/>
              </a:rPr>
              <a:t> </a:t>
            </a:r>
            <a:r>
              <a:rPr sz="1000" b="1" spc="105" dirty="0">
                <a:latin typeface="Calibri"/>
                <a:cs typeface="Calibri"/>
              </a:rPr>
              <a:t>card?</a:t>
            </a:r>
            <a:endParaRPr sz="1000">
              <a:latin typeface="Calibri"/>
              <a:cs typeface="Calibri"/>
            </a:endParaRPr>
          </a:p>
          <a:p>
            <a:pPr marL="12700" marR="375285" indent="116205">
              <a:lnSpc>
                <a:spcPct val="100000"/>
              </a:lnSpc>
              <a:spcBef>
                <a:spcPts val="665"/>
              </a:spcBef>
              <a:buAutoNum type="arabicPlain" startAt="8"/>
              <a:tabLst>
                <a:tab pos="128905" algn="l"/>
              </a:tabLst>
            </a:pPr>
            <a:r>
              <a:rPr sz="1000" b="1" spc="140" dirty="0">
                <a:latin typeface="Calibri"/>
                <a:cs typeface="Calibri"/>
              </a:rPr>
              <a:t>Any</a:t>
            </a:r>
            <a:r>
              <a:rPr sz="1000" b="1" spc="70" dirty="0">
                <a:latin typeface="Calibri"/>
                <a:cs typeface="Calibri"/>
              </a:rPr>
              <a:t> </a:t>
            </a:r>
            <a:r>
              <a:rPr sz="1000" b="1" spc="80" dirty="0">
                <a:latin typeface="Calibri"/>
                <a:cs typeface="Calibri"/>
              </a:rPr>
              <a:t>other </a:t>
            </a:r>
            <a:r>
              <a:rPr sz="1000" b="1" spc="120" dirty="0">
                <a:latin typeface="Calibri"/>
                <a:cs typeface="Calibri"/>
              </a:rPr>
              <a:t>evidence</a:t>
            </a:r>
            <a:r>
              <a:rPr sz="1000" b="1" spc="85" dirty="0">
                <a:latin typeface="Calibri"/>
                <a:cs typeface="Calibri"/>
              </a:rPr>
              <a:t> </a:t>
            </a:r>
            <a:r>
              <a:rPr sz="1000" b="1" spc="65" dirty="0">
                <a:latin typeface="Calibri"/>
                <a:cs typeface="Calibri"/>
              </a:rPr>
              <a:t>to </a:t>
            </a:r>
            <a:r>
              <a:rPr sz="1000" b="1" spc="114" dirty="0">
                <a:latin typeface="Calibri"/>
                <a:cs typeface="Calibri"/>
              </a:rPr>
              <a:t>support</a:t>
            </a:r>
            <a:r>
              <a:rPr sz="1000" b="1" spc="70" dirty="0">
                <a:latin typeface="Calibri"/>
                <a:cs typeface="Calibri"/>
              </a:rPr>
              <a:t> </a:t>
            </a:r>
            <a:r>
              <a:rPr sz="1000" b="1" spc="90" dirty="0">
                <a:latin typeface="Calibri"/>
                <a:cs typeface="Calibri"/>
              </a:rPr>
              <a:t>your </a:t>
            </a:r>
            <a:r>
              <a:rPr sz="1000" b="1" spc="95" dirty="0">
                <a:latin typeface="Calibri"/>
                <a:cs typeface="Calibri"/>
              </a:rPr>
              <a:t>application </a:t>
            </a:r>
            <a:r>
              <a:rPr sz="1000" spc="70" dirty="0">
                <a:latin typeface="Century Gothic"/>
                <a:cs typeface="Century Gothic"/>
              </a:rPr>
              <a:t>For</a:t>
            </a:r>
            <a:r>
              <a:rPr sz="1000" spc="-20" dirty="0">
                <a:latin typeface="Century Gothic"/>
                <a:cs typeface="Century Gothic"/>
              </a:rPr>
              <a:t> </a:t>
            </a:r>
            <a:r>
              <a:rPr sz="1000" spc="-10" dirty="0">
                <a:latin typeface="Century Gothic"/>
                <a:cs typeface="Century Gothic"/>
              </a:rPr>
              <a:t>example, experience </a:t>
            </a:r>
            <a:r>
              <a:rPr sz="1000" dirty="0">
                <a:latin typeface="Century Gothic"/>
                <a:cs typeface="Century Gothic"/>
              </a:rPr>
              <a:t>relevant</a:t>
            </a:r>
            <a:r>
              <a:rPr sz="1000" spc="40" dirty="0">
                <a:latin typeface="Century Gothic"/>
                <a:cs typeface="Century Gothic"/>
              </a:rPr>
              <a:t> </a:t>
            </a:r>
            <a:r>
              <a:rPr sz="1000" spc="-25" dirty="0">
                <a:latin typeface="Century Gothic"/>
                <a:cs typeface="Century Gothic"/>
              </a:rPr>
              <a:t>to the</a:t>
            </a:r>
            <a:endParaRPr sz="1000">
              <a:latin typeface="Century Gothic"/>
              <a:cs typeface="Century Gothic"/>
            </a:endParaRPr>
          </a:p>
          <a:p>
            <a:pPr marL="12700">
              <a:lnSpc>
                <a:spcPct val="100000"/>
              </a:lnSpc>
              <a:spcBef>
                <a:spcPts val="5"/>
              </a:spcBef>
            </a:pPr>
            <a:r>
              <a:rPr sz="1000" dirty="0">
                <a:latin typeface="Century Gothic"/>
                <a:cs typeface="Century Gothic"/>
              </a:rPr>
              <a:t>job</a:t>
            </a:r>
            <a:r>
              <a:rPr sz="1000" spc="5" dirty="0">
                <a:latin typeface="Century Gothic"/>
                <a:cs typeface="Century Gothic"/>
              </a:rPr>
              <a:t> </a:t>
            </a:r>
            <a:r>
              <a:rPr sz="1000" dirty="0">
                <a:latin typeface="Century Gothic"/>
                <a:cs typeface="Century Gothic"/>
              </a:rPr>
              <a:t>you</a:t>
            </a:r>
            <a:r>
              <a:rPr sz="1000" spc="10" dirty="0">
                <a:latin typeface="Century Gothic"/>
                <a:cs typeface="Century Gothic"/>
              </a:rPr>
              <a:t> </a:t>
            </a:r>
            <a:r>
              <a:rPr sz="1000" spc="-25" dirty="0">
                <a:latin typeface="Century Gothic"/>
                <a:cs typeface="Century Gothic"/>
              </a:rPr>
              <a:t>are</a:t>
            </a:r>
            <a:endParaRPr sz="1000">
              <a:latin typeface="Century Gothic"/>
              <a:cs typeface="Century Gothic"/>
            </a:endParaRPr>
          </a:p>
        </p:txBody>
      </p:sp>
      <p:sp>
        <p:nvSpPr>
          <p:cNvPr id="10" name="object 10"/>
          <p:cNvSpPr/>
          <p:nvPr/>
        </p:nvSpPr>
        <p:spPr>
          <a:xfrm>
            <a:off x="1484375" y="3133344"/>
            <a:ext cx="5184775" cy="1315720"/>
          </a:xfrm>
          <a:custGeom>
            <a:avLst/>
            <a:gdLst/>
            <a:ahLst/>
            <a:cxnLst/>
            <a:rect l="l" t="t" r="r" b="b"/>
            <a:pathLst>
              <a:path w="5184775" h="1315720">
                <a:moveTo>
                  <a:pt x="0" y="0"/>
                </a:moveTo>
                <a:lnTo>
                  <a:pt x="5184648" y="0"/>
                </a:lnTo>
                <a:lnTo>
                  <a:pt x="5184648" y="1315212"/>
                </a:lnTo>
                <a:lnTo>
                  <a:pt x="0" y="1315212"/>
                </a:lnTo>
                <a:lnTo>
                  <a:pt x="0" y="0"/>
                </a:lnTo>
                <a:close/>
              </a:path>
            </a:pathLst>
          </a:custGeom>
          <a:ln w="12700">
            <a:solidFill>
              <a:srgbClr val="000000"/>
            </a:solidFill>
          </a:ln>
        </p:spPr>
        <p:txBody>
          <a:bodyPr wrap="square" lIns="0" tIns="0" rIns="0" bIns="0" rtlCol="0"/>
          <a:lstStyle/>
          <a:p>
            <a:endParaRPr/>
          </a:p>
        </p:txBody>
      </p:sp>
      <p:sp>
        <p:nvSpPr>
          <p:cNvPr id="11" name="object 11"/>
          <p:cNvSpPr/>
          <p:nvPr/>
        </p:nvSpPr>
        <p:spPr>
          <a:xfrm>
            <a:off x="6441947" y="4607052"/>
            <a:ext cx="186055" cy="157480"/>
          </a:xfrm>
          <a:custGeom>
            <a:avLst/>
            <a:gdLst/>
            <a:ahLst/>
            <a:cxnLst/>
            <a:rect l="l" t="t" r="r" b="b"/>
            <a:pathLst>
              <a:path w="186054" h="157479">
                <a:moveTo>
                  <a:pt x="0" y="0"/>
                </a:moveTo>
                <a:lnTo>
                  <a:pt x="185927" y="0"/>
                </a:lnTo>
                <a:lnTo>
                  <a:pt x="185927" y="156972"/>
                </a:lnTo>
                <a:lnTo>
                  <a:pt x="0" y="156972"/>
                </a:lnTo>
                <a:lnTo>
                  <a:pt x="0" y="0"/>
                </a:lnTo>
                <a:close/>
              </a:path>
            </a:pathLst>
          </a:custGeom>
          <a:ln w="12700">
            <a:solidFill>
              <a:srgbClr val="000000"/>
            </a:solidFill>
          </a:ln>
        </p:spPr>
        <p:txBody>
          <a:bodyPr wrap="square" lIns="0" tIns="0" rIns="0" bIns="0" rtlCol="0"/>
          <a:lstStyle/>
          <a:p>
            <a:endParaRPr/>
          </a:p>
        </p:txBody>
      </p:sp>
      <p:sp>
        <p:nvSpPr>
          <p:cNvPr id="12" name="object 12"/>
          <p:cNvSpPr txBox="1"/>
          <p:nvPr/>
        </p:nvSpPr>
        <p:spPr>
          <a:xfrm>
            <a:off x="191575" y="4461735"/>
            <a:ext cx="5836285" cy="704215"/>
          </a:xfrm>
          <a:prstGeom prst="rect">
            <a:avLst/>
          </a:prstGeom>
        </p:spPr>
        <p:txBody>
          <a:bodyPr vert="horz" wrap="square" lIns="0" tIns="12065" rIns="0" bIns="0" rtlCol="0">
            <a:spAutoFit/>
          </a:bodyPr>
          <a:lstStyle/>
          <a:p>
            <a:pPr marL="12700">
              <a:lnSpc>
                <a:spcPts val="1115"/>
              </a:lnSpc>
              <a:spcBef>
                <a:spcPts val="95"/>
              </a:spcBef>
            </a:pPr>
            <a:r>
              <a:rPr sz="1000" dirty="0">
                <a:latin typeface="Century Gothic"/>
                <a:cs typeface="Century Gothic"/>
              </a:rPr>
              <a:t>applying</a:t>
            </a:r>
            <a:r>
              <a:rPr sz="1000" spc="45" dirty="0">
                <a:latin typeface="Century Gothic"/>
                <a:cs typeface="Century Gothic"/>
              </a:rPr>
              <a:t> </a:t>
            </a:r>
            <a:r>
              <a:rPr sz="1000" spc="-20" dirty="0">
                <a:latin typeface="Century Gothic"/>
                <a:cs typeface="Century Gothic"/>
              </a:rPr>
              <a:t>for.</a:t>
            </a:r>
            <a:endParaRPr sz="1000">
              <a:latin typeface="Century Gothic"/>
              <a:cs typeface="Century Gothic"/>
            </a:endParaRPr>
          </a:p>
          <a:p>
            <a:pPr marL="182880" indent="-170180">
              <a:lnSpc>
                <a:spcPts val="1115"/>
              </a:lnSpc>
              <a:buAutoNum type="arabicPlain" startAt="10"/>
              <a:tabLst>
                <a:tab pos="182880" algn="l"/>
              </a:tabLst>
            </a:pPr>
            <a:r>
              <a:rPr sz="1000" b="1" spc="60" dirty="0">
                <a:latin typeface="Calibri"/>
                <a:cs typeface="Calibri"/>
              </a:rPr>
              <a:t>If</a:t>
            </a:r>
            <a:r>
              <a:rPr sz="1000" b="1" spc="75" dirty="0">
                <a:latin typeface="Calibri"/>
                <a:cs typeface="Calibri"/>
              </a:rPr>
              <a:t> </a:t>
            </a:r>
            <a:r>
              <a:rPr sz="1000" b="1" spc="105" dirty="0">
                <a:latin typeface="Calibri"/>
                <a:cs typeface="Calibri"/>
              </a:rPr>
              <a:t>there</a:t>
            </a:r>
            <a:r>
              <a:rPr sz="1000" b="1" spc="65" dirty="0">
                <a:latin typeface="Calibri"/>
                <a:cs typeface="Calibri"/>
              </a:rPr>
              <a:t> </a:t>
            </a:r>
            <a:r>
              <a:rPr sz="1000" b="1" spc="85" dirty="0">
                <a:latin typeface="Calibri"/>
                <a:cs typeface="Calibri"/>
              </a:rPr>
              <a:t>is</a:t>
            </a:r>
            <a:r>
              <a:rPr sz="1000" b="1" spc="70" dirty="0">
                <a:latin typeface="Calibri"/>
                <a:cs typeface="Calibri"/>
              </a:rPr>
              <a:t> </a:t>
            </a:r>
            <a:r>
              <a:rPr sz="1000" b="1" spc="125" dirty="0">
                <a:latin typeface="Calibri"/>
                <a:cs typeface="Calibri"/>
              </a:rPr>
              <a:t>on</a:t>
            </a:r>
            <a:r>
              <a:rPr sz="1000" b="1" spc="65" dirty="0">
                <a:latin typeface="Calibri"/>
                <a:cs typeface="Calibri"/>
              </a:rPr>
              <a:t> </a:t>
            </a:r>
            <a:r>
              <a:rPr sz="1000" b="1" spc="150" dirty="0">
                <a:latin typeface="Calibri"/>
                <a:cs typeface="Calibri"/>
              </a:rPr>
              <a:t>age</a:t>
            </a:r>
            <a:r>
              <a:rPr sz="1000" b="1" spc="75" dirty="0">
                <a:latin typeface="Calibri"/>
                <a:cs typeface="Calibri"/>
              </a:rPr>
              <a:t> </a:t>
            </a:r>
            <a:r>
              <a:rPr sz="1000" b="1" spc="85" dirty="0">
                <a:latin typeface="Calibri"/>
                <a:cs typeface="Calibri"/>
              </a:rPr>
              <a:t>limit</a:t>
            </a:r>
            <a:r>
              <a:rPr sz="1000" b="1" spc="80" dirty="0">
                <a:latin typeface="Calibri"/>
                <a:cs typeface="Calibri"/>
              </a:rPr>
              <a:t> </a:t>
            </a:r>
            <a:r>
              <a:rPr sz="1000" b="1" spc="125" dirty="0">
                <a:latin typeface="Calibri"/>
                <a:cs typeface="Calibri"/>
              </a:rPr>
              <a:t>on</a:t>
            </a:r>
            <a:r>
              <a:rPr sz="1000" b="1" spc="65" dirty="0">
                <a:latin typeface="Calibri"/>
                <a:cs typeface="Calibri"/>
              </a:rPr>
              <a:t> </a:t>
            </a:r>
            <a:r>
              <a:rPr sz="1000" b="1" spc="110" dirty="0">
                <a:latin typeface="Calibri"/>
                <a:cs typeface="Calibri"/>
              </a:rPr>
              <a:t>the</a:t>
            </a:r>
            <a:r>
              <a:rPr sz="1000" b="1" spc="75" dirty="0">
                <a:latin typeface="Calibri"/>
                <a:cs typeface="Calibri"/>
              </a:rPr>
              <a:t> </a:t>
            </a:r>
            <a:r>
              <a:rPr sz="1000" b="1" spc="120" dirty="0">
                <a:latin typeface="Calibri"/>
                <a:cs typeface="Calibri"/>
              </a:rPr>
              <a:t>vacancy,</a:t>
            </a:r>
            <a:r>
              <a:rPr sz="1000" b="1" spc="70" dirty="0">
                <a:latin typeface="Calibri"/>
                <a:cs typeface="Calibri"/>
              </a:rPr>
              <a:t> </a:t>
            </a:r>
            <a:r>
              <a:rPr sz="1000" b="1" spc="114" dirty="0">
                <a:latin typeface="Calibri"/>
                <a:cs typeface="Calibri"/>
              </a:rPr>
              <a:t>tick</a:t>
            </a:r>
            <a:r>
              <a:rPr sz="1000" b="1" spc="85" dirty="0">
                <a:latin typeface="Calibri"/>
                <a:cs typeface="Calibri"/>
              </a:rPr>
              <a:t> </a:t>
            </a:r>
            <a:r>
              <a:rPr sz="1000" b="1" spc="95" dirty="0">
                <a:latin typeface="Calibri"/>
                <a:cs typeface="Calibri"/>
              </a:rPr>
              <a:t>this</a:t>
            </a:r>
            <a:r>
              <a:rPr sz="1000" b="1" spc="70" dirty="0">
                <a:latin typeface="Calibri"/>
                <a:cs typeface="Calibri"/>
              </a:rPr>
              <a:t> </a:t>
            </a:r>
            <a:r>
              <a:rPr sz="1000" b="1" spc="125" dirty="0">
                <a:latin typeface="Calibri"/>
                <a:cs typeface="Calibri"/>
              </a:rPr>
              <a:t>box</a:t>
            </a:r>
            <a:r>
              <a:rPr sz="1000" b="1" spc="75" dirty="0">
                <a:latin typeface="Calibri"/>
                <a:cs typeface="Calibri"/>
              </a:rPr>
              <a:t> </a:t>
            </a:r>
            <a:r>
              <a:rPr sz="1000" b="1" spc="90" dirty="0">
                <a:latin typeface="Calibri"/>
                <a:cs typeface="Calibri"/>
              </a:rPr>
              <a:t>to</a:t>
            </a:r>
            <a:r>
              <a:rPr sz="1000" b="1" spc="75" dirty="0">
                <a:latin typeface="Calibri"/>
                <a:cs typeface="Calibri"/>
              </a:rPr>
              <a:t> </a:t>
            </a:r>
            <a:r>
              <a:rPr sz="1000" b="1" spc="114" dirty="0">
                <a:latin typeface="Calibri"/>
                <a:cs typeface="Calibri"/>
              </a:rPr>
              <a:t>confirm</a:t>
            </a:r>
            <a:r>
              <a:rPr sz="1000" b="1" spc="80" dirty="0">
                <a:latin typeface="Calibri"/>
                <a:cs typeface="Calibri"/>
              </a:rPr>
              <a:t> </a:t>
            </a:r>
            <a:r>
              <a:rPr sz="1000" b="1" spc="105" dirty="0">
                <a:latin typeface="Calibri"/>
                <a:cs typeface="Calibri"/>
              </a:rPr>
              <a:t>that</a:t>
            </a:r>
            <a:r>
              <a:rPr sz="1000" b="1" spc="80" dirty="0">
                <a:latin typeface="Calibri"/>
                <a:cs typeface="Calibri"/>
              </a:rPr>
              <a:t> </a:t>
            </a:r>
            <a:r>
              <a:rPr sz="1000" b="1" spc="120" dirty="0">
                <a:latin typeface="Calibri"/>
                <a:cs typeface="Calibri"/>
              </a:rPr>
              <a:t>you</a:t>
            </a:r>
            <a:r>
              <a:rPr sz="1000" b="1" spc="70" dirty="0">
                <a:latin typeface="Calibri"/>
                <a:cs typeface="Calibri"/>
              </a:rPr>
              <a:t> </a:t>
            </a:r>
            <a:r>
              <a:rPr sz="1000" b="1" spc="135" dirty="0">
                <a:latin typeface="Calibri"/>
                <a:cs typeface="Calibri"/>
              </a:rPr>
              <a:t>meet</a:t>
            </a:r>
            <a:r>
              <a:rPr sz="1000" b="1" spc="80" dirty="0">
                <a:latin typeface="Calibri"/>
                <a:cs typeface="Calibri"/>
              </a:rPr>
              <a:t> </a:t>
            </a:r>
            <a:r>
              <a:rPr sz="1000" b="1" spc="110" dirty="0">
                <a:latin typeface="Calibri"/>
                <a:cs typeface="Calibri"/>
              </a:rPr>
              <a:t>the</a:t>
            </a:r>
            <a:r>
              <a:rPr sz="1000" b="1" spc="75" dirty="0">
                <a:latin typeface="Calibri"/>
                <a:cs typeface="Calibri"/>
              </a:rPr>
              <a:t> </a:t>
            </a:r>
            <a:r>
              <a:rPr sz="1000" b="1" spc="125" dirty="0">
                <a:latin typeface="Calibri"/>
                <a:cs typeface="Calibri"/>
              </a:rPr>
              <a:t>age</a:t>
            </a:r>
            <a:endParaRPr sz="1000">
              <a:latin typeface="Calibri"/>
              <a:cs typeface="Calibri"/>
            </a:endParaRPr>
          </a:p>
          <a:p>
            <a:pPr marL="12700">
              <a:lnSpc>
                <a:spcPct val="100000"/>
              </a:lnSpc>
            </a:pPr>
            <a:r>
              <a:rPr sz="1000" b="1" spc="105" dirty="0">
                <a:latin typeface="Calibri"/>
                <a:cs typeface="Calibri"/>
              </a:rPr>
              <a:t>requirement</a:t>
            </a:r>
            <a:endParaRPr sz="1000">
              <a:latin typeface="Calibri"/>
              <a:cs typeface="Calibri"/>
            </a:endParaRPr>
          </a:p>
          <a:p>
            <a:pPr marL="147955" indent="-142875">
              <a:lnSpc>
                <a:spcPct val="100000"/>
              </a:lnSpc>
              <a:spcBef>
                <a:spcPts val="715"/>
              </a:spcBef>
              <a:buAutoNum type="arabicPlain" startAt="11"/>
              <a:tabLst>
                <a:tab pos="147955" algn="l"/>
              </a:tabLst>
            </a:pPr>
            <a:r>
              <a:rPr sz="1000" b="1" spc="110" dirty="0">
                <a:latin typeface="Calibri"/>
                <a:cs typeface="Calibri"/>
              </a:rPr>
              <a:t>References</a:t>
            </a:r>
            <a:endParaRPr sz="1000">
              <a:latin typeface="Calibri"/>
              <a:cs typeface="Calibri"/>
            </a:endParaRPr>
          </a:p>
        </p:txBody>
      </p:sp>
      <p:graphicFrame>
        <p:nvGraphicFramePr>
          <p:cNvPr id="13" name="object 13"/>
          <p:cNvGraphicFramePr>
            <a:graphicFrameLocks noGrp="1"/>
          </p:cNvGraphicFramePr>
          <p:nvPr/>
        </p:nvGraphicFramePr>
        <p:xfrm>
          <a:off x="1478433" y="4862512"/>
          <a:ext cx="5184140" cy="951865"/>
        </p:xfrm>
        <a:graphic>
          <a:graphicData uri="http://schemas.openxmlformats.org/drawingml/2006/table">
            <a:tbl>
              <a:tblPr firstRow="1" bandRow="1">
                <a:tableStyleId>{2D5ABB26-0587-4C30-8999-92F81FD0307C}</a:tableStyleId>
              </a:tblPr>
              <a:tblGrid>
                <a:gridCol w="2592070">
                  <a:extLst>
                    <a:ext uri="{9D8B030D-6E8A-4147-A177-3AD203B41FA5}">
                      <a16:colId xmlns:a16="http://schemas.microsoft.com/office/drawing/2014/main" val="20000"/>
                    </a:ext>
                  </a:extLst>
                </a:gridCol>
                <a:gridCol w="2592070">
                  <a:extLst>
                    <a:ext uri="{9D8B030D-6E8A-4147-A177-3AD203B41FA5}">
                      <a16:colId xmlns:a16="http://schemas.microsoft.com/office/drawing/2014/main" val="20001"/>
                    </a:ext>
                  </a:extLst>
                </a:gridCol>
              </a:tblGrid>
              <a:tr h="700405">
                <a:tc>
                  <a:txBody>
                    <a:bodyPr/>
                    <a:lstStyle/>
                    <a:p>
                      <a:pPr marL="91440">
                        <a:lnSpc>
                          <a:spcPct val="100000"/>
                        </a:lnSpc>
                        <a:spcBef>
                          <a:spcPts val="305"/>
                        </a:spcBef>
                      </a:pPr>
                      <a:r>
                        <a:rPr sz="1000" spc="-50" dirty="0">
                          <a:latin typeface="Century Gothic"/>
                          <a:cs typeface="Century Gothic"/>
                        </a:rPr>
                        <a:t>1</a:t>
                      </a:r>
                      <a:endParaRPr sz="1000">
                        <a:latin typeface="Century Gothic"/>
                        <a:cs typeface="Century Gothic"/>
                      </a:endParaRPr>
                    </a:p>
                    <a:p>
                      <a:pPr>
                        <a:lnSpc>
                          <a:spcPct val="100000"/>
                        </a:lnSpc>
                      </a:pPr>
                      <a:endParaRPr sz="1000">
                        <a:latin typeface="Times New Roman"/>
                        <a:cs typeface="Times New Roman"/>
                      </a:endParaRPr>
                    </a:p>
                    <a:p>
                      <a:pPr>
                        <a:lnSpc>
                          <a:spcPct val="100000"/>
                        </a:lnSpc>
                        <a:spcBef>
                          <a:spcPts val="100"/>
                        </a:spcBef>
                      </a:pPr>
                      <a:endParaRPr sz="1000">
                        <a:latin typeface="Times New Roman"/>
                        <a:cs typeface="Times New Roman"/>
                      </a:endParaRPr>
                    </a:p>
                    <a:p>
                      <a:pPr marL="91440">
                        <a:lnSpc>
                          <a:spcPct val="100000"/>
                        </a:lnSpc>
                      </a:pPr>
                      <a:r>
                        <a:rPr sz="1000" dirty="0">
                          <a:latin typeface="Century Gothic"/>
                          <a:cs typeface="Century Gothic"/>
                        </a:rPr>
                        <a:t>Phone</a:t>
                      </a:r>
                      <a:r>
                        <a:rPr sz="1000" spc="130" dirty="0">
                          <a:latin typeface="Century Gothic"/>
                          <a:cs typeface="Century Gothic"/>
                        </a:rPr>
                        <a:t> </a:t>
                      </a:r>
                      <a:r>
                        <a:rPr sz="1000" spc="-10" dirty="0">
                          <a:latin typeface="Century Gothic"/>
                          <a:cs typeface="Century Gothic"/>
                        </a:rPr>
                        <a:t>number</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05"/>
                        </a:spcBef>
                      </a:pPr>
                      <a:r>
                        <a:rPr sz="1000" spc="-50" dirty="0">
                          <a:latin typeface="Century Gothic"/>
                          <a:cs typeface="Century Gothic"/>
                        </a:rPr>
                        <a:t>2</a:t>
                      </a:r>
                      <a:endParaRPr sz="1000">
                        <a:latin typeface="Century Gothic"/>
                        <a:cs typeface="Century Gothic"/>
                      </a:endParaRPr>
                    </a:p>
                    <a:p>
                      <a:pPr>
                        <a:lnSpc>
                          <a:spcPct val="100000"/>
                        </a:lnSpc>
                      </a:pPr>
                      <a:endParaRPr sz="1000">
                        <a:latin typeface="Times New Roman"/>
                        <a:cs typeface="Times New Roman"/>
                      </a:endParaRPr>
                    </a:p>
                    <a:p>
                      <a:pPr>
                        <a:lnSpc>
                          <a:spcPct val="100000"/>
                        </a:lnSpc>
                        <a:spcBef>
                          <a:spcPts val="100"/>
                        </a:spcBef>
                      </a:pPr>
                      <a:endParaRPr sz="1000">
                        <a:latin typeface="Times New Roman"/>
                        <a:cs typeface="Times New Roman"/>
                      </a:endParaRPr>
                    </a:p>
                    <a:p>
                      <a:pPr marL="90805">
                        <a:lnSpc>
                          <a:spcPct val="100000"/>
                        </a:lnSpc>
                      </a:pPr>
                      <a:r>
                        <a:rPr sz="1000" dirty="0">
                          <a:latin typeface="Century Gothic"/>
                          <a:cs typeface="Century Gothic"/>
                        </a:rPr>
                        <a:t>Phone</a:t>
                      </a:r>
                      <a:r>
                        <a:rPr sz="1000" spc="130" dirty="0">
                          <a:latin typeface="Century Gothic"/>
                          <a:cs typeface="Century Gothic"/>
                        </a:rPr>
                        <a:t> </a:t>
                      </a:r>
                      <a:r>
                        <a:rPr sz="1000" spc="-10" dirty="0">
                          <a:latin typeface="Century Gothic"/>
                          <a:cs typeface="Century Gothic"/>
                        </a:rPr>
                        <a:t>number</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51460">
                <a:tc>
                  <a:txBody>
                    <a:bodyPr/>
                    <a:lstStyle/>
                    <a:p>
                      <a:pPr marL="90805">
                        <a:lnSpc>
                          <a:spcPct val="100000"/>
                        </a:lnSpc>
                        <a:spcBef>
                          <a:spcPts val="305"/>
                        </a:spcBef>
                      </a:pPr>
                      <a:r>
                        <a:rPr sz="1000" spc="-10" dirty="0">
                          <a:latin typeface="Century Gothic"/>
                          <a:cs typeface="Century Gothic"/>
                        </a:rPr>
                        <a:t>Occupation</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05"/>
                        </a:spcBef>
                      </a:pPr>
                      <a:r>
                        <a:rPr sz="1000" spc="-10" dirty="0">
                          <a:latin typeface="Century Gothic"/>
                          <a:cs typeface="Century Gothic"/>
                        </a:rPr>
                        <a:t>Occupation</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
        <p:nvSpPr>
          <p:cNvPr id="14" name="object 14"/>
          <p:cNvSpPr/>
          <p:nvPr/>
        </p:nvSpPr>
        <p:spPr>
          <a:xfrm>
            <a:off x="1484375" y="5955791"/>
            <a:ext cx="5184775" cy="1228725"/>
          </a:xfrm>
          <a:custGeom>
            <a:avLst/>
            <a:gdLst/>
            <a:ahLst/>
            <a:cxnLst/>
            <a:rect l="l" t="t" r="r" b="b"/>
            <a:pathLst>
              <a:path w="5184775" h="1228725">
                <a:moveTo>
                  <a:pt x="0" y="0"/>
                </a:moveTo>
                <a:lnTo>
                  <a:pt x="5184648" y="0"/>
                </a:lnTo>
                <a:lnTo>
                  <a:pt x="5184648" y="1228344"/>
                </a:lnTo>
                <a:lnTo>
                  <a:pt x="0" y="1228344"/>
                </a:lnTo>
                <a:lnTo>
                  <a:pt x="0" y="0"/>
                </a:lnTo>
                <a:close/>
              </a:path>
            </a:pathLst>
          </a:custGeom>
          <a:ln w="12700">
            <a:solidFill>
              <a:srgbClr val="000000"/>
            </a:solidFill>
          </a:ln>
        </p:spPr>
        <p:txBody>
          <a:bodyPr wrap="square" lIns="0" tIns="0" rIns="0" bIns="0" rtlCol="0"/>
          <a:lstStyle/>
          <a:p>
            <a:endParaRPr/>
          </a:p>
        </p:txBody>
      </p:sp>
      <p:sp>
        <p:nvSpPr>
          <p:cNvPr id="15" name="object 15"/>
          <p:cNvSpPr/>
          <p:nvPr/>
        </p:nvSpPr>
        <p:spPr>
          <a:xfrm>
            <a:off x="4678679" y="7525511"/>
            <a:ext cx="187960" cy="158750"/>
          </a:xfrm>
          <a:custGeom>
            <a:avLst/>
            <a:gdLst/>
            <a:ahLst/>
            <a:cxnLst/>
            <a:rect l="l" t="t" r="r" b="b"/>
            <a:pathLst>
              <a:path w="187960" h="158750">
                <a:moveTo>
                  <a:pt x="0" y="0"/>
                </a:moveTo>
                <a:lnTo>
                  <a:pt x="187451" y="0"/>
                </a:lnTo>
                <a:lnTo>
                  <a:pt x="187451" y="158496"/>
                </a:lnTo>
                <a:lnTo>
                  <a:pt x="0" y="158496"/>
                </a:lnTo>
                <a:lnTo>
                  <a:pt x="0" y="0"/>
                </a:lnTo>
                <a:close/>
              </a:path>
            </a:pathLst>
          </a:custGeom>
          <a:ln w="12700">
            <a:solidFill>
              <a:srgbClr val="000000"/>
            </a:solidFill>
          </a:ln>
        </p:spPr>
        <p:txBody>
          <a:bodyPr wrap="square" lIns="0" tIns="0" rIns="0" bIns="0" rtlCol="0"/>
          <a:lstStyle/>
          <a:p>
            <a:endParaRPr/>
          </a:p>
        </p:txBody>
      </p:sp>
      <p:sp>
        <p:nvSpPr>
          <p:cNvPr id="16" name="object 16"/>
          <p:cNvSpPr txBox="1"/>
          <p:nvPr/>
        </p:nvSpPr>
        <p:spPr>
          <a:xfrm>
            <a:off x="191464" y="5930364"/>
            <a:ext cx="6218555" cy="2289810"/>
          </a:xfrm>
          <a:prstGeom prst="rect">
            <a:avLst/>
          </a:prstGeom>
        </p:spPr>
        <p:txBody>
          <a:bodyPr vert="horz" wrap="square" lIns="0" tIns="12065" rIns="0" bIns="0" rtlCol="0">
            <a:spAutoFit/>
          </a:bodyPr>
          <a:lstStyle/>
          <a:p>
            <a:pPr marL="12700" marR="5147310" indent="158750">
              <a:lnSpc>
                <a:spcPct val="100000"/>
              </a:lnSpc>
              <a:spcBef>
                <a:spcPts val="95"/>
              </a:spcBef>
              <a:buAutoNum type="arabicPlain" startAt="12"/>
              <a:tabLst>
                <a:tab pos="171450" algn="l"/>
              </a:tabLst>
            </a:pPr>
            <a:r>
              <a:rPr sz="1000" b="1" spc="60" dirty="0">
                <a:latin typeface="Calibri"/>
                <a:cs typeface="Calibri"/>
              </a:rPr>
              <a:t>If</a:t>
            </a:r>
            <a:r>
              <a:rPr sz="1000" b="1" spc="80" dirty="0">
                <a:latin typeface="Calibri"/>
                <a:cs typeface="Calibri"/>
              </a:rPr>
              <a:t> </a:t>
            </a:r>
            <a:r>
              <a:rPr sz="1000" b="1" spc="120" dirty="0">
                <a:latin typeface="Calibri"/>
                <a:cs typeface="Calibri"/>
              </a:rPr>
              <a:t>you</a:t>
            </a:r>
            <a:r>
              <a:rPr sz="1000" b="1" spc="70" dirty="0">
                <a:latin typeface="Calibri"/>
                <a:cs typeface="Calibri"/>
              </a:rPr>
              <a:t> </a:t>
            </a:r>
            <a:r>
              <a:rPr sz="1000" b="1" spc="95" dirty="0">
                <a:latin typeface="Calibri"/>
                <a:cs typeface="Calibri"/>
              </a:rPr>
              <a:t>require </a:t>
            </a:r>
            <a:r>
              <a:rPr sz="1000" b="1" spc="125" dirty="0">
                <a:latin typeface="Calibri"/>
                <a:cs typeface="Calibri"/>
              </a:rPr>
              <a:t>any</a:t>
            </a:r>
            <a:r>
              <a:rPr sz="1000" b="1" spc="75" dirty="0">
                <a:latin typeface="Calibri"/>
                <a:cs typeface="Calibri"/>
              </a:rPr>
              <a:t> </a:t>
            </a:r>
            <a:r>
              <a:rPr sz="1000" b="1" spc="90" dirty="0">
                <a:latin typeface="Calibri"/>
                <a:cs typeface="Calibri"/>
              </a:rPr>
              <a:t>particular </a:t>
            </a:r>
            <a:r>
              <a:rPr sz="1000" b="1" spc="120" dirty="0">
                <a:latin typeface="Calibri"/>
                <a:cs typeface="Calibri"/>
              </a:rPr>
              <a:t>arrangements </a:t>
            </a:r>
            <a:r>
              <a:rPr sz="1000" b="1" spc="125" dirty="0">
                <a:latin typeface="Calibri"/>
                <a:cs typeface="Calibri"/>
              </a:rPr>
              <a:t>when</a:t>
            </a:r>
            <a:r>
              <a:rPr sz="1000" b="1" spc="500" dirty="0">
                <a:latin typeface="Calibri"/>
                <a:cs typeface="Calibri"/>
              </a:rPr>
              <a:t> </a:t>
            </a:r>
            <a:r>
              <a:rPr sz="1000" b="1" spc="120" dirty="0">
                <a:latin typeface="Calibri"/>
                <a:cs typeface="Calibri"/>
              </a:rPr>
              <a:t>attending</a:t>
            </a:r>
            <a:r>
              <a:rPr sz="1000" b="1" spc="85" dirty="0">
                <a:latin typeface="Calibri"/>
                <a:cs typeface="Calibri"/>
              </a:rPr>
              <a:t> </a:t>
            </a:r>
            <a:r>
              <a:rPr sz="1000" b="1" spc="95" dirty="0">
                <a:latin typeface="Calibri"/>
                <a:cs typeface="Calibri"/>
              </a:rPr>
              <a:t>on </a:t>
            </a:r>
            <a:r>
              <a:rPr sz="1000" b="1" spc="80" dirty="0">
                <a:latin typeface="Calibri"/>
                <a:cs typeface="Calibri"/>
              </a:rPr>
              <a:t>interview, </a:t>
            </a:r>
            <a:r>
              <a:rPr sz="1000" b="1" spc="110" dirty="0">
                <a:latin typeface="Calibri"/>
                <a:cs typeface="Calibri"/>
              </a:rPr>
              <a:t>please</a:t>
            </a:r>
            <a:r>
              <a:rPr sz="1000" b="1" spc="70" dirty="0">
                <a:latin typeface="Calibri"/>
                <a:cs typeface="Calibri"/>
              </a:rPr>
              <a:t> </a:t>
            </a:r>
            <a:r>
              <a:rPr sz="1000" b="1" spc="105" dirty="0">
                <a:latin typeface="Calibri"/>
                <a:cs typeface="Calibri"/>
              </a:rPr>
              <a:t>give </a:t>
            </a:r>
            <a:r>
              <a:rPr sz="1000" b="1" spc="70" dirty="0">
                <a:latin typeface="Calibri"/>
                <a:cs typeface="Calibri"/>
              </a:rPr>
              <a:t>details.</a:t>
            </a:r>
            <a:endParaRPr sz="1000" dirty="0">
              <a:latin typeface="Calibri"/>
              <a:cs typeface="Calibri"/>
            </a:endParaRPr>
          </a:p>
          <a:p>
            <a:pPr>
              <a:lnSpc>
                <a:spcPct val="100000"/>
              </a:lnSpc>
              <a:spcBef>
                <a:spcPts val="315"/>
              </a:spcBef>
              <a:buFont typeface="Calibri"/>
              <a:buAutoNum type="arabicPlain" startAt="12"/>
            </a:pPr>
            <a:endParaRPr sz="1000" dirty="0">
              <a:latin typeface="Calibri"/>
              <a:cs typeface="Calibri"/>
            </a:endParaRPr>
          </a:p>
          <a:p>
            <a:pPr marL="26670" marR="5080" indent="159385">
              <a:lnSpc>
                <a:spcPct val="100000"/>
              </a:lnSpc>
              <a:buAutoNum type="arabicPlain" startAt="12"/>
              <a:tabLst>
                <a:tab pos="186055" algn="l"/>
              </a:tabLst>
            </a:pPr>
            <a:r>
              <a:rPr sz="1000" b="1" spc="60" dirty="0">
                <a:latin typeface="Calibri"/>
                <a:cs typeface="Calibri"/>
              </a:rPr>
              <a:t>If</a:t>
            </a:r>
            <a:r>
              <a:rPr sz="1000" b="1" spc="80" dirty="0">
                <a:latin typeface="Calibri"/>
                <a:cs typeface="Calibri"/>
              </a:rPr>
              <a:t> </a:t>
            </a:r>
            <a:r>
              <a:rPr sz="1000" b="1" spc="114" dirty="0">
                <a:latin typeface="Calibri"/>
                <a:cs typeface="Calibri"/>
              </a:rPr>
              <a:t>the</a:t>
            </a:r>
            <a:r>
              <a:rPr sz="1000" b="1" spc="65" dirty="0">
                <a:latin typeface="Calibri"/>
                <a:cs typeface="Calibri"/>
              </a:rPr>
              <a:t> </a:t>
            </a:r>
            <a:r>
              <a:rPr sz="1000" b="1" spc="114" dirty="0">
                <a:latin typeface="Calibri"/>
                <a:cs typeface="Calibri"/>
              </a:rPr>
              <a:t>employer</a:t>
            </a:r>
            <a:r>
              <a:rPr sz="1000" b="1" spc="85" dirty="0">
                <a:latin typeface="Calibri"/>
                <a:cs typeface="Calibri"/>
              </a:rPr>
              <a:t> </a:t>
            </a:r>
            <a:r>
              <a:rPr sz="1000" b="1" spc="125" dirty="0">
                <a:latin typeface="Calibri"/>
                <a:cs typeface="Calibri"/>
              </a:rPr>
              <a:t>uses</a:t>
            </a:r>
            <a:r>
              <a:rPr sz="1000" b="1" spc="70" dirty="0">
                <a:latin typeface="Calibri"/>
                <a:cs typeface="Calibri"/>
              </a:rPr>
              <a:t> </a:t>
            </a:r>
            <a:r>
              <a:rPr sz="1000" b="1" spc="114" dirty="0">
                <a:latin typeface="Calibri"/>
                <a:cs typeface="Calibri"/>
              </a:rPr>
              <a:t>the</a:t>
            </a:r>
            <a:r>
              <a:rPr sz="1000" b="1" spc="65" dirty="0">
                <a:latin typeface="Calibri"/>
                <a:cs typeface="Calibri"/>
              </a:rPr>
              <a:t> </a:t>
            </a:r>
            <a:r>
              <a:rPr sz="1000" b="1" spc="90" dirty="0">
                <a:latin typeface="Calibri"/>
                <a:cs typeface="Calibri"/>
              </a:rPr>
              <a:t>disability</a:t>
            </a:r>
            <a:r>
              <a:rPr sz="1000" b="1" spc="85" dirty="0">
                <a:latin typeface="Calibri"/>
                <a:cs typeface="Calibri"/>
              </a:rPr>
              <a:t> </a:t>
            </a:r>
            <a:r>
              <a:rPr sz="1000" b="1" spc="105" dirty="0">
                <a:latin typeface="Calibri"/>
                <a:cs typeface="Calibri"/>
              </a:rPr>
              <a:t>symbol,</a:t>
            </a:r>
            <a:r>
              <a:rPr sz="1000" b="1" spc="85" dirty="0">
                <a:latin typeface="Calibri"/>
                <a:cs typeface="Calibri"/>
              </a:rPr>
              <a:t> </a:t>
            </a:r>
            <a:r>
              <a:rPr sz="1000" b="1" spc="114" dirty="0">
                <a:latin typeface="Calibri"/>
                <a:cs typeface="Calibri"/>
              </a:rPr>
              <a:t>tick</a:t>
            </a:r>
            <a:r>
              <a:rPr sz="1000" b="1" spc="75" dirty="0">
                <a:latin typeface="Calibri"/>
                <a:cs typeface="Calibri"/>
              </a:rPr>
              <a:t> </a:t>
            </a:r>
            <a:r>
              <a:rPr sz="1000" b="1" spc="95" dirty="0">
                <a:latin typeface="Calibri"/>
                <a:cs typeface="Calibri"/>
              </a:rPr>
              <a:t>this</a:t>
            </a:r>
            <a:r>
              <a:rPr sz="1000" b="1" spc="80" dirty="0">
                <a:latin typeface="Calibri"/>
                <a:cs typeface="Calibri"/>
              </a:rPr>
              <a:t> </a:t>
            </a:r>
            <a:r>
              <a:rPr sz="1000" b="1" spc="125" dirty="0">
                <a:latin typeface="Calibri"/>
                <a:cs typeface="Calibri"/>
              </a:rPr>
              <a:t>box</a:t>
            </a:r>
            <a:r>
              <a:rPr sz="1000" b="1" spc="75" dirty="0">
                <a:latin typeface="Calibri"/>
                <a:cs typeface="Calibri"/>
              </a:rPr>
              <a:t> </a:t>
            </a:r>
            <a:r>
              <a:rPr sz="1000" b="1" spc="55" dirty="0">
                <a:latin typeface="Calibri"/>
                <a:cs typeface="Calibri"/>
              </a:rPr>
              <a:t>if</a:t>
            </a:r>
            <a:r>
              <a:rPr sz="1000" b="1" spc="80" dirty="0">
                <a:latin typeface="Calibri"/>
                <a:cs typeface="Calibri"/>
              </a:rPr>
              <a:t> </a:t>
            </a:r>
            <a:r>
              <a:rPr sz="1000" b="1" spc="120" dirty="0">
                <a:latin typeface="Calibri"/>
                <a:cs typeface="Calibri"/>
              </a:rPr>
              <a:t>you</a:t>
            </a:r>
            <a:r>
              <a:rPr sz="1000" b="1" spc="70" dirty="0">
                <a:latin typeface="Calibri"/>
                <a:cs typeface="Calibri"/>
              </a:rPr>
              <a:t> </a:t>
            </a:r>
            <a:r>
              <a:rPr sz="1000" b="1" spc="125" dirty="0">
                <a:latin typeface="Calibri"/>
                <a:cs typeface="Calibri"/>
              </a:rPr>
              <a:t>have</a:t>
            </a:r>
            <a:r>
              <a:rPr sz="1000" b="1" spc="65" dirty="0">
                <a:latin typeface="Calibri"/>
                <a:cs typeface="Calibri"/>
              </a:rPr>
              <a:t> </a:t>
            </a:r>
            <a:r>
              <a:rPr sz="1000" b="1" spc="125" dirty="0">
                <a:latin typeface="Calibri"/>
                <a:cs typeface="Calibri"/>
              </a:rPr>
              <a:t>a</a:t>
            </a:r>
            <a:r>
              <a:rPr sz="1000" b="1" spc="65" dirty="0">
                <a:latin typeface="Calibri"/>
                <a:cs typeface="Calibri"/>
              </a:rPr>
              <a:t> </a:t>
            </a:r>
            <a:r>
              <a:rPr sz="1000" b="1" spc="90" dirty="0">
                <a:latin typeface="Calibri"/>
                <a:cs typeface="Calibri"/>
              </a:rPr>
              <a:t>disability</a:t>
            </a:r>
            <a:r>
              <a:rPr sz="1000" b="1" spc="85" dirty="0">
                <a:latin typeface="Calibri"/>
                <a:cs typeface="Calibri"/>
              </a:rPr>
              <a:t> </a:t>
            </a:r>
            <a:r>
              <a:rPr sz="1000" b="1" spc="135" dirty="0">
                <a:latin typeface="Calibri"/>
                <a:cs typeface="Calibri"/>
              </a:rPr>
              <a:t>and</a:t>
            </a:r>
            <a:r>
              <a:rPr sz="1000" b="1" spc="75" dirty="0">
                <a:latin typeface="Calibri"/>
                <a:cs typeface="Calibri"/>
              </a:rPr>
              <a:t> </a:t>
            </a:r>
            <a:r>
              <a:rPr sz="1000" b="1" spc="130" dirty="0">
                <a:latin typeface="Calibri"/>
                <a:cs typeface="Calibri"/>
              </a:rPr>
              <a:t>want</a:t>
            </a:r>
            <a:r>
              <a:rPr sz="1000" b="1" spc="85" dirty="0">
                <a:latin typeface="Calibri"/>
                <a:cs typeface="Calibri"/>
              </a:rPr>
              <a:t> </a:t>
            </a:r>
            <a:r>
              <a:rPr sz="1000" b="1" spc="65" dirty="0">
                <a:latin typeface="Calibri"/>
                <a:cs typeface="Calibri"/>
              </a:rPr>
              <a:t>to </a:t>
            </a:r>
            <a:r>
              <a:rPr sz="1000" b="1" spc="140" dirty="0">
                <a:latin typeface="Calibri"/>
                <a:cs typeface="Calibri"/>
              </a:rPr>
              <a:t>ask</a:t>
            </a:r>
            <a:r>
              <a:rPr sz="1000" b="1" spc="70" dirty="0">
                <a:latin typeface="Calibri"/>
                <a:cs typeface="Calibri"/>
              </a:rPr>
              <a:t> </a:t>
            </a:r>
            <a:r>
              <a:rPr sz="1000" b="1" spc="80" dirty="0">
                <a:latin typeface="Calibri"/>
                <a:cs typeface="Calibri"/>
              </a:rPr>
              <a:t>for</a:t>
            </a:r>
            <a:r>
              <a:rPr sz="1000" b="1" spc="70" dirty="0">
                <a:latin typeface="Calibri"/>
                <a:cs typeface="Calibri"/>
              </a:rPr>
              <a:t> </a:t>
            </a:r>
            <a:r>
              <a:rPr sz="1000" b="1" spc="125" dirty="0">
                <a:latin typeface="Calibri"/>
                <a:cs typeface="Calibri"/>
              </a:rPr>
              <a:t>a</a:t>
            </a:r>
            <a:r>
              <a:rPr sz="1000" b="1" spc="65" dirty="0">
                <a:latin typeface="Calibri"/>
                <a:cs typeface="Calibri"/>
              </a:rPr>
              <a:t> </a:t>
            </a:r>
            <a:r>
              <a:rPr sz="1000" b="1" spc="125" dirty="0">
                <a:latin typeface="Calibri"/>
                <a:cs typeface="Calibri"/>
              </a:rPr>
              <a:t>guaranteed</a:t>
            </a:r>
            <a:r>
              <a:rPr sz="1000" b="1" spc="80" dirty="0">
                <a:latin typeface="Calibri"/>
                <a:cs typeface="Calibri"/>
              </a:rPr>
              <a:t> </a:t>
            </a:r>
            <a:r>
              <a:rPr sz="1000" b="1" spc="100" dirty="0">
                <a:latin typeface="Calibri"/>
                <a:cs typeface="Calibri"/>
              </a:rPr>
              <a:t>interview</a:t>
            </a:r>
            <a:r>
              <a:rPr sz="1000" b="1" spc="85" dirty="0">
                <a:latin typeface="Calibri"/>
                <a:cs typeface="Calibri"/>
              </a:rPr>
              <a:t> </a:t>
            </a:r>
            <a:r>
              <a:rPr sz="1000" b="1" spc="55" dirty="0">
                <a:latin typeface="Calibri"/>
                <a:cs typeface="Calibri"/>
              </a:rPr>
              <a:t>if</a:t>
            </a:r>
            <a:r>
              <a:rPr sz="1000" b="1" spc="75" dirty="0">
                <a:latin typeface="Calibri"/>
                <a:cs typeface="Calibri"/>
              </a:rPr>
              <a:t> </a:t>
            </a:r>
            <a:r>
              <a:rPr sz="1000" b="1" spc="120" dirty="0">
                <a:latin typeface="Calibri"/>
                <a:cs typeface="Calibri"/>
              </a:rPr>
              <a:t>you</a:t>
            </a:r>
            <a:r>
              <a:rPr sz="1000" b="1" spc="70" dirty="0">
                <a:latin typeface="Calibri"/>
                <a:cs typeface="Calibri"/>
              </a:rPr>
              <a:t> </a:t>
            </a:r>
            <a:r>
              <a:rPr sz="1000" b="1" spc="135" dirty="0">
                <a:latin typeface="Calibri"/>
                <a:cs typeface="Calibri"/>
              </a:rPr>
              <a:t>meet</a:t>
            </a:r>
            <a:r>
              <a:rPr sz="1000" b="1" spc="80" dirty="0">
                <a:latin typeface="Calibri"/>
                <a:cs typeface="Calibri"/>
              </a:rPr>
              <a:t> </a:t>
            </a:r>
            <a:r>
              <a:rPr sz="1000" b="1" spc="110" dirty="0">
                <a:latin typeface="Calibri"/>
                <a:cs typeface="Calibri"/>
              </a:rPr>
              <a:t>the</a:t>
            </a:r>
            <a:r>
              <a:rPr sz="1000" b="1" spc="80" dirty="0">
                <a:latin typeface="Calibri"/>
                <a:cs typeface="Calibri"/>
              </a:rPr>
              <a:t> </a:t>
            </a:r>
            <a:r>
              <a:rPr sz="1000" b="1" spc="150" dirty="0">
                <a:latin typeface="Calibri"/>
                <a:cs typeface="Calibri"/>
              </a:rPr>
              <a:t>minimum</a:t>
            </a:r>
            <a:r>
              <a:rPr sz="1000" b="1" spc="95" dirty="0">
                <a:latin typeface="Calibri"/>
                <a:cs typeface="Calibri"/>
              </a:rPr>
              <a:t> </a:t>
            </a:r>
            <a:r>
              <a:rPr sz="1000" b="1" spc="70" dirty="0">
                <a:latin typeface="Calibri"/>
                <a:cs typeface="Calibri"/>
              </a:rPr>
              <a:t>criteria.</a:t>
            </a:r>
            <a:endParaRPr sz="1000" dirty="0">
              <a:latin typeface="Calibri"/>
              <a:cs typeface="Calibri"/>
            </a:endParaRPr>
          </a:p>
          <a:p>
            <a:pPr>
              <a:lnSpc>
                <a:spcPct val="100000"/>
              </a:lnSpc>
              <a:spcBef>
                <a:spcPts val="670"/>
              </a:spcBef>
              <a:buFont typeface="Calibri"/>
              <a:buAutoNum type="arabicPlain" startAt="12"/>
            </a:pPr>
            <a:endParaRPr sz="1000" dirty="0">
              <a:latin typeface="Calibri"/>
              <a:cs typeface="Calibri"/>
            </a:endParaRPr>
          </a:p>
          <a:p>
            <a:pPr marL="12700" marR="323850" indent="172720">
              <a:lnSpc>
                <a:spcPct val="100000"/>
              </a:lnSpc>
              <a:spcBef>
                <a:spcPts val="5"/>
              </a:spcBef>
              <a:buAutoNum type="arabicPlain" startAt="12"/>
              <a:tabLst>
                <a:tab pos="185420" algn="l"/>
              </a:tabLst>
            </a:pPr>
            <a:r>
              <a:rPr sz="1000" b="1" spc="60" dirty="0">
                <a:latin typeface="Calibri"/>
                <a:cs typeface="Calibri"/>
              </a:rPr>
              <a:t>I</a:t>
            </a:r>
            <a:r>
              <a:rPr sz="1000" b="1" spc="65" dirty="0">
                <a:latin typeface="Calibri"/>
                <a:cs typeface="Calibri"/>
              </a:rPr>
              <a:t> </a:t>
            </a:r>
            <a:r>
              <a:rPr sz="1000" b="1" spc="114" dirty="0">
                <a:latin typeface="Calibri"/>
                <a:cs typeface="Calibri"/>
              </a:rPr>
              <a:t>confirm</a:t>
            </a:r>
            <a:r>
              <a:rPr sz="1000" b="1" spc="70" dirty="0">
                <a:latin typeface="Calibri"/>
                <a:cs typeface="Calibri"/>
              </a:rPr>
              <a:t> </a:t>
            </a:r>
            <a:r>
              <a:rPr sz="1000" b="1" spc="80" dirty="0">
                <a:latin typeface="Calibri"/>
                <a:cs typeface="Calibri"/>
              </a:rPr>
              <a:t>that,</a:t>
            </a:r>
            <a:r>
              <a:rPr sz="1000" b="1" spc="85" dirty="0">
                <a:latin typeface="Calibri"/>
                <a:cs typeface="Calibri"/>
              </a:rPr>
              <a:t> </a:t>
            </a:r>
            <a:r>
              <a:rPr sz="1000" b="1" spc="90" dirty="0">
                <a:latin typeface="Calibri"/>
                <a:cs typeface="Calibri"/>
              </a:rPr>
              <a:t>to</a:t>
            </a:r>
            <a:r>
              <a:rPr sz="1000" b="1" spc="75" dirty="0">
                <a:latin typeface="Calibri"/>
                <a:cs typeface="Calibri"/>
              </a:rPr>
              <a:t> </a:t>
            </a:r>
            <a:r>
              <a:rPr sz="1000" b="1" spc="110" dirty="0">
                <a:latin typeface="Calibri"/>
                <a:cs typeface="Calibri"/>
              </a:rPr>
              <a:t>the</a:t>
            </a:r>
            <a:r>
              <a:rPr sz="1000" b="1" spc="75" dirty="0">
                <a:latin typeface="Calibri"/>
                <a:cs typeface="Calibri"/>
              </a:rPr>
              <a:t> </a:t>
            </a:r>
            <a:r>
              <a:rPr sz="1000" b="1" spc="114" dirty="0">
                <a:latin typeface="Calibri"/>
                <a:cs typeface="Calibri"/>
              </a:rPr>
              <a:t>best</a:t>
            </a:r>
            <a:r>
              <a:rPr sz="1000" b="1" spc="70" dirty="0">
                <a:latin typeface="Calibri"/>
                <a:cs typeface="Calibri"/>
              </a:rPr>
              <a:t> </a:t>
            </a:r>
            <a:r>
              <a:rPr sz="1000" b="1" spc="90" dirty="0">
                <a:latin typeface="Calibri"/>
                <a:cs typeface="Calibri"/>
              </a:rPr>
              <a:t>of</a:t>
            </a:r>
            <a:r>
              <a:rPr sz="1000" b="1" spc="85" dirty="0">
                <a:latin typeface="Calibri"/>
                <a:cs typeface="Calibri"/>
              </a:rPr>
              <a:t> </a:t>
            </a:r>
            <a:r>
              <a:rPr sz="1000" b="1" spc="170" dirty="0">
                <a:latin typeface="Calibri"/>
                <a:cs typeface="Calibri"/>
              </a:rPr>
              <a:t>my</a:t>
            </a:r>
            <a:r>
              <a:rPr sz="1000" b="1" spc="75" dirty="0">
                <a:latin typeface="Calibri"/>
                <a:cs typeface="Calibri"/>
              </a:rPr>
              <a:t> </a:t>
            </a:r>
            <a:r>
              <a:rPr sz="1000" b="1" spc="120" dirty="0">
                <a:latin typeface="Calibri"/>
                <a:cs typeface="Calibri"/>
              </a:rPr>
              <a:t>knowledge,</a:t>
            </a:r>
            <a:r>
              <a:rPr sz="1000" b="1" spc="85" dirty="0">
                <a:latin typeface="Calibri"/>
                <a:cs typeface="Calibri"/>
              </a:rPr>
              <a:t> </a:t>
            </a:r>
            <a:r>
              <a:rPr sz="1000" b="1" spc="110" dirty="0">
                <a:latin typeface="Calibri"/>
                <a:cs typeface="Calibri"/>
              </a:rPr>
              <a:t>the</a:t>
            </a:r>
            <a:r>
              <a:rPr sz="1000" b="1" spc="75" dirty="0">
                <a:latin typeface="Calibri"/>
                <a:cs typeface="Calibri"/>
              </a:rPr>
              <a:t> </a:t>
            </a:r>
            <a:r>
              <a:rPr sz="1000" b="1" spc="105" dirty="0">
                <a:latin typeface="Calibri"/>
                <a:cs typeface="Calibri"/>
              </a:rPr>
              <a:t>information</a:t>
            </a:r>
            <a:r>
              <a:rPr sz="1000" b="1" spc="90" dirty="0">
                <a:latin typeface="Calibri"/>
                <a:cs typeface="Calibri"/>
              </a:rPr>
              <a:t> </a:t>
            </a:r>
            <a:r>
              <a:rPr sz="1000" b="1" spc="60" dirty="0">
                <a:latin typeface="Calibri"/>
                <a:cs typeface="Calibri"/>
              </a:rPr>
              <a:t>I</a:t>
            </a:r>
            <a:r>
              <a:rPr sz="1000" b="1" spc="65" dirty="0">
                <a:latin typeface="Calibri"/>
                <a:cs typeface="Calibri"/>
              </a:rPr>
              <a:t> </a:t>
            </a:r>
            <a:r>
              <a:rPr sz="1000" b="1" spc="125" dirty="0">
                <a:latin typeface="Calibri"/>
                <a:cs typeface="Calibri"/>
              </a:rPr>
              <a:t>have</a:t>
            </a:r>
            <a:r>
              <a:rPr sz="1000" b="1" spc="65" dirty="0">
                <a:latin typeface="Calibri"/>
                <a:cs typeface="Calibri"/>
              </a:rPr>
              <a:t> </a:t>
            </a:r>
            <a:r>
              <a:rPr sz="1000" b="1" spc="130" dirty="0">
                <a:latin typeface="Calibri"/>
                <a:cs typeface="Calibri"/>
              </a:rPr>
              <a:t>given</a:t>
            </a:r>
            <a:r>
              <a:rPr sz="1000" b="1" spc="85" dirty="0">
                <a:latin typeface="Calibri"/>
                <a:cs typeface="Calibri"/>
              </a:rPr>
              <a:t> </a:t>
            </a:r>
            <a:r>
              <a:rPr sz="1000" b="1" spc="125" dirty="0">
                <a:latin typeface="Calibri"/>
                <a:cs typeface="Calibri"/>
              </a:rPr>
              <a:t>on</a:t>
            </a:r>
            <a:r>
              <a:rPr sz="1000" b="1" spc="65" dirty="0">
                <a:latin typeface="Calibri"/>
                <a:cs typeface="Calibri"/>
              </a:rPr>
              <a:t> </a:t>
            </a:r>
            <a:r>
              <a:rPr sz="1000" b="1" spc="95" dirty="0">
                <a:latin typeface="Calibri"/>
                <a:cs typeface="Calibri"/>
              </a:rPr>
              <a:t>this</a:t>
            </a:r>
            <a:r>
              <a:rPr sz="1000" b="1" spc="80" dirty="0">
                <a:latin typeface="Calibri"/>
                <a:cs typeface="Calibri"/>
              </a:rPr>
              <a:t> </a:t>
            </a:r>
            <a:r>
              <a:rPr sz="1000" b="1" spc="95" dirty="0">
                <a:latin typeface="Calibri"/>
                <a:cs typeface="Calibri"/>
              </a:rPr>
              <a:t>form </a:t>
            </a:r>
            <a:r>
              <a:rPr sz="1000" b="1" spc="85" dirty="0">
                <a:latin typeface="Calibri"/>
                <a:cs typeface="Calibri"/>
              </a:rPr>
              <a:t>is</a:t>
            </a:r>
            <a:r>
              <a:rPr sz="1000" b="1" spc="65" dirty="0">
                <a:latin typeface="Calibri"/>
                <a:cs typeface="Calibri"/>
              </a:rPr>
              <a:t> </a:t>
            </a:r>
            <a:r>
              <a:rPr sz="1000" b="1" spc="85" dirty="0">
                <a:latin typeface="Calibri"/>
                <a:cs typeface="Calibri"/>
              </a:rPr>
              <a:t>correct.</a:t>
            </a:r>
            <a:endParaRPr sz="1000" dirty="0">
              <a:latin typeface="Calibri"/>
              <a:cs typeface="Calibri"/>
            </a:endParaRPr>
          </a:p>
        </p:txBody>
      </p:sp>
      <p:sp>
        <p:nvSpPr>
          <p:cNvPr id="17" name="object 17"/>
          <p:cNvSpPr txBox="1"/>
          <p:nvPr/>
        </p:nvSpPr>
        <p:spPr>
          <a:xfrm>
            <a:off x="205869" y="8548347"/>
            <a:ext cx="64770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entury Gothic"/>
                <a:cs typeface="Century Gothic"/>
              </a:rPr>
              <a:t>Signature</a:t>
            </a:r>
            <a:endParaRPr sz="1000">
              <a:latin typeface="Century Gothic"/>
              <a:cs typeface="Century Gothic"/>
            </a:endParaRPr>
          </a:p>
        </p:txBody>
      </p:sp>
      <p:sp>
        <p:nvSpPr>
          <p:cNvPr id="18" name="object 18"/>
          <p:cNvSpPr txBox="1"/>
          <p:nvPr/>
        </p:nvSpPr>
        <p:spPr>
          <a:xfrm>
            <a:off x="3937256" y="8517356"/>
            <a:ext cx="334010" cy="177800"/>
          </a:xfrm>
          <a:prstGeom prst="rect">
            <a:avLst/>
          </a:prstGeom>
        </p:spPr>
        <p:txBody>
          <a:bodyPr vert="horz" wrap="square" lIns="0" tIns="12065" rIns="0" bIns="0" rtlCol="0">
            <a:spAutoFit/>
          </a:bodyPr>
          <a:lstStyle/>
          <a:p>
            <a:pPr marL="12700">
              <a:lnSpc>
                <a:spcPct val="100000"/>
              </a:lnSpc>
              <a:spcBef>
                <a:spcPts val="95"/>
              </a:spcBef>
            </a:pPr>
            <a:r>
              <a:rPr sz="1000" spc="-20" dirty="0">
                <a:latin typeface="Century Gothic"/>
                <a:cs typeface="Century Gothic"/>
              </a:rPr>
              <a:t>Date</a:t>
            </a:r>
            <a:endParaRPr sz="1000">
              <a:latin typeface="Century Gothic"/>
              <a:cs typeface="Century Gothic"/>
            </a:endParaRPr>
          </a:p>
        </p:txBody>
      </p:sp>
      <p:sp>
        <p:nvSpPr>
          <p:cNvPr id="19" name="object 19"/>
          <p:cNvSpPr txBox="1"/>
          <p:nvPr/>
        </p:nvSpPr>
        <p:spPr>
          <a:xfrm>
            <a:off x="4797552" y="8552688"/>
            <a:ext cx="1809114" cy="163195"/>
          </a:xfrm>
          <a:prstGeom prst="rect">
            <a:avLst/>
          </a:prstGeom>
          <a:ln w="12700">
            <a:solidFill>
              <a:srgbClr val="000000"/>
            </a:solidFill>
          </a:ln>
        </p:spPr>
        <p:txBody>
          <a:bodyPr vert="horz" wrap="square" lIns="0" tIns="0" rIns="0" bIns="0" rtlCol="0">
            <a:spAutoFit/>
          </a:bodyPr>
          <a:lstStyle/>
          <a:p>
            <a:pPr algn="ctr">
              <a:lnSpc>
                <a:spcPts val="1245"/>
              </a:lnSpc>
              <a:tabLst>
                <a:tab pos="521334" algn="l"/>
              </a:tabLst>
            </a:pPr>
            <a:r>
              <a:rPr sz="1100" spc="-50" dirty="0">
                <a:latin typeface="Century Gothic"/>
                <a:cs typeface="Century Gothic"/>
              </a:rPr>
              <a:t>/</a:t>
            </a:r>
            <a:r>
              <a:rPr sz="1100" dirty="0">
                <a:latin typeface="Century Gothic"/>
                <a:cs typeface="Century Gothic"/>
              </a:rPr>
              <a:t>	</a:t>
            </a:r>
            <a:r>
              <a:rPr sz="1100" spc="-50" dirty="0">
                <a:latin typeface="Century Gothic"/>
                <a:cs typeface="Century Gothic"/>
              </a:rPr>
              <a:t>/</a:t>
            </a:r>
            <a:endParaRPr sz="1100">
              <a:latin typeface="Century Gothic"/>
              <a:cs typeface="Century Gothic"/>
            </a:endParaRPr>
          </a:p>
        </p:txBody>
      </p:sp>
      <p:grpSp>
        <p:nvGrpSpPr>
          <p:cNvPr id="20" name="object 20"/>
          <p:cNvGrpSpPr/>
          <p:nvPr/>
        </p:nvGrpSpPr>
        <p:grpSpPr>
          <a:xfrm>
            <a:off x="1478025" y="227075"/>
            <a:ext cx="4999355" cy="8932545"/>
            <a:chOff x="1478025" y="227075"/>
            <a:chExt cx="4999355" cy="8932545"/>
          </a:xfrm>
        </p:grpSpPr>
        <p:sp>
          <p:nvSpPr>
            <p:cNvPr id="21" name="object 21"/>
            <p:cNvSpPr/>
            <p:nvPr/>
          </p:nvSpPr>
          <p:spPr>
            <a:xfrm>
              <a:off x="1484375" y="8613647"/>
              <a:ext cx="1800225" cy="539750"/>
            </a:xfrm>
            <a:custGeom>
              <a:avLst/>
              <a:gdLst/>
              <a:ahLst/>
              <a:cxnLst/>
              <a:rect l="l" t="t" r="r" b="b"/>
              <a:pathLst>
                <a:path w="1800225" h="539750">
                  <a:moveTo>
                    <a:pt x="0" y="0"/>
                  </a:moveTo>
                  <a:lnTo>
                    <a:pt x="1799844" y="0"/>
                  </a:lnTo>
                  <a:lnTo>
                    <a:pt x="1799844" y="539495"/>
                  </a:lnTo>
                  <a:lnTo>
                    <a:pt x="0" y="539495"/>
                  </a:lnTo>
                  <a:lnTo>
                    <a:pt x="0" y="0"/>
                  </a:lnTo>
                  <a:close/>
                </a:path>
              </a:pathLst>
            </a:custGeom>
            <a:ln w="12700">
              <a:solidFill>
                <a:srgbClr val="000000"/>
              </a:solidFill>
            </a:ln>
          </p:spPr>
          <p:txBody>
            <a:bodyPr wrap="square" lIns="0" tIns="0" rIns="0" bIns="0" rtlCol="0"/>
            <a:lstStyle/>
            <a:p>
              <a:endParaRPr/>
            </a:p>
          </p:txBody>
        </p:sp>
        <p:pic>
          <p:nvPicPr>
            <p:cNvPr id="22" name="object 22" descr="A close up of a sign  Description automatically generated"/>
            <p:cNvPicPr/>
            <p:nvPr/>
          </p:nvPicPr>
          <p:blipFill>
            <a:blip r:embed="rId2" cstate="print"/>
            <a:stretch>
              <a:fillRect/>
            </a:stretch>
          </p:blipFill>
          <p:spPr>
            <a:xfrm>
              <a:off x="5588508" y="227075"/>
              <a:ext cx="888491" cy="539495"/>
            </a:xfrm>
            <a:prstGeom prst="rect">
              <a:avLst/>
            </a:prstGeom>
          </p:spPr>
        </p:pic>
      </p:grpSp>
      <p:sp>
        <p:nvSpPr>
          <p:cNvPr id="23" name="object 23"/>
          <p:cNvSpPr txBox="1"/>
          <p:nvPr/>
        </p:nvSpPr>
        <p:spPr>
          <a:xfrm>
            <a:off x="5437333" y="9040428"/>
            <a:ext cx="912494"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entury Gothic"/>
                <a:cs typeface="Century Gothic"/>
              </a:rPr>
              <a:t>(Ref</a:t>
            </a:r>
            <a:r>
              <a:rPr sz="1200" spc="5" dirty="0">
                <a:latin typeface="Century Gothic"/>
                <a:cs typeface="Century Gothic"/>
              </a:rPr>
              <a:t> </a:t>
            </a:r>
            <a:r>
              <a:rPr sz="1200" spc="-125" dirty="0">
                <a:latin typeface="Century Gothic"/>
                <a:cs typeface="Century Gothic"/>
              </a:rPr>
              <a:t>C</a:t>
            </a:r>
            <a:r>
              <a:rPr sz="1200" dirty="0">
                <a:latin typeface="Century Gothic"/>
                <a:cs typeface="Century Gothic"/>
              </a:rPr>
              <a:t> </a:t>
            </a:r>
            <a:r>
              <a:rPr sz="1200" spc="55" dirty="0">
                <a:latin typeface="Century Gothic"/>
                <a:cs typeface="Century Gothic"/>
              </a:rPr>
              <a:t>-</a:t>
            </a:r>
            <a:r>
              <a:rPr sz="1200" spc="5" dirty="0">
                <a:latin typeface="Century Gothic"/>
                <a:cs typeface="Century Gothic"/>
              </a:rPr>
              <a:t> </a:t>
            </a:r>
            <a:r>
              <a:rPr sz="1200" spc="-90" dirty="0">
                <a:latin typeface="Century Gothic"/>
                <a:cs typeface="Century Gothic"/>
              </a:rPr>
              <a:t>:</a:t>
            </a:r>
            <a:r>
              <a:rPr sz="1200" spc="-20" dirty="0">
                <a:latin typeface="Century Gothic"/>
                <a:cs typeface="Century Gothic"/>
              </a:rPr>
              <a:t> </a:t>
            </a:r>
            <a:r>
              <a:rPr sz="1200" spc="-75" dirty="0">
                <a:latin typeface="Century Gothic"/>
                <a:cs typeface="Century Gothic"/>
              </a:rPr>
              <a:t>2.1)</a:t>
            </a:r>
            <a:endParaRPr sz="1200">
              <a:latin typeface="Century Gothic"/>
              <a:cs typeface="Century Gothic"/>
            </a:endParaRPr>
          </a:p>
        </p:txBody>
      </p:sp>
      <p:sp>
        <p:nvSpPr>
          <p:cNvPr id="24" name="object 24"/>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25" name="object 25"/>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10</a:t>
            </a:fld>
            <a:endParaRPr spc="-25" dirty="0"/>
          </a:p>
        </p:txBody>
      </p:sp>
      <p:sp>
        <p:nvSpPr>
          <p:cNvPr id="26" name="TextBox 25">
            <a:extLst>
              <a:ext uri="{FF2B5EF4-FFF2-40B4-BE49-F238E27FC236}">
                <a16:creationId xmlns:a16="http://schemas.microsoft.com/office/drawing/2014/main" id="{2B5DB3F3-DC20-BECF-AD89-F1AC88060F71}"/>
              </a:ext>
            </a:extLst>
          </p:cNvPr>
          <p:cNvSpPr txBox="1"/>
          <p:nvPr/>
        </p:nvSpPr>
        <p:spPr>
          <a:xfrm>
            <a:off x="1490937" y="1531506"/>
            <a:ext cx="2362950" cy="646331"/>
          </a:xfrm>
          <a:prstGeom prst="rect">
            <a:avLst/>
          </a:prstGeom>
          <a:noFill/>
          <a:ln>
            <a:solidFill>
              <a:schemeClr val="tx1"/>
            </a:solidFill>
          </a:ln>
        </p:spPr>
        <p:txBody>
          <a:bodyPr wrap="square" rtlCol="0">
            <a:spAutoFit/>
          </a:bodyPr>
          <a:lstStyle/>
          <a:p>
            <a:r>
              <a:rPr lang="en-GB" sz="1200" dirty="0" err="1"/>
              <a:t>Codecademy</a:t>
            </a:r>
            <a:endParaRPr lang="en-GB" sz="1200" dirty="0"/>
          </a:p>
          <a:p>
            <a:endParaRPr lang="en-GB" sz="1200" dirty="0"/>
          </a:p>
          <a:p>
            <a:r>
              <a:rPr lang="en-GB" sz="1200" dirty="0"/>
              <a:t>Gateshead College</a:t>
            </a:r>
          </a:p>
        </p:txBody>
      </p:sp>
      <p:sp>
        <p:nvSpPr>
          <p:cNvPr id="27" name="TextBox 26">
            <a:extLst>
              <a:ext uri="{FF2B5EF4-FFF2-40B4-BE49-F238E27FC236}">
                <a16:creationId xmlns:a16="http://schemas.microsoft.com/office/drawing/2014/main" id="{D353B74C-72F5-EDCF-A9AC-A240286D5FE2}"/>
              </a:ext>
            </a:extLst>
          </p:cNvPr>
          <p:cNvSpPr txBox="1"/>
          <p:nvPr/>
        </p:nvSpPr>
        <p:spPr>
          <a:xfrm>
            <a:off x="1474021" y="3117172"/>
            <a:ext cx="5192404" cy="830997"/>
          </a:xfrm>
          <a:prstGeom prst="rect">
            <a:avLst/>
          </a:prstGeom>
          <a:noFill/>
          <a:ln>
            <a:solidFill>
              <a:schemeClr val="tx1"/>
            </a:solidFill>
          </a:ln>
        </p:spPr>
        <p:txBody>
          <a:bodyPr wrap="square" rtlCol="0">
            <a:spAutoFit/>
          </a:bodyPr>
          <a:lstStyle/>
          <a:p>
            <a:r>
              <a:rPr lang="en-GB" sz="1200" dirty="0"/>
              <a:t>I have strong analytical skills with experience in Python, SQL, Excel, and Power BI. I have created dashboards, analysed data trends, and supported decision-making through data-driven insights. I am motivated, reliable, and keen to develop my career in data analytics.</a:t>
            </a:r>
          </a:p>
        </p:txBody>
      </p:sp>
      <p:sp>
        <p:nvSpPr>
          <p:cNvPr id="28" name="TextBox 27">
            <a:extLst>
              <a:ext uri="{FF2B5EF4-FFF2-40B4-BE49-F238E27FC236}">
                <a16:creationId xmlns:a16="http://schemas.microsoft.com/office/drawing/2014/main" id="{78D25264-1D0B-D08A-96F4-90E9100B33FA}"/>
              </a:ext>
            </a:extLst>
          </p:cNvPr>
          <p:cNvSpPr txBox="1"/>
          <p:nvPr/>
        </p:nvSpPr>
        <p:spPr>
          <a:xfrm>
            <a:off x="1845564" y="4915281"/>
            <a:ext cx="2091602" cy="276999"/>
          </a:xfrm>
          <a:prstGeom prst="rect">
            <a:avLst/>
          </a:prstGeom>
          <a:noFill/>
          <a:ln>
            <a:solidFill>
              <a:schemeClr val="tx1"/>
            </a:solidFill>
          </a:ln>
        </p:spPr>
        <p:txBody>
          <a:bodyPr wrap="square" rtlCol="0">
            <a:spAutoFit/>
          </a:bodyPr>
          <a:lstStyle/>
          <a:p>
            <a:r>
              <a:rPr lang="en-GB" sz="1200" dirty="0"/>
              <a:t>Available upon request</a:t>
            </a:r>
          </a:p>
        </p:txBody>
      </p:sp>
      <p:sp>
        <p:nvSpPr>
          <p:cNvPr id="29" name="TextBox 28">
            <a:extLst>
              <a:ext uri="{FF2B5EF4-FFF2-40B4-BE49-F238E27FC236}">
                <a16:creationId xmlns:a16="http://schemas.microsoft.com/office/drawing/2014/main" id="{3CDA484F-632F-EA1E-77F1-CD5CC7570901}"/>
              </a:ext>
            </a:extLst>
          </p:cNvPr>
          <p:cNvSpPr txBox="1"/>
          <p:nvPr/>
        </p:nvSpPr>
        <p:spPr>
          <a:xfrm>
            <a:off x="4351252" y="4903080"/>
            <a:ext cx="2255413" cy="276999"/>
          </a:xfrm>
          <a:prstGeom prst="rect">
            <a:avLst/>
          </a:prstGeom>
          <a:noFill/>
          <a:ln>
            <a:solidFill>
              <a:schemeClr val="tx1"/>
            </a:solidFill>
          </a:ln>
        </p:spPr>
        <p:txBody>
          <a:bodyPr wrap="square" rtlCol="0">
            <a:spAutoFit/>
          </a:bodyPr>
          <a:lstStyle/>
          <a:p>
            <a:r>
              <a:rPr lang="en-GB" sz="1200" dirty="0"/>
              <a:t>Available upon request</a:t>
            </a:r>
          </a:p>
        </p:txBody>
      </p:sp>
      <p:sp>
        <p:nvSpPr>
          <p:cNvPr id="30" name="TextBox 29">
            <a:extLst>
              <a:ext uri="{FF2B5EF4-FFF2-40B4-BE49-F238E27FC236}">
                <a16:creationId xmlns:a16="http://schemas.microsoft.com/office/drawing/2014/main" id="{46E1ACC9-E0A7-5046-F4D1-36439A0852C6}"/>
              </a:ext>
            </a:extLst>
          </p:cNvPr>
          <p:cNvSpPr txBox="1"/>
          <p:nvPr/>
        </p:nvSpPr>
        <p:spPr>
          <a:xfrm>
            <a:off x="2557111" y="5396496"/>
            <a:ext cx="1380055" cy="461665"/>
          </a:xfrm>
          <a:prstGeom prst="rect">
            <a:avLst/>
          </a:prstGeom>
          <a:noFill/>
          <a:ln>
            <a:solidFill>
              <a:schemeClr val="tx1"/>
            </a:solidFill>
          </a:ln>
        </p:spPr>
        <p:txBody>
          <a:bodyPr wrap="square" rtlCol="0">
            <a:spAutoFit/>
          </a:bodyPr>
          <a:lstStyle/>
          <a:p>
            <a:r>
              <a:rPr lang="en-GB" sz="1200"/>
              <a:t>Available upon request</a:t>
            </a:r>
            <a:endParaRPr lang="en-GB" sz="1200" dirty="0"/>
          </a:p>
        </p:txBody>
      </p:sp>
      <p:sp>
        <p:nvSpPr>
          <p:cNvPr id="31" name="TextBox 30">
            <a:extLst>
              <a:ext uri="{FF2B5EF4-FFF2-40B4-BE49-F238E27FC236}">
                <a16:creationId xmlns:a16="http://schemas.microsoft.com/office/drawing/2014/main" id="{86189FA7-FA09-0D74-A735-658FD78AF59D}"/>
              </a:ext>
            </a:extLst>
          </p:cNvPr>
          <p:cNvSpPr txBox="1"/>
          <p:nvPr/>
        </p:nvSpPr>
        <p:spPr>
          <a:xfrm>
            <a:off x="5216144" y="5386932"/>
            <a:ext cx="1380055" cy="461665"/>
          </a:xfrm>
          <a:prstGeom prst="rect">
            <a:avLst/>
          </a:prstGeom>
          <a:noFill/>
          <a:ln>
            <a:solidFill>
              <a:schemeClr val="tx1"/>
            </a:solidFill>
          </a:ln>
        </p:spPr>
        <p:txBody>
          <a:bodyPr wrap="square" rtlCol="0">
            <a:spAutoFit/>
          </a:bodyPr>
          <a:lstStyle/>
          <a:p>
            <a:r>
              <a:rPr lang="en-GB" sz="1200" dirty="0"/>
              <a:t>Available upon request</a:t>
            </a:r>
          </a:p>
        </p:txBody>
      </p:sp>
      <p:sp>
        <p:nvSpPr>
          <p:cNvPr id="32" name="TextBox 31">
            <a:extLst>
              <a:ext uri="{FF2B5EF4-FFF2-40B4-BE49-F238E27FC236}">
                <a16:creationId xmlns:a16="http://schemas.microsoft.com/office/drawing/2014/main" id="{1AAB42EA-CD0D-8ADB-50DE-D9F2F4909EA9}"/>
              </a:ext>
            </a:extLst>
          </p:cNvPr>
          <p:cNvSpPr txBox="1"/>
          <p:nvPr/>
        </p:nvSpPr>
        <p:spPr>
          <a:xfrm>
            <a:off x="1475556" y="5970750"/>
            <a:ext cx="5184775" cy="276999"/>
          </a:xfrm>
          <a:prstGeom prst="rect">
            <a:avLst/>
          </a:prstGeom>
          <a:noFill/>
          <a:ln>
            <a:solidFill>
              <a:schemeClr val="tx1"/>
            </a:solidFill>
          </a:ln>
        </p:spPr>
        <p:txBody>
          <a:bodyPr wrap="square" rtlCol="0">
            <a:spAutoFit/>
          </a:bodyPr>
          <a:lstStyle/>
          <a:p>
            <a:endParaRPr lang="en-GB" sz="1200" dirty="0"/>
          </a:p>
        </p:txBody>
      </p:sp>
      <p:sp>
        <p:nvSpPr>
          <p:cNvPr id="33" name="TextBox 32">
            <a:extLst>
              <a:ext uri="{FF2B5EF4-FFF2-40B4-BE49-F238E27FC236}">
                <a16:creationId xmlns:a16="http://schemas.microsoft.com/office/drawing/2014/main" id="{4E4E58CE-3CB9-7EBC-FB49-F45E2F161875}"/>
              </a:ext>
            </a:extLst>
          </p:cNvPr>
          <p:cNvSpPr txBox="1"/>
          <p:nvPr/>
        </p:nvSpPr>
        <p:spPr>
          <a:xfrm>
            <a:off x="1463882" y="8621316"/>
            <a:ext cx="1800225" cy="369332"/>
          </a:xfrm>
          <a:prstGeom prst="rect">
            <a:avLst/>
          </a:prstGeom>
          <a:noFill/>
          <a:ln>
            <a:solidFill>
              <a:schemeClr val="tx1"/>
            </a:solidFill>
          </a:ln>
        </p:spPr>
        <p:txBody>
          <a:bodyPr wrap="square" rtlCol="0">
            <a:spAutoFit/>
          </a:bodyPr>
          <a:lstStyle/>
          <a:p>
            <a:r>
              <a:rPr lang="en-GB" dirty="0"/>
              <a:t>Noor Saba</a:t>
            </a:r>
          </a:p>
        </p:txBody>
      </p:sp>
      <p:sp>
        <p:nvSpPr>
          <p:cNvPr id="34" name="TextBox 33">
            <a:extLst>
              <a:ext uri="{FF2B5EF4-FFF2-40B4-BE49-F238E27FC236}">
                <a16:creationId xmlns:a16="http://schemas.microsoft.com/office/drawing/2014/main" id="{8E3B7C71-291D-027A-03C3-DE82BA62416A}"/>
              </a:ext>
            </a:extLst>
          </p:cNvPr>
          <p:cNvSpPr txBox="1"/>
          <p:nvPr/>
        </p:nvSpPr>
        <p:spPr>
          <a:xfrm>
            <a:off x="4743955" y="8452581"/>
            <a:ext cx="1862710" cy="369332"/>
          </a:xfrm>
          <a:prstGeom prst="rect">
            <a:avLst/>
          </a:prstGeom>
          <a:noFill/>
          <a:ln>
            <a:solidFill>
              <a:schemeClr val="tx1"/>
            </a:solidFill>
          </a:ln>
        </p:spPr>
        <p:txBody>
          <a:bodyPr wrap="square" rtlCol="0">
            <a:spAutoFit/>
          </a:bodyPr>
          <a:lstStyle/>
          <a:p>
            <a:r>
              <a:rPr lang="en-GB" dirty="0"/>
              <a:t>15      01    2026</a:t>
            </a:r>
          </a:p>
        </p:txBody>
      </p:sp>
      <mc:AlternateContent xmlns:mc="http://schemas.openxmlformats.org/markup-compatibility/2006">
        <mc:Choice xmlns:p14="http://schemas.microsoft.com/office/powerpoint/2010/main" Requires="p14">
          <p:contentPart p14:bwMode="auto" r:id="rId3">
            <p14:nvContentPartPr>
              <p14:cNvPr id="35" name="Ink 34">
                <a:extLst>
                  <a:ext uri="{FF2B5EF4-FFF2-40B4-BE49-F238E27FC236}">
                    <a16:creationId xmlns:a16="http://schemas.microsoft.com/office/drawing/2014/main" id="{ADCAFB5E-9B03-9871-5074-63890D5DA1B3}"/>
                  </a:ext>
                </a:extLst>
              </p14:cNvPr>
              <p14:cNvContentPartPr/>
              <p14:nvPr/>
            </p14:nvContentPartPr>
            <p14:xfrm>
              <a:off x="1880382" y="2537497"/>
              <a:ext cx="138600" cy="137160"/>
            </p14:xfrm>
          </p:contentPart>
        </mc:Choice>
        <mc:Fallback>
          <p:pic>
            <p:nvPicPr>
              <p:cNvPr id="35" name="Ink 34">
                <a:extLst>
                  <a:ext uri="{FF2B5EF4-FFF2-40B4-BE49-F238E27FC236}">
                    <a16:creationId xmlns:a16="http://schemas.microsoft.com/office/drawing/2014/main" id="{ADCAFB5E-9B03-9871-5074-63890D5DA1B3}"/>
                  </a:ext>
                </a:extLst>
              </p:cNvPr>
              <p:cNvPicPr/>
              <p:nvPr/>
            </p:nvPicPr>
            <p:blipFill>
              <a:blip r:embed="rId4"/>
              <a:stretch>
                <a:fillRect/>
              </a:stretch>
            </p:blipFill>
            <p:spPr>
              <a:xfrm>
                <a:off x="1876062" y="2533177"/>
                <a:ext cx="147240" cy="1458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36" name="Ink 35">
                <a:extLst>
                  <a:ext uri="{FF2B5EF4-FFF2-40B4-BE49-F238E27FC236}">
                    <a16:creationId xmlns:a16="http://schemas.microsoft.com/office/drawing/2014/main" id="{F5243F0C-43FC-6BFD-9E05-2F6C6619DCC9}"/>
                  </a:ext>
                </a:extLst>
              </p14:cNvPr>
              <p14:cNvContentPartPr/>
              <p14:nvPr/>
            </p14:nvContentPartPr>
            <p14:xfrm>
              <a:off x="6462822" y="4623507"/>
              <a:ext cx="145440" cy="156240"/>
            </p14:xfrm>
          </p:contentPart>
        </mc:Choice>
        <mc:Fallback>
          <p:pic>
            <p:nvPicPr>
              <p:cNvPr id="36" name="Ink 35">
                <a:extLst>
                  <a:ext uri="{FF2B5EF4-FFF2-40B4-BE49-F238E27FC236}">
                    <a16:creationId xmlns:a16="http://schemas.microsoft.com/office/drawing/2014/main" id="{F5243F0C-43FC-6BFD-9E05-2F6C6619DCC9}"/>
                  </a:ext>
                </a:extLst>
              </p:cNvPr>
              <p:cNvPicPr/>
              <p:nvPr/>
            </p:nvPicPr>
            <p:blipFill>
              <a:blip r:embed="rId6"/>
              <a:stretch>
                <a:fillRect/>
              </a:stretch>
            </p:blipFill>
            <p:spPr>
              <a:xfrm>
                <a:off x="6458502" y="4619187"/>
                <a:ext cx="154080" cy="16488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7" name="Ink 36">
                <a:extLst>
                  <a:ext uri="{FF2B5EF4-FFF2-40B4-BE49-F238E27FC236}">
                    <a16:creationId xmlns:a16="http://schemas.microsoft.com/office/drawing/2014/main" id="{D01F017E-800A-CA45-699A-7AC59CF2EE98}"/>
                  </a:ext>
                </a:extLst>
              </p14:cNvPr>
              <p14:cNvContentPartPr/>
              <p14:nvPr/>
            </p14:nvContentPartPr>
            <p14:xfrm>
              <a:off x="1992342" y="5089109"/>
              <a:ext cx="360" cy="360"/>
            </p14:xfrm>
          </p:contentPart>
        </mc:Choice>
        <mc:Fallback>
          <p:pic>
            <p:nvPicPr>
              <p:cNvPr id="37" name="Ink 36">
                <a:extLst>
                  <a:ext uri="{FF2B5EF4-FFF2-40B4-BE49-F238E27FC236}">
                    <a16:creationId xmlns:a16="http://schemas.microsoft.com/office/drawing/2014/main" id="{D01F017E-800A-CA45-699A-7AC59CF2EE98}"/>
                  </a:ext>
                </a:extLst>
              </p:cNvPr>
              <p:cNvPicPr/>
              <p:nvPr/>
            </p:nvPicPr>
            <p:blipFill>
              <a:blip r:embed="rId8"/>
              <a:stretch>
                <a:fillRect/>
              </a:stretch>
            </p:blipFill>
            <p:spPr>
              <a:xfrm>
                <a:off x="1988022" y="5084789"/>
                <a:ext cx="9000" cy="900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8579" y="654387"/>
            <a:ext cx="3793490" cy="633095"/>
          </a:xfrm>
          <a:prstGeom prst="rect">
            <a:avLst/>
          </a:prstGeom>
        </p:spPr>
        <p:txBody>
          <a:bodyPr vert="horz" wrap="square" lIns="0" tIns="12700" rIns="0" bIns="0" rtlCol="0">
            <a:spAutoFit/>
          </a:bodyPr>
          <a:lstStyle/>
          <a:p>
            <a:pPr algn="ctr">
              <a:lnSpc>
                <a:spcPct val="100000"/>
              </a:lnSpc>
              <a:spcBef>
                <a:spcPts val="100"/>
              </a:spcBef>
            </a:pPr>
            <a:r>
              <a:rPr sz="1800" spc="95" dirty="0">
                <a:latin typeface="Century Gothic"/>
                <a:cs typeface="Century Gothic"/>
              </a:rPr>
              <a:t>APPLYING</a:t>
            </a:r>
            <a:r>
              <a:rPr sz="1800" spc="-30" dirty="0">
                <a:latin typeface="Century Gothic"/>
                <a:cs typeface="Century Gothic"/>
              </a:rPr>
              <a:t> </a:t>
            </a:r>
            <a:r>
              <a:rPr sz="1800" spc="140" dirty="0">
                <a:latin typeface="Century Gothic"/>
                <a:cs typeface="Century Gothic"/>
              </a:rPr>
              <a:t>FOR</a:t>
            </a:r>
            <a:r>
              <a:rPr sz="1800" spc="-15" dirty="0">
                <a:latin typeface="Century Gothic"/>
                <a:cs typeface="Century Gothic"/>
              </a:rPr>
              <a:t> </a:t>
            </a:r>
            <a:r>
              <a:rPr sz="1800" spc="150" dirty="0">
                <a:latin typeface="Century Gothic"/>
                <a:cs typeface="Century Gothic"/>
              </a:rPr>
              <a:t>OPPORTUNITIES</a:t>
            </a:r>
            <a:endParaRPr sz="1800">
              <a:latin typeface="Century Gothic"/>
              <a:cs typeface="Century Gothic"/>
            </a:endParaRPr>
          </a:p>
          <a:p>
            <a:pPr algn="ctr">
              <a:lnSpc>
                <a:spcPct val="100000"/>
              </a:lnSpc>
              <a:spcBef>
                <a:spcPts val="1180"/>
              </a:spcBef>
            </a:pPr>
            <a:r>
              <a:rPr sz="1200" b="1" spc="130" dirty="0">
                <a:latin typeface="Calibri"/>
                <a:cs typeface="Calibri"/>
              </a:rPr>
              <a:t>Application</a:t>
            </a:r>
            <a:r>
              <a:rPr sz="1200" b="1" spc="55" dirty="0">
                <a:latin typeface="Calibri"/>
                <a:cs typeface="Calibri"/>
              </a:rPr>
              <a:t> </a:t>
            </a:r>
            <a:r>
              <a:rPr sz="1200" b="1" spc="140" dirty="0">
                <a:latin typeface="Calibri"/>
                <a:cs typeface="Calibri"/>
              </a:rPr>
              <a:t>form</a:t>
            </a:r>
            <a:r>
              <a:rPr sz="1200" b="1" spc="60" dirty="0">
                <a:latin typeface="Calibri"/>
                <a:cs typeface="Calibri"/>
              </a:rPr>
              <a:t> </a:t>
            </a:r>
            <a:r>
              <a:rPr sz="1200" b="1" spc="114" dirty="0">
                <a:latin typeface="Calibri"/>
                <a:cs typeface="Calibri"/>
              </a:rPr>
              <a:t>tutor</a:t>
            </a:r>
            <a:r>
              <a:rPr sz="1200" b="1" spc="55" dirty="0">
                <a:latin typeface="Calibri"/>
                <a:cs typeface="Calibri"/>
              </a:rPr>
              <a:t> </a:t>
            </a:r>
            <a:r>
              <a:rPr sz="1200" b="1" spc="180" dirty="0">
                <a:latin typeface="Calibri"/>
                <a:cs typeface="Calibri"/>
              </a:rPr>
              <a:t>checks</a:t>
            </a:r>
            <a:r>
              <a:rPr sz="1200" b="1" spc="85" dirty="0">
                <a:latin typeface="Calibri"/>
                <a:cs typeface="Calibri"/>
              </a:rPr>
              <a:t> </a:t>
            </a:r>
            <a:r>
              <a:rPr sz="1200" b="1" spc="165" dirty="0">
                <a:latin typeface="Calibri"/>
                <a:cs typeface="Calibri"/>
              </a:rPr>
              <a:t>and</a:t>
            </a:r>
            <a:r>
              <a:rPr sz="1200" b="1" spc="60" dirty="0">
                <a:latin typeface="Calibri"/>
                <a:cs typeface="Calibri"/>
              </a:rPr>
              <a:t> </a:t>
            </a:r>
            <a:r>
              <a:rPr sz="1200" b="1" spc="150" dirty="0">
                <a:latin typeface="Calibri"/>
                <a:cs typeface="Calibri"/>
              </a:rPr>
              <a:t>feedback</a:t>
            </a:r>
            <a:endParaRPr sz="1200">
              <a:latin typeface="Calibri"/>
              <a:cs typeface="Calibri"/>
            </a:endParaRPr>
          </a:p>
        </p:txBody>
      </p:sp>
      <p:graphicFrame>
        <p:nvGraphicFramePr>
          <p:cNvPr id="3" name="object 3"/>
          <p:cNvGraphicFramePr>
            <a:graphicFrameLocks noGrp="1"/>
          </p:cNvGraphicFramePr>
          <p:nvPr/>
        </p:nvGraphicFramePr>
        <p:xfrm>
          <a:off x="176711" y="1551122"/>
          <a:ext cx="6336029" cy="7790815"/>
        </p:xfrm>
        <a:graphic>
          <a:graphicData uri="http://schemas.openxmlformats.org/drawingml/2006/table">
            <a:tbl>
              <a:tblPr firstRow="1" bandRow="1">
                <a:tableStyleId>{2D5ABB26-0587-4C30-8999-92F81FD0307C}</a:tableStyleId>
              </a:tblPr>
              <a:tblGrid>
                <a:gridCol w="863600">
                  <a:extLst>
                    <a:ext uri="{9D8B030D-6E8A-4147-A177-3AD203B41FA5}">
                      <a16:colId xmlns:a16="http://schemas.microsoft.com/office/drawing/2014/main" val="20000"/>
                    </a:ext>
                  </a:extLst>
                </a:gridCol>
                <a:gridCol w="4536440">
                  <a:extLst>
                    <a:ext uri="{9D8B030D-6E8A-4147-A177-3AD203B41FA5}">
                      <a16:colId xmlns:a16="http://schemas.microsoft.com/office/drawing/2014/main" val="20001"/>
                    </a:ext>
                  </a:extLst>
                </a:gridCol>
                <a:gridCol w="935989">
                  <a:extLst>
                    <a:ext uri="{9D8B030D-6E8A-4147-A177-3AD203B41FA5}">
                      <a16:colId xmlns:a16="http://schemas.microsoft.com/office/drawing/2014/main" val="20002"/>
                    </a:ext>
                  </a:extLst>
                </a:gridCol>
              </a:tblGrid>
              <a:tr h="365760">
                <a:tc>
                  <a:txBody>
                    <a:bodyPr/>
                    <a:lstStyle/>
                    <a:p>
                      <a:pPr marL="90805">
                        <a:lnSpc>
                          <a:spcPct val="100000"/>
                        </a:lnSpc>
                        <a:spcBef>
                          <a:spcPts val="310"/>
                        </a:spcBef>
                      </a:pPr>
                      <a:r>
                        <a:rPr sz="900" b="1" spc="95" dirty="0">
                          <a:latin typeface="Calibri"/>
                          <a:cs typeface="Calibri"/>
                        </a:rPr>
                        <a:t>Section</a:t>
                      </a:r>
                      <a:endParaRPr sz="900">
                        <a:latin typeface="Calibri"/>
                        <a:cs typeface="Calibri"/>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10"/>
                        </a:spcBef>
                      </a:pPr>
                      <a:r>
                        <a:rPr sz="900" b="1" spc="75" dirty="0">
                          <a:latin typeface="Calibri"/>
                          <a:cs typeface="Calibri"/>
                        </a:rPr>
                        <a:t>Criteria</a:t>
                      </a:r>
                      <a:endParaRPr sz="900">
                        <a:latin typeface="Calibri"/>
                        <a:cs typeface="Calibri"/>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marR="201295">
                        <a:lnSpc>
                          <a:spcPct val="100000"/>
                        </a:lnSpc>
                        <a:spcBef>
                          <a:spcPts val="310"/>
                        </a:spcBef>
                      </a:pPr>
                      <a:r>
                        <a:rPr sz="900" b="1" spc="90" dirty="0">
                          <a:latin typeface="Calibri"/>
                          <a:cs typeface="Calibri"/>
                        </a:rPr>
                        <a:t>Guidelines </a:t>
                      </a:r>
                      <a:r>
                        <a:rPr sz="900" b="1" spc="125" dirty="0">
                          <a:latin typeface="Calibri"/>
                          <a:cs typeface="Calibri"/>
                        </a:rPr>
                        <a:t>met?</a:t>
                      </a:r>
                      <a:r>
                        <a:rPr sz="900" b="1" spc="35" dirty="0">
                          <a:latin typeface="Calibri"/>
                          <a:cs typeface="Calibri"/>
                        </a:rPr>
                        <a:t> </a:t>
                      </a:r>
                      <a:r>
                        <a:rPr sz="900" b="1" spc="55" dirty="0">
                          <a:latin typeface="Calibri"/>
                          <a:cs typeface="Calibri"/>
                        </a:rPr>
                        <a:t>Y/N</a:t>
                      </a:r>
                      <a:endParaRPr sz="900">
                        <a:latin typeface="Calibri"/>
                        <a:cs typeface="Calibri"/>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02895">
                <a:tc>
                  <a:txBody>
                    <a:bodyPr/>
                    <a:lstStyle/>
                    <a:p>
                      <a:pPr marL="257810">
                        <a:lnSpc>
                          <a:spcPct val="100000"/>
                        </a:lnSpc>
                        <a:spcBef>
                          <a:spcPts val="305"/>
                        </a:spcBef>
                      </a:pPr>
                      <a:r>
                        <a:rPr sz="1000" b="1" spc="-125" dirty="0">
                          <a:latin typeface="Calibri"/>
                          <a:cs typeface="Calibri"/>
                        </a:rPr>
                        <a:t>1</a:t>
                      </a:r>
                      <a:r>
                        <a:rPr sz="1000" b="1" spc="60" dirty="0">
                          <a:latin typeface="Calibri"/>
                          <a:cs typeface="Calibri"/>
                        </a:rPr>
                        <a:t> </a:t>
                      </a:r>
                      <a:r>
                        <a:rPr sz="1000" b="1" spc="90" dirty="0">
                          <a:latin typeface="Calibri"/>
                          <a:cs typeface="Calibri"/>
                        </a:rPr>
                        <a:t>to</a:t>
                      </a:r>
                      <a:r>
                        <a:rPr sz="1000" b="1" spc="70" dirty="0">
                          <a:latin typeface="Calibri"/>
                          <a:cs typeface="Calibri"/>
                        </a:rPr>
                        <a:t> </a:t>
                      </a:r>
                      <a:r>
                        <a:rPr sz="1000" b="1" spc="114" dirty="0">
                          <a:latin typeface="Calibri"/>
                          <a:cs typeface="Calibri"/>
                        </a:rPr>
                        <a:t>4</a:t>
                      </a:r>
                      <a:endParaRPr sz="10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10"/>
                        </a:spcBef>
                      </a:pPr>
                      <a:r>
                        <a:rPr sz="900" spc="75" dirty="0">
                          <a:latin typeface="Century Gothic"/>
                          <a:cs typeface="Century Gothic"/>
                        </a:rPr>
                        <a:t>Fill</a:t>
                      </a:r>
                      <a:r>
                        <a:rPr sz="900" spc="30" dirty="0">
                          <a:latin typeface="Century Gothic"/>
                          <a:cs typeface="Century Gothic"/>
                        </a:rPr>
                        <a:t> </a:t>
                      </a:r>
                      <a:r>
                        <a:rPr sz="900" spc="55" dirty="0">
                          <a:latin typeface="Century Gothic"/>
                          <a:cs typeface="Century Gothic"/>
                        </a:rPr>
                        <a:t>in</a:t>
                      </a:r>
                      <a:r>
                        <a:rPr sz="900" spc="40" dirty="0">
                          <a:latin typeface="Century Gothic"/>
                          <a:cs typeface="Century Gothic"/>
                        </a:rPr>
                        <a:t> </a:t>
                      </a:r>
                      <a:r>
                        <a:rPr sz="900" spc="10" dirty="0">
                          <a:latin typeface="Century Gothic"/>
                          <a:cs typeface="Century Gothic"/>
                        </a:rPr>
                        <a:t>all</a:t>
                      </a:r>
                      <a:r>
                        <a:rPr sz="900" spc="20" dirty="0">
                          <a:latin typeface="Century Gothic"/>
                          <a:cs typeface="Century Gothic"/>
                        </a:rPr>
                        <a:t> </a:t>
                      </a:r>
                      <a:r>
                        <a:rPr sz="900" spc="10" dirty="0">
                          <a:latin typeface="Century Gothic"/>
                          <a:cs typeface="Century Gothic"/>
                        </a:rPr>
                        <a:t>the</a:t>
                      </a:r>
                      <a:r>
                        <a:rPr sz="900" spc="30" dirty="0">
                          <a:latin typeface="Century Gothic"/>
                          <a:cs typeface="Century Gothic"/>
                        </a:rPr>
                        <a:t> </a:t>
                      </a:r>
                      <a:r>
                        <a:rPr sz="900" spc="10" dirty="0">
                          <a:latin typeface="Century Gothic"/>
                          <a:cs typeface="Century Gothic"/>
                        </a:rPr>
                        <a:t>details </a:t>
                      </a:r>
                      <a:r>
                        <a:rPr sz="900" spc="55" dirty="0">
                          <a:latin typeface="Century Gothic"/>
                          <a:cs typeface="Century Gothic"/>
                        </a:rPr>
                        <a:t>in</a:t>
                      </a:r>
                      <a:r>
                        <a:rPr sz="900" spc="35" dirty="0">
                          <a:latin typeface="Century Gothic"/>
                          <a:cs typeface="Century Gothic"/>
                        </a:rPr>
                        <a:t> </a:t>
                      </a:r>
                      <a:r>
                        <a:rPr sz="900" spc="10" dirty="0">
                          <a:latin typeface="Century Gothic"/>
                          <a:cs typeface="Century Gothic"/>
                        </a:rPr>
                        <a:t>CAPITAL</a:t>
                      </a:r>
                      <a:r>
                        <a:rPr sz="900" spc="35" dirty="0">
                          <a:latin typeface="Century Gothic"/>
                          <a:cs typeface="Century Gothic"/>
                        </a:rPr>
                        <a:t> </a:t>
                      </a:r>
                      <a:r>
                        <a:rPr sz="900" spc="-10" dirty="0">
                          <a:latin typeface="Century Gothic"/>
                          <a:cs typeface="Century Gothic"/>
                        </a:rPr>
                        <a:t>letters.</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79095">
                <a:tc>
                  <a:txBody>
                    <a:bodyPr/>
                    <a:lstStyle/>
                    <a:p>
                      <a:pPr algn="ctr">
                        <a:lnSpc>
                          <a:spcPct val="100000"/>
                        </a:lnSpc>
                        <a:spcBef>
                          <a:spcPts val="305"/>
                        </a:spcBef>
                      </a:pPr>
                      <a:r>
                        <a:rPr sz="1000" b="1" spc="25" dirty="0">
                          <a:latin typeface="Calibri"/>
                          <a:cs typeface="Calibri"/>
                        </a:rPr>
                        <a:t>5</a:t>
                      </a:r>
                      <a:endParaRPr sz="10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marR="84455" indent="-635">
                        <a:lnSpc>
                          <a:spcPct val="100000"/>
                        </a:lnSpc>
                        <a:spcBef>
                          <a:spcPts val="310"/>
                        </a:spcBef>
                      </a:pPr>
                      <a:r>
                        <a:rPr sz="900" dirty="0">
                          <a:latin typeface="Century Gothic"/>
                          <a:cs typeface="Century Gothic"/>
                        </a:rPr>
                        <a:t>Give</a:t>
                      </a:r>
                      <a:r>
                        <a:rPr sz="900" spc="165" dirty="0">
                          <a:latin typeface="Century Gothic"/>
                          <a:cs typeface="Century Gothic"/>
                        </a:rPr>
                        <a:t> </a:t>
                      </a:r>
                      <a:r>
                        <a:rPr sz="900" dirty="0">
                          <a:latin typeface="Century Gothic"/>
                          <a:cs typeface="Century Gothic"/>
                        </a:rPr>
                        <a:t>details</a:t>
                      </a:r>
                      <a:r>
                        <a:rPr sz="900" spc="165" dirty="0">
                          <a:latin typeface="Century Gothic"/>
                          <a:cs typeface="Century Gothic"/>
                        </a:rPr>
                        <a:t> </a:t>
                      </a:r>
                      <a:r>
                        <a:rPr sz="900" dirty="0">
                          <a:latin typeface="Century Gothic"/>
                          <a:cs typeface="Century Gothic"/>
                        </a:rPr>
                        <a:t>of</a:t>
                      </a:r>
                      <a:r>
                        <a:rPr sz="900" spc="155" dirty="0">
                          <a:latin typeface="Century Gothic"/>
                          <a:cs typeface="Century Gothic"/>
                        </a:rPr>
                        <a:t> </a:t>
                      </a:r>
                      <a:r>
                        <a:rPr sz="900" dirty="0">
                          <a:latin typeface="Century Gothic"/>
                          <a:cs typeface="Century Gothic"/>
                        </a:rPr>
                        <a:t>all</a:t>
                      </a:r>
                      <a:r>
                        <a:rPr sz="900" spc="170" dirty="0">
                          <a:latin typeface="Century Gothic"/>
                          <a:cs typeface="Century Gothic"/>
                        </a:rPr>
                        <a:t> </a:t>
                      </a:r>
                      <a:r>
                        <a:rPr sz="900" dirty="0">
                          <a:latin typeface="Century Gothic"/>
                          <a:cs typeface="Century Gothic"/>
                        </a:rPr>
                        <a:t>driving</a:t>
                      </a:r>
                      <a:r>
                        <a:rPr sz="900" spc="155" dirty="0">
                          <a:latin typeface="Century Gothic"/>
                          <a:cs typeface="Century Gothic"/>
                        </a:rPr>
                        <a:t> </a:t>
                      </a:r>
                      <a:r>
                        <a:rPr sz="900" dirty="0">
                          <a:latin typeface="Century Gothic"/>
                          <a:cs typeface="Century Gothic"/>
                        </a:rPr>
                        <a:t>licences</a:t>
                      </a:r>
                      <a:r>
                        <a:rPr sz="900" spc="175" dirty="0">
                          <a:latin typeface="Century Gothic"/>
                          <a:cs typeface="Century Gothic"/>
                        </a:rPr>
                        <a:t> </a:t>
                      </a:r>
                      <a:r>
                        <a:rPr sz="900" dirty="0">
                          <a:latin typeface="Century Gothic"/>
                          <a:cs typeface="Century Gothic"/>
                        </a:rPr>
                        <a:t>you</a:t>
                      </a:r>
                      <a:r>
                        <a:rPr sz="900" spc="160" dirty="0">
                          <a:latin typeface="Century Gothic"/>
                          <a:cs typeface="Century Gothic"/>
                        </a:rPr>
                        <a:t> </a:t>
                      </a:r>
                      <a:r>
                        <a:rPr sz="900" dirty="0">
                          <a:latin typeface="Century Gothic"/>
                          <a:cs typeface="Century Gothic"/>
                        </a:rPr>
                        <a:t>hold.</a:t>
                      </a:r>
                      <a:r>
                        <a:rPr sz="900" spc="175" dirty="0">
                          <a:latin typeface="Century Gothic"/>
                          <a:cs typeface="Century Gothic"/>
                        </a:rPr>
                        <a:t> </a:t>
                      </a:r>
                      <a:r>
                        <a:rPr sz="900" spc="55" dirty="0">
                          <a:latin typeface="Century Gothic"/>
                          <a:cs typeface="Century Gothic"/>
                        </a:rPr>
                        <a:t>For</a:t>
                      </a:r>
                      <a:r>
                        <a:rPr sz="900" spc="170" dirty="0">
                          <a:latin typeface="Century Gothic"/>
                          <a:cs typeface="Century Gothic"/>
                        </a:rPr>
                        <a:t> </a:t>
                      </a:r>
                      <a:r>
                        <a:rPr sz="900" dirty="0">
                          <a:latin typeface="Century Gothic"/>
                          <a:cs typeface="Century Gothic"/>
                        </a:rPr>
                        <a:t>example,</a:t>
                      </a:r>
                      <a:r>
                        <a:rPr sz="900" spc="160" dirty="0">
                          <a:latin typeface="Century Gothic"/>
                          <a:cs typeface="Century Gothic"/>
                        </a:rPr>
                        <a:t> </a:t>
                      </a:r>
                      <a:r>
                        <a:rPr sz="900" dirty="0">
                          <a:latin typeface="Century Gothic"/>
                          <a:cs typeface="Century Gothic"/>
                        </a:rPr>
                        <a:t>motorcycle,</a:t>
                      </a:r>
                      <a:r>
                        <a:rPr sz="900" spc="175" dirty="0">
                          <a:latin typeface="Century Gothic"/>
                          <a:cs typeface="Century Gothic"/>
                        </a:rPr>
                        <a:t> </a:t>
                      </a:r>
                      <a:r>
                        <a:rPr sz="900" spc="-20" dirty="0">
                          <a:latin typeface="Century Gothic"/>
                          <a:cs typeface="Century Gothic"/>
                        </a:rPr>
                        <a:t>car, </a:t>
                      </a:r>
                      <a:r>
                        <a:rPr sz="900" dirty="0">
                          <a:latin typeface="Century Gothic"/>
                          <a:cs typeface="Century Gothic"/>
                        </a:rPr>
                        <a:t>HGV</a:t>
                      </a:r>
                      <a:r>
                        <a:rPr sz="900" spc="-25" dirty="0">
                          <a:latin typeface="Century Gothic"/>
                          <a:cs typeface="Century Gothic"/>
                        </a:rPr>
                        <a:t> </a:t>
                      </a:r>
                      <a:r>
                        <a:rPr sz="900" dirty="0">
                          <a:latin typeface="Century Gothic"/>
                          <a:cs typeface="Century Gothic"/>
                        </a:rPr>
                        <a:t>and</a:t>
                      </a:r>
                      <a:r>
                        <a:rPr sz="900" spc="-35" dirty="0">
                          <a:latin typeface="Century Gothic"/>
                          <a:cs typeface="Century Gothic"/>
                        </a:rPr>
                        <a:t> </a:t>
                      </a:r>
                      <a:r>
                        <a:rPr sz="900" spc="-20" dirty="0">
                          <a:latin typeface="Century Gothic"/>
                          <a:cs typeface="Century Gothic"/>
                        </a:rPr>
                        <a:t>PCV.</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71195">
                <a:tc>
                  <a:txBody>
                    <a:bodyPr/>
                    <a:lstStyle/>
                    <a:p>
                      <a:pPr algn="ctr">
                        <a:lnSpc>
                          <a:spcPct val="100000"/>
                        </a:lnSpc>
                        <a:spcBef>
                          <a:spcPts val="305"/>
                        </a:spcBef>
                      </a:pPr>
                      <a:r>
                        <a:rPr sz="1000" b="1" spc="65" dirty="0">
                          <a:latin typeface="Calibri"/>
                          <a:cs typeface="Calibri"/>
                        </a:rPr>
                        <a:t>6</a:t>
                      </a:r>
                      <a:endParaRPr sz="10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marR="82550" algn="just">
                        <a:lnSpc>
                          <a:spcPct val="100000"/>
                        </a:lnSpc>
                        <a:spcBef>
                          <a:spcPts val="310"/>
                        </a:spcBef>
                      </a:pPr>
                      <a:r>
                        <a:rPr sz="900" dirty="0">
                          <a:latin typeface="Century Gothic"/>
                          <a:cs typeface="Century Gothic"/>
                        </a:rPr>
                        <a:t>Give</a:t>
                      </a:r>
                      <a:r>
                        <a:rPr sz="900" spc="125" dirty="0">
                          <a:latin typeface="Century Gothic"/>
                          <a:cs typeface="Century Gothic"/>
                        </a:rPr>
                        <a:t> </a:t>
                      </a:r>
                      <a:r>
                        <a:rPr sz="900" dirty="0">
                          <a:latin typeface="Century Gothic"/>
                          <a:cs typeface="Century Gothic"/>
                        </a:rPr>
                        <a:t>details</a:t>
                      </a:r>
                      <a:r>
                        <a:rPr sz="900" spc="130" dirty="0">
                          <a:latin typeface="Century Gothic"/>
                          <a:cs typeface="Century Gothic"/>
                        </a:rPr>
                        <a:t> </a:t>
                      </a:r>
                      <a:r>
                        <a:rPr sz="900" dirty="0">
                          <a:latin typeface="Century Gothic"/>
                          <a:cs typeface="Century Gothic"/>
                        </a:rPr>
                        <a:t>of</a:t>
                      </a:r>
                      <a:r>
                        <a:rPr sz="900" spc="125" dirty="0">
                          <a:latin typeface="Century Gothic"/>
                          <a:cs typeface="Century Gothic"/>
                        </a:rPr>
                        <a:t> </a:t>
                      </a:r>
                      <a:r>
                        <a:rPr sz="900" dirty="0">
                          <a:latin typeface="Century Gothic"/>
                          <a:cs typeface="Century Gothic"/>
                        </a:rPr>
                        <a:t>all</a:t>
                      </a:r>
                      <a:r>
                        <a:rPr sz="900" spc="125" dirty="0">
                          <a:latin typeface="Century Gothic"/>
                          <a:cs typeface="Century Gothic"/>
                        </a:rPr>
                        <a:t> </a:t>
                      </a:r>
                      <a:r>
                        <a:rPr sz="900" dirty="0">
                          <a:latin typeface="Century Gothic"/>
                          <a:cs typeface="Century Gothic"/>
                        </a:rPr>
                        <a:t>your</a:t>
                      </a:r>
                      <a:r>
                        <a:rPr sz="900" spc="125" dirty="0">
                          <a:latin typeface="Century Gothic"/>
                          <a:cs typeface="Century Gothic"/>
                        </a:rPr>
                        <a:t> </a:t>
                      </a:r>
                      <a:r>
                        <a:rPr sz="900" dirty="0">
                          <a:latin typeface="Century Gothic"/>
                          <a:cs typeface="Century Gothic"/>
                        </a:rPr>
                        <a:t>previous</a:t>
                      </a:r>
                      <a:r>
                        <a:rPr sz="900" spc="120" dirty="0">
                          <a:latin typeface="Century Gothic"/>
                          <a:cs typeface="Century Gothic"/>
                        </a:rPr>
                        <a:t> </a:t>
                      </a:r>
                      <a:r>
                        <a:rPr sz="900" dirty="0">
                          <a:latin typeface="Century Gothic"/>
                          <a:cs typeface="Century Gothic"/>
                        </a:rPr>
                        <a:t>jobs,</a:t>
                      </a:r>
                      <a:r>
                        <a:rPr sz="900" spc="135" dirty="0">
                          <a:latin typeface="Century Gothic"/>
                          <a:cs typeface="Century Gothic"/>
                        </a:rPr>
                        <a:t> </a:t>
                      </a:r>
                      <a:r>
                        <a:rPr sz="900" dirty="0">
                          <a:latin typeface="Century Gothic"/>
                          <a:cs typeface="Century Gothic"/>
                        </a:rPr>
                        <a:t>putting</a:t>
                      </a:r>
                      <a:r>
                        <a:rPr sz="900" spc="120" dirty="0">
                          <a:latin typeface="Century Gothic"/>
                          <a:cs typeface="Century Gothic"/>
                        </a:rPr>
                        <a:t> </a:t>
                      </a:r>
                      <a:r>
                        <a:rPr sz="900" dirty="0">
                          <a:latin typeface="Century Gothic"/>
                          <a:cs typeface="Century Gothic"/>
                        </a:rPr>
                        <a:t>the</a:t>
                      </a:r>
                      <a:r>
                        <a:rPr sz="900" spc="130" dirty="0">
                          <a:latin typeface="Century Gothic"/>
                          <a:cs typeface="Century Gothic"/>
                        </a:rPr>
                        <a:t> </a:t>
                      </a:r>
                      <a:r>
                        <a:rPr sz="900" spc="55" dirty="0">
                          <a:latin typeface="Century Gothic"/>
                          <a:cs typeface="Century Gothic"/>
                        </a:rPr>
                        <a:t>most</a:t>
                      </a:r>
                      <a:r>
                        <a:rPr sz="900" spc="120" dirty="0">
                          <a:latin typeface="Century Gothic"/>
                          <a:cs typeface="Century Gothic"/>
                        </a:rPr>
                        <a:t> </a:t>
                      </a:r>
                      <a:r>
                        <a:rPr sz="900" dirty="0">
                          <a:latin typeface="Century Gothic"/>
                          <a:cs typeface="Century Gothic"/>
                        </a:rPr>
                        <a:t>recent</a:t>
                      </a:r>
                      <a:r>
                        <a:rPr sz="900" spc="120" dirty="0">
                          <a:latin typeface="Century Gothic"/>
                          <a:cs typeface="Century Gothic"/>
                        </a:rPr>
                        <a:t> </a:t>
                      </a:r>
                      <a:r>
                        <a:rPr sz="900" dirty="0">
                          <a:latin typeface="Century Gothic"/>
                          <a:cs typeface="Century Gothic"/>
                        </a:rPr>
                        <a:t>job</a:t>
                      </a:r>
                      <a:r>
                        <a:rPr sz="900" spc="130" dirty="0">
                          <a:latin typeface="Century Gothic"/>
                          <a:cs typeface="Century Gothic"/>
                        </a:rPr>
                        <a:t> </a:t>
                      </a:r>
                      <a:r>
                        <a:rPr sz="900" spc="55" dirty="0">
                          <a:latin typeface="Century Gothic"/>
                          <a:cs typeface="Century Gothic"/>
                        </a:rPr>
                        <a:t>first</a:t>
                      </a:r>
                      <a:r>
                        <a:rPr sz="900" spc="125" dirty="0">
                          <a:latin typeface="Century Gothic"/>
                          <a:cs typeface="Century Gothic"/>
                        </a:rPr>
                        <a:t> </a:t>
                      </a:r>
                      <a:r>
                        <a:rPr sz="900" spc="-20" dirty="0">
                          <a:latin typeface="Century Gothic"/>
                          <a:cs typeface="Century Gothic"/>
                        </a:rPr>
                        <a:t>then </a:t>
                      </a:r>
                      <a:r>
                        <a:rPr sz="900" dirty="0">
                          <a:latin typeface="Century Gothic"/>
                          <a:cs typeface="Century Gothic"/>
                        </a:rPr>
                        <a:t>working</a:t>
                      </a:r>
                      <a:r>
                        <a:rPr sz="900" spc="55" dirty="0">
                          <a:latin typeface="Century Gothic"/>
                          <a:cs typeface="Century Gothic"/>
                        </a:rPr>
                        <a:t> </a:t>
                      </a:r>
                      <a:r>
                        <a:rPr sz="900" spc="-30" dirty="0">
                          <a:latin typeface="Century Gothic"/>
                          <a:cs typeface="Century Gothic"/>
                        </a:rPr>
                        <a:t>back.</a:t>
                      </a:r>
                      <a:r>
                        <a:rPr sz="900" spc="60" dirty="0">
                          <a:latin typeface="Century Gothic"/>
                          <a:cs typeface="Century Gothic"/>
                        </a:rPr>
                        <a:t> </a:t>
                      </a:r>
                      <a:r>
                        <a:rPr sz="900" spc="-20" dirty="0">
                          <a:latin typeface="Century Gothic"/>
                          <a:cs typeface="Century Gothic"/>
                        </a:rPr>
                        <a:t>Give</a:t>
                      </a:r>
                      <a:r>
                        <a:rPr sz="900" spc="60" dirty="0">
                          <a:latin typeface="Century Gothic"/>
                          <a:cs typeface="Century Gothic"/>
                        </a:rPr>
                        <a:t> </a:t>
                      </a:r>
                      <a:r>
                        <a:rPr sz="900" dirty="0">
                          <a:latin typeface="Century Gothic"/>
                          <a:cs typeface="Century Gothic"/>
                        </a:rPr>
                        <a:t>as</a:t>
                      </a:r>
                      <a:r>
                        <a:rPr sz="900" spc="50" dirty="0">
                          <a:latin typeface="Century Gothic"/>
                          <a:cs typeface="Century Gothic"/>
                        </a:rPr>
                        <a:t> </a:t>
                      </a:r>
                      <a:r>
                        <a:rPr sz="900" dirty="0">
                          <a:latin typeface="Century Gothic"/>
                          <a:cs typeface="Century Gothic"/>
                        </a:rPr>
                        <a:t>much</a:t>
                      </a:r>
                      <a:r>
                        <a:rPr sz="900" spc="65" dirty="0">
                          <a:latin typeface="Century Gothic"/>
                          <a:cs typeface="Century Gothic"/>
                        </a:rPr>
                        <a:t> </a:t>
                      </a:r>
                      <a:r>
                        <a:rPr sz="900" dirty="0">
                          <a:latin typeface="Century Gothic"/>
                          <a:cs typeface="Century Gothic"/>
                        </a:rPr>
                        <a:t>detail</a:t>
                      </a:r>
                      <a:r>
                        <a:rPr sz="900" spc="60" dirty="0">
                          <a:latin typeface="Century Gothic"/>
                          <a:cs typeface="Century Gothic"/>
                        </a:rPr>
                        <a:t> </a:t>
                      </a:r>
                      <a:r>
                        <a:rPr sz="900" dirty="0">
                          <a:latin typeface="Century Gothic"/>
                          <a:cs typeface="Century Gothic"/>
                        </a:rPr>
                        <a:t>as</a:t>
                      </a:r>
                      <a:r>
                        <a:rPr sz="900" spc="85" dirty="0">
                          <a:latin typeface="Century Gothic"/>
                          <a:cs typeface="Century Gothic"/>
                        </a:rPr>
                        <a:t> </a:t>
                      </a:r>
                      <a:r>
                        <a:rPr sz="900" dirty="0">
                          <a:latin typeface="Century Gothic"/>
                          <a:cs typeface="Century Gothic"/>
                        </a:rPr>
                        <a:t>possible</a:t>
                      </a:r>
                      <a:r>
                        <a:rPr sz="900" spc="55" dirty="0">
                          <a:latin typeface="Century Gothic"/>
                          <a:cs typeface="Century Gothic"/>
                        </a:rPr>
                        <a:t> </a:t>
                      </a:r>
                      <a:r>
                        <a:rPr sz="900" dirty="0">
                          <a:latin typeface="Century Gothic"/>
                          <a:cs typeface="Century Gothic"/>
                        </a:rPr>
                        <a:t>about</a:t>
                      </a:r>
                      <a:r>
                        <a:rPr sz="900" spc="55" dirty="0">
                          <a:latin typeface="Century Gothic"/>
                          <a:cs typeface="Century Gothic"/>
                        </a:rPr>
                        <a:t> </a:t>
                      </a:r>
                      <a:r>
                        <a:rPr sz="900" dirty="0">
                          <a:latin typeface="Century Gothic"/>
                          <a:cs typeface="Century Gothic"/>
                        </a:rPr>
                        <a:t>your</a:t>
                      </a:r>
                      <a:r>
                        <a:rPr sz="900" spc="75" dirty="0">
                          <a:latin typeface="Century Gothic"/>
                          <a:cs typeface="Century Gothic"/>
                        </a:rPr>
                        <a:t> </a:t>
                      </a:r>
                      <a:r>
                        <a:rPr sz="900" dirty="0">
                          <a:latin typeface="Century Gothic"/>
                          <a:cs typeface="Century Gothic"/>
                        </a:rPr>
                        <a:t>duties</a:t>
                      </a:r>
                      <a:r>
                        <a:rPr sz="900" spc="70" dirty="0">
                          <a:latin typeface="Century Gothic"/>
                          <a:cs typeface="Century Gothic"/>
                        </a:rPr>
                        <a:t> </a:t>
                      </a:r>
                      <a:r>
                        <a:rPr sz="900" spc="55" dirty="0">
                          <a:latin typeface="Century Gothic"/>
                          <a:cs typeface="Century Gothic"/>
                        </a:rPr>
                        <a:t>in</a:t>
                      </a:r>
                      <a:r>
                        <a:rPr sz="900" spc="70" dirty="0">
                          <a:latin typeface="Century Gothic"/>
                          <a:cs typeface="Century Gothic"/>
                        </a:rPr>
                        <a:t> </a:t>
                      </a:r>
                      <a:r>
                        <a:rPr sz="900" spc="-30" dirty="0">
                          <a:latin typeface="Century Gothic"/>
                          <a:cs typeface="Century Gothic"/>
                        </a:rPr>
                        <a:t>each</a:t>
                      </a:r>
                      <a:r>
                        <a:rPr sz="900" spc="85" dirty="0">
                          <a:latin typeface="Century Gothic"/>
                          <a:cs typeface="Century Gothic"/>
                        </a:rPr>
                        <a:t> </a:t>
                      </a:r>
                      <a:r>
                        <a:rPr sz="900" spc="-20" dirty="0">
                          <a:latin typeface="Century Gothic"/>
                          <a:cs typeface="Century Gothic"/>
                        </a:rPr>
                        <a:t>job, </a:t>
                      </a:r>
                      <a:r>
                        <a:rPr sz="900" dirty="0">
                          <a:latin typeface="Century Gothic"/>
                          <a:cs typeface="Century Gothic"/>
                        </a:rPr>
                        <a:t>highlighting</a:t>
                      </a:r>
                      <a:r>
                        <a:rPr sz="900" spc="135" dirty="0">
                          <a:latin typeface="Century Gothic"/>
                          <a:cs typeface="Century Gothic"/>
                        </a:rPr>
                        <a:t> </a:t>
                      </a:r>
                      <a:r>
                        <a:rPr sz="900" dirty="0">
                          <a:latin typeface="Century Gothic"/>
                          <a:cs typeface="Century Gothic"/>
                        </a:rPr>
                        <a:t>anything</a:t>
                      </a:r>
                      <a:r>
                        <a:rPr sz="900" spc="145" dirty="0">
                          <a:latin typeface="Century Gothic"/>
                          <a:cs typeface="Century Gothic"/>
                        </a:rPr>
                        <a:t> </a:t>
                      </a:r>
                      <a:r>
                        <a:rPr sz="900" dirty="0">
                          <a:latin typeface="Century Gothic"/>
                          <a:cs typeface="Century Gothic"/>
                        </a:rPr>
                        <a:t>thot</a:t>
                      </a:r>
                      <a:r>
                        <a:rPr sz="900" spc="140" dirty="0">
                          <a:latin typeface="Century Gothic"/>
                          <a:cs typeface="Century Gothic"/>
                        </a:rPr>
                        <a:t> </a:t>
                      </a:r>
                      <a:r>
                        <a:rPr sz="900" spc="70" dirty="0">
                          <a:latin typeface="Century Gothic"/>
                          <a:cs typeface="Century Gothic"/>
                        </a:rPr>
                        <a:t>is</a:t>
                      </a:r>
                      <a:r>
                        <a:rPr sz="900" spc="160" dirty="0">
                          <a:latin typeface="Century Gothic"/>
                          <a:cs typeface="Century Gothic"/>
                        </a:rPr>
                        <a:t> </a:t>
                      </a:r>
                      <a:r>
                        <a:rPr sz="900" dirty="0">
                          <a:latin typeface="Century Gothic"/>
                          <a:cs typeface="Century Gothic"/>
                        </a:rPr>
                        <a:t>particularly</a:t>
                      </a:r>
                      <a:r>
                        <a:rPr sz="900" spc="160" dirty="0">
                          <a:latin typeface="Century Gothic"/>
                          <a:cs typeface="Century Gothic"/>
                        </a:rPr>
                        <a:t> </a:t>
                      </a:r>
                      <a:r>
                        <a:rPr sz="900" dirty="0">
                          <a:latin typeface="Century Gothic"/>
                          <a:cs typeface="Century Gothic"/>
                        </a:rPr>
                        <a:t>relevant</a:t>
                      </a:r>
                      <a:r>
                        <a:rPr sz="900" spc="145" dirty="0">
                          <a:latin typeface="Century Gothic"/>
                          <a:cs typeface="Century Gothic"/>
                        </a:rPr>
                        <a:t> </a:t>
                      </a:r>
                      <a:r>
                        <a:rPr sz="900" dirty="0">
                          <a:latin typeface="Century Gothic"/>
                          <a:cs typeface="Century Gothic"/>
                        </a:rPr>
                        <a:t>to</a:t>
                      </a:r>
                      <a:r>
                        <a:rPr sz="900" spc="150" dirty="0">
                          <a:latin typeface="Century Gothic"/>
                          <a:cs typeface="Century Gothic"/>
                        </a:rPr>
                        <a:t> </a:t>
                      </a:r>
                      <a:r>
                        <a:rPr sz="900" dirty="0">
                          <a:latin typeface="Century Gothic"/>
                          <a:cs typeface="Century Gothic"/>
                        </a:rPr>
                        <a:t>the</a:t>
                      </a:r>
                      <a:r>
                        <a:rPr sz="900" spc="145" dirty="0">
                          <a:latin typeface="Century Gothic"/>
                          <a:cs typeface="Century Gothic"/>
                        </a:rPr>
                        <a:t> </a:t>
                      </a:r>
                      <a:r>
                        <a:rPr sz="900" dirty="0">
                          <a:latin typeface="Century Gothic"/>
                          <a:cs typeface="Century Gothic"/>
                        </a:rPr>
                        <a:t>job</a:t>
                      </a:r>
                      <a:r>
                        <a:rPr sz="900" spc="150" dirty="0">
                          <a:latin typeface="Century Gothic"/>
                          <a:cs typeface="Century Gothic"/>
                        </a:rPr>
                        <a:t> </a:t>
                      </a:r>
                      <a:r>
                        <a:rPr sz="900" dirty="0">
                          <a:latin typeface="Century Gothic"/>
                          <a:cs typeface="Century Gothic"/>
                        </a:rPr>
                        <a:t>you're</a:t>
                      </a:r>
                      <a:r>
                        <a:rPr sz="900" spc="145" dirty="0">
                          <a:latin typeface="Century Gothic"/>
                          <a:cs typeface="Century Gothic"/>
                        </a:rPr>
                        <a:t> </a:t>
                      </a:r>
                      <a:r>
                        <a:rPr sz="900" spc="-10" dirty="0">
                          <a:latin typeface="Century Gothic"/>
                          <a:cs typeface="Century Gothic"/>
                        </a:rPr>
                        <a:t>applying </a:t>
                      </a:r>
                      <a:r>
                        <a:rPr sz="900" dirty="0">
                          <a:latin typeface="Century Gothic"/>
                          <a:cs typeface="Century Gothic"/>
                        </a:rPr>
                        <a:t>for. </a:t>
                      </a:r>
                      <a:r>
                        <a:rPr sz="900" spc="50" dirty="0">
                          <a:latin typeface="Century Gothic"/>
                          <a:cs typeface="Century Gothic"/>
                        </a:rPr>
                        <a:t>Use</a:t>
                      </a:r>
                      <a:r>
                        <a:rPr sz="900" spc="10" dirty="0">
                          <a:latin typeface="Century Gothic"/>
                          <a:cs typeface="Century Gothic"/>
                        </a:rPr>
                        <a:t> </a:t>
                      </a:r>
                      <a:r>
                        <a:rPr sz="900" spc="-95" dirty="0">
                          <a:latin typeface="Century Gothic"/>
                          <a:cs typeface="Century Gothic"/>
                        </a:rPr>
                        <a:t>a</a:t>
                      </a:r>
                      <a:r>
                        <a:rPr sz="900" dirty="0">
                          <a:latin typeface="Century Gothic"/>
                          <a:cs typeface="Century Gothic"/>
                        </a:rPr>
                        <a:t> </a:t>
                      </a:r>
                      <a:r>
                        <a:rPr sz="900" spc="-10" dirty="0">
                          <a:latin typeface="Century Gothic"/>
                          <a:cs typeface="Century Gothic"/>
                        </a:rPr>
                        <a:t>separate</a:t>
                      </a:r>
                      <a:r>
                        <a:rPr sz="900" spc="-5" dirty="0">
                          <a:latin typeface="Century Gothic"/>
                          <a:cs typeface="Century Gothic"/>
                        </a:rPr>
                        <a:t> </a:t>
                      </a:r>
                      <a:r>
                        <a:rPr sz="900" dirty="0">
                          <a:latin typeface="Century Gothic"/>
                          <a:cs typeface="Century Gothic"/>
                        </a:rPr>
                        <a:t>sheet</a:t>
                      </a:r>
                      <a:r>
                        <a:rPr sz="900" spc="-10" dirty="0">
                          <a:latin typeface="Century Gothic"/>
                          <a:cs typeface="Century Gothic"/>
                        </a:rPr>
                        <a:t> </a:t>
                      </a:r>
                      <a:r>
                        <a:rPr sz="900" dirty="0">
                          <a:latin typeface="Century Gothic"/>
                          <a:cs typeface="Century Gothic"/>
                        </a:rPr>
                        <a:t>of</a:t>
                      </a:r>
                      <a:r>
                        <a:rPr sz="900" spc="10" dirty="0">
                          <a:latin typeface="Century Gothic"/>
                          <a:cs typeface="Century Gothic"/>
                        </a:rPr>
                        <a:t> </a:t>
                      </a:r>
                      <a:r>
                        <a:rPr sz="900" spc="-10" dirty="0">
                          <a:latin typeface="Century Gothic"/>
                          <a:cs typeface="Century Gothic"/>
                        </a:rPr>
                        <a:t>paper</a:t>
                      </a:r>
                      <a:r>
                        <a:rPr sz="900" spc="10" dirty="0">
                          <a:latin typeface="Century Gothic"/>
                          <a:cs typeface="Century Gothic"/>
                        </a:rPr>
                        <a:t> </a:t>
                      </a:r>
                      <a:r>
                        <a:rPr sz="900" dirty="0">
                          <a:latin typeface="Century Gothic"/>
                          <a:cs typeface="Century Gothic"/>
                        </a:rPr>
                        <a:t>if</a:t>
                      </a:r>
                      <a:r>
                        <a:rPr sz="900" spc="-5" dirty="0">
                          <a:latin typeface="Century Gothic"/>
                          <a:cs typeface="Century Gothic"/>
                        </a:rPr>
                        <a:t> </a:t>
                      </a:r>
                      <a:r>
                        <a:rPr sz="900" spc="-10" dirty="0">
                          <a:latin typeface="Century Gothic"/>
                          <a:cs typeface="Century Gothic"/>
                        </a:rPr>
                        <a:t>necessary.</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525145">
                <a:tc>
                  <a:txBody>
                    <a:bodyPr/>
                    <a:lstStyle/>
                    <a:p>
                      <a:pPr algn="ctr">
                        <a:lnSpc>
                          <a:spcPct val="100000"/>
                        </a:lnSpc>
                        <a:spcBef>
                          <a:spcPts val="305"/>
                        </a:spcBef>
                      </a:pPr>
                      <a:r>
                        <a:rPr sz="1000" b="1" spc="50" dirty="0">
                          <a:latin typeface="Calibri"/>
                          <a:cs typeface="Calibri"/>
                        </a:rPr>
                        <a:t>7</a:t>
                      </a:r>
                      <a:endParaRPr sz="10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marR="82550" algn="just">
                        <a:lnSpc>
                          <a:spcPct val="100000"/>
                        </a:lnSpc>
                        <a:spcBef>
                          <a:spcPts val="310"/>
                        </a:spcBef>
                      </a:pPr>
                      <a:r>
                        <a:rPr sz="900" dirty="0">
                          <a:latin typeface="Century Gothic"/>
                          <a:cs typeface="Century Gothic"/>
                        </a:rPr>
                        <a:t>Give</a:t>
                      </a:r>
                      <a:r>
                        <a:rPr sz="900" spc="280" dirty="0">
                          <a:latin typeface="Century Gothic"/>
                          <a:cs typeface="Century Gothic"/>
                        </a:rPr>
                        <a:t> </a:t>
                      </a:r>
                      <a:r>
                        <a:rPr sz="900" dirty="0">
                          <a:latin typeface="Century Gothic"/>
                          <a:cs typeface="Century Gothic"/>
                        </a:rPr>
                        <a:t>details</a:t>
                      </a:r>
                      <a:r>
                        <a:rPr sz="900" spc="295" dirty="0">
                          <a:latin typeface="Century Gothic"/>
                          <a:cs typeface="Century Gothic"/>
                        </a:rPr>
                        <a:t> </a:t>
                      </a:r>
                      <a:r>
                        <a:rPr sz="900" dirty="0">
                          <a:latin typeface="Century Gothic"/>
                          <a:cs typeface="Century Gothic"/>
                        </a:rPr>
                        <a:t>of</a:t>
                      </a:r>
                      <a:r>
                        <a:rPr sz="900" spc="280" dirty="0">
                          <a:latin typeface="Century Gothic"/>
                          <a:cs typeface="Century Gothic"/>
                        </a:rPr>
                        <a:t> </a:t>
                      </a:r>
                      <a:r>
                        <a:rPr sz="900" dirty="0">
                          <a:latin typeface="Century Gothic"/>
                          <a:cs typeface="Century Gothic"/>
                        </a:rPr>
                        <a:t>universities,</a:t>
                      </a:r>
                      <a:r>
                        <a:rPr sz="900" spc="285" dirty="0">
                          <a:latin typeface="Century Gothic"/>
                          <a:cs typeface="Century Gothic"/>
                        </a:rPr>
                        <a:t> </a:t>
                      </a:r>
                      <a:r>
                        <a:rPr sz="900" dirty="0">
                          <a:latin typeface="Century Gothic"/>
                          <a:cs typeface="Century Gothic"/>
                        </a:rPr>
                        <a:t>colleges,</a:t>
                      </a:r>
                      <a:r>
                        <a:rPr sz="900" spc="280" dirty="0">
                          <a:latin typeface="Century Gothic"/>
                          <a:cs typeface="Century Gothic"/>
                        </a:rPr>
                        <a:t> </a:t>
                      </a:r>
                      <a:r>
                        <a:rPr sz="900" dirty="0">
                          <a:latin typeface="Century Gothic"/>
                          <a:cs typeface="Century Gothic"/>
                        </a:rPr>
                        <a:t>schools</a:t>
                      </a:r>
                      <a:r>
                        <a:rPr sz="900" spc="290" dirty="0">
                          <a:latin typeface="Century Gothic"/>
                          <a:cs typeface="Century Gothic"/>
                        </a:rPr>
                        <a:t> </a:t>
                      </a:r>
                      <a:r>
                        <a:rPr sz="900" dirty="0">
                          <a:latin typeface="Century Gothic"/>
                          <a:cs typeface="Century Gothic"/>
                        </a:rPr>
                        <a:t>or</a:t>
                      </a:r>
                      <a:r>
                        <a:rPr sz="900" spc="290" dirty="0">
                          <a:latin typeface="Century Gothic"/>
                          <a:cs typeface="Century Gothic"/>
                        </a:rPr>
                        <a:t> </a:t>
                      </a:r>
                      <a:r>
                        <a:rPr sz="900" dirty="0">
                          <a:latin typeface="Century Gothic"/>
                          <a:cs typeface="Century Gothic"/>
                        </a:rPr>
                        <a:t>other</a:t>
                      </a:r>
                      <a:r>
                        <a:rPr sz="900" spc="285" dirty="0">
                          <a:latin typeface="Century Gothic"/>
                          <a:cs typeface="Century Gothic"/>
                        </a:rPr>
                        <a:t> </a:t>
                      </a:r>
                      <a:r>
                        <a:rPr sz="900" dirty="0">
                          <a:latin typeface="Century Gothic"/>
                          <a:cs typeface="Century Gothic"/>
                        </a:rPr>
                        <a:t>training</a:t>
                      </a:r>
                      <a:r>
                        <a:rPr sz="900" spc="285" dirty="0">
                          <a:latin typeface="Century Gothic"/>
                          <a:cs typeface="Century Gothic"/>
                        </a:rPr>
                        <a:t> </a:t>
                      </a:r>
                      <a:r>
                        <a:rPr sz="900" dirty="0">
                          <a:latin typeface="Century Gothic"/>
                          <a:cs typeface="Century Gothic"/>
                        </a:rPr>
                        <a:t>places</a:t>
                      </a:r>
                      <a:r>
                        <a:rPr sz="900" spc="290" dirty="0">
                          <a:latin typeface="Century Gothic"/>
                          <a:cs typeface="Century Gothic"/>
                        </a:rPr>
                        <a:t> </a:t>
                      </a:r>
                      <a:r>
                        <a:rPr sz="900" spc="-25" dirty="0">
                          <a:latin typeface="Century Gothic"/>
                          <a:cs typeface="Century Gothic"/>
                        </a:rPr>
                        <a:t>you </a:t>
                      </a:r>
                      <a:r>
                        <a:rPr sz="900" dirty="0">
                          <a:latin typeface="Century Gothic"/>
                          <a:cs typeface="Century Gothic"/>
                        </a:rPr>
                        <a:t>have</a:t>
                      </a:r>
                      <a:r>
                        <a:rPr sz="900" spc="200" dirty="0">
                          <a:latin typeface="Century Gothic"/>
                          <a:cs typeface="Century Gothic"/>
                        </a:rPr>
                        <a:t> </a:t>
                      </a:r>
                      <a:r>
                        <a:rPr sz="900" dirty="0">
                          <a:latin typeface="Century Gothic"/>
                          <a:cs typeface="Century Gothic"/>
                        </a:rPr>
                        <a:t>attended,</a:t>
                      </a:r>
                      <a:r>
                        <a:rPr sz="900" spc="190" dirty="0">
                          <a:latin typeface="Century Gothic"/>
                          <a:cs typeface="Century Gothic"/>
                        </a:rPr>
                        <a:t> </a:t>
                      </a:r>
                      <a:r>
                        <a:rPr sz="900" dirty="0">
                          <a:latin typeface="Century Gothic"/>
                          <a:cs typeface="Century Gothic"/>
                        </a:rPr>
                        <a:t>putting</a:t>
                      </a:r>
                      <a:r>
                        <a:rPr sz="900" spc="195" dirty="0">
                          <a:latin typeface="Century Gothic"/>
                          <a:cs typeface="Century Gothic"/>
                        </a:rPr>
                        <a:t> </a:t>
                      </a:r>
                      <a:r>
                        <a:rPr sz="900" dirty="0">
                          <a:latin typeface="Century Gothic"/>
                          <a:cs typeface="Century Gothic"/>
                        </a:rPr>
                        <a:t>the</a:t>
                      </a:r>
                      <a:r>
                        <a:rPr sz="900" spc="200" dirty="0">
                          <a:latin typeface="Century Gothic"/>
                          <a:cs typeface="Century Gothic"/>
                        </a:rPr>
                        <a:t> </a:t>
                      </a:r>
                      <a:r>
                        <a:rPr sz="900" spc="55" dirty="0">
                          <a:latin typeface="Century Gothic"/>
                          <a:cs typeface="Century Gothic"/>
                        </a:rPr>
                        <a:t>most</a:t>
                      </a:r>
                      <a:r>
                        <a:rPr sz="900" spc="195" dirty="0">
                          <a:latin typeface="Century Gothic"/>
                          <a:cs typeface="Century Gothic"/>
                        </a:rPr>
                        <a:t> </a:t>
                      </a:r>
                      <a:r>
                        <a:rPr sz="900" dirty="0">
                          <a:latin typeface="Century Gothic"/>
                          <a:cs typeface="Century Gothic"/>
                        </a:rPr>
                        <a:t>recent</a:t>
                      </a:r>
                      <a:r>
                        <a:rPr sz="900" spc="195" dirty="0">
                          <a:latin typeface="Century Gothic"/>
                          <a:cs typeface="Century Gothic"/>
                        </a:rPr>
                        <a:t> </a:t>
                      </a:r>
                      <a:r>
                        <a:rPr sz="900" spc="55" dirty="0">
                          <a:latin typeface="Century Gothic"/>
                          <a:cs typeface="Century Gothic"/>
                        </a:rPr>
                        <a:t>first</a:t>
                      </a:r>
                      <a:r>
                        <a:rPr sz="900" spc="195" dirty="0">
                          <a:latin typeface="Century Gothic"/>
                          <a:cs typeface="Century Gothic"/>
                        </a:rPr>
                        <a:t> </a:t>
                      </a:r>
                      <a:r>
                        <a:rPr sz="900" dirty="0">
                          <a:latin typeface="Century Gothic"/>
                          <a:cs typeface="Century Gothic"/>
                        </a:rPr>
                        <a:t>then</a:t>
                      </a:r>
                      <a:r>
                        <a:rPr sz="900" spc="204" dirty="0">
                          <a:latin typeface="Century Gothic"/>
                          <a:cs typeface="Century Gothic"/>
                        </a:rPr>
                        <a:t> </a:t>
                      </a:r>
                      <a:r>
                        <a:rPr sz="900" dirty="0">
                          <a:latin typeface="Century Gothic"/>
                          <a:cs typeface="Century Gothic"/>
                        </a:rPr>
                        <a:t>working</a:t>
                      </a:r>
                      <a:r>
                        <a:rPr sz="900" spc="195" dirty="0">
                          <a:latin typeface="Century Gothic"/>
                          <a:cs typeface="Century Gothic"/>
                        </a:rPr>
                        <a:t> </a:t>
                      </a:r>
                      <a:r>
                        <a:rPr sz="900" dirty="0">
                          <a:latin typeface="Century Gothic"/>
                          <a:cs typeface="Century Gothic"/>
                        </a:rPr>
                        <a:t>bock.</a:t>
                      </a:r>
                      <a:r>
                        <a:rPr sz="900" spc="204" dirty="0">
                          <a:latin typeface="Century Gothic"/>
                          <a:cs typeface="Century Gothic"/>
                        </a:rPr>
                        <a:t> </a:t>
                      </a:r>
                      <a:r>
                        <a:rPr sz="900" spc="75" dirty="0">
                          <a:latin typeface="Century Gothic"/>
                          <a:cs typeface="Century Gothic"/>
                        </a:rPr>
                        <a:t>List</a:t>
                      </a:r>
                      <a:r>
                        <a:rPr sz="900" spc="195" dirty="0">
                          <a:latin typeface="Century Gothic"/>
                          <a:cs typeface="Century Gothic"/>
                        </a:rPr>
                        <a:t> </a:t>
                      </a:r>
                      <a:r>
                        <a:rPr sz="900" spc="-25" dirty="0">
                          <a:latin typeface="Century Gothic"/>
                          <a:cs typeface="Century Gothic"/>
                        </a:rPr>
                        <a:t>any </a:t>
                      </a:r>
                      <a:r>
                        <a:rPr sz="900" spc="10" dirty="0">
                          <a:latin typeface="Century Gothic"/>
                          <a:cs typeface="Century Gothic"/>
                        </a:rPr>
                        <a:t>examinations</a:t>
                      </a:r>
                      <a:r>
                        <a:rPr sz="900" spc="-40" dirty="0">
                          <a:latin typeface="Century Gothic"/>
                          <a:cs typeface="Century Gothic"/>
                        </a:rPr>
                        <a:t> </a:t>
                      </a:r>
                      <a:r>
                        <a:rPr sz="900" spc="10" dirty="0">
                          <a:latin typeface="Century Gothic"/>
                          <a:cs typeface="Century Gothic"/>
                        </a:rPr>
                        <a:t>you</a:t>
                      </a:r>
                      <a:r>
                        <a:rPr sz="900" spc="-15" dirty="0">
                          <a:latin typeface="Century Gothic"/>
                          <a:cs typeface="Century Gothic"/>
                        </a:rPr>
                        <a:t> </a:t>
                      </a:r>
                      <a:r>
                        <a:rPr sz="900" spc="10" dirty="0">
                          <a:latin typeface="Century Gothic"/>
                          <a:cs typeface="Century Gothic"/>
                        </a:rPr>
                        <a:t>took</a:t>
                      </a:r>
                      <a:r>
                        <a:rPr sz="900" spc="-5" dirty="0">
                          <a:latin typeface="Century Gothic"/>
                          <a:cs typeface="Century Gothic"/>
                        </a:rPr>
                        <a:t> </a:t>
                      </a:r>
                      <a:r>
                        <a:rPr sz="900" dirty="0">
                          <a:latin typeface="Century Gothic"/>
                          <a:cs typeface="Century Gothic"/>
                        </a:rPr>
                        <a:t>and </a:t>
                      </a:r>
                      <a:r>
                        <a:rPr sz="900" spc="10" dirty="0">
                          <a:latin typeface="Century Gothic"/>
                          <a:cs typeface="Century Gothic"/>
                        </a:rPr>
                        <a:t>the</a:t>
                      </a:r>
                      <a:r>
                        <a:rPr sz="900" spc="-20" dirty="0">
                          <a:latin typeface="Century Gothic"/>
                          <a:cs typeface="Century Gothic"/>
                        </a:rPr>
                        <a:t> </a:t>
                      </a:r>
                      <a:r>
                        <a:rPr sz="900" spc="10" dirty="0">
                          <a:latin typeface="Century Gothic"/>
                          <a:cs typeface="Century Gothic"/>
                        </a:rPr>
                        <a:t>grades</a:t>
                      </a:r>
                      <a:r>
                        <a:rPr sz="900" spc="-10" dirty="0">
                          <a:latin typeface="Century Gothic"/>
                          <a:cs typeface="Century Gothic"/>
                        </a:rPr>
                        <a:t> </a:t>
                      </a:r>
                      <a:r>
                        <a:rPr sz="900" dirty="0">
                          <a:latin typeface="Century Gothic"/>
                          <a:cs typeface="Century Gothic"/>
                        </a:rPr>
                        <a:t>and </a:t>
                      </a:r>
                      <a:r>
                        <a:rPr sz="900" spc="50" dirty="0">
                          <a:latin typeface="Century Gothic"/>
                          <a:cs typeface="Century Gothic"/>
                        </a:rPr>
                        <a:t>results</a:t>
                      </a:r>
                      <a:r>
                        <a:rPr sz="900" spc="-5" dirty="0">
                          <a:latin typeface="Century Gothic"/>
                          <a:cs typeface="Century Gothic"/>
                        </a:rPr>
                        <a:t> </a:t>
                      </a:r>
                      <a:r>
                        <a:rPr sz="900" spc="10" dirty="0">
                          <a:latin typeface="Century Gothic"/>
                          <a:cs typeface="Century Gothic"/>
                        </a:rPr>
                        <a:t>you</a:t>
                      </a:r>
                      <a:r>
                        <a:rPr sz="900" spc="-20" dirty="0">
                          <a:latin typeface="Century Gothic"/>
                          <a:cs typeface="Century Gothic"/>
                        </a:rPr>
                        <a:t> </a:t>
                      </a:r>
                      <a:r>
                        <a:rPr sz="900" spc="-10" dirty="0">
                          <a:latin typeface="Century Gothic"/>
                          <a:cs typeface="Century Gothic"/>
                        </a:rPr>
                        <a:t>achieved.</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02895">
                <a:tc>
                  <a:txBody>
                    <a:bodyPr/>
                    <a:lstStyle/>
                    <a:p>
                      <a:pPr algn="ctr">
                        <a:lnSpc>
                          <a:spcPct val="100000"/>
                        </a:lnSpc>
                        <a:spcBef>
                          <a:spcPts val="305"/>
                        </a:spcBef>
                      </a:pPr>
                      <a:r>
                        <a:rPr sz="1000" b="1" spc="90" dirty="0">
                          <a:latin typeface="Calibri"/>
                          <a:cs typeface="Calibri"/>
                        </a:rPr>
                        <a:t>8</a:t>
                      </a:r>
                      <a:endParaRPr sz="10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10"/>
                        </a:spcBef>
                      </a:pPr>
                      <a:r>
                        <a:rPr sz="900" dirty="0">
                          <a:latin typeface="Century Gothic"/>
                          <a:cs typeface="Century Gothic"/>
                        </a:rPr>
                        <a:t>You</a:t>
                      </a:r>
                      <a:r>
                        <a:rPr sz="900" spc="25" dirty="0">
                          <a:latin typeface="Century Gothic"/>
                          <a:cs typeface="Century Gothic"/>
                        </a:rPr>
                        <a:t> </a:t>
                      </a:r>
                      <a:r>
                        <a:rPr sz="900" spc="75" dirty="0">
                          <a:latin typeface="Century Gothic"/>
                          <a:cs typeface="Century Gothic"/>
                        </a:rPr>
                        <a:t>must</a:t>
                      </a:r>
                      <a:r>
                        <a:rPr sz="900" spc="5" dirty="0">
                          <a:latin typeface="Century Gothic"/>
                          <a:cs typeface="Century Gothic"/>
                        </a:rPr>
                        <a:t> </a:t>
                      </a:r>
                      <a:r>
                        <a:rPr sz="900" dirty="0">
                          <a:latin typeface="Century Gothic"/>
                          <a:cs typeface="Century Gothic"/>
                        </a:rPr>
                        <a:t>fill</a:t>
                      </a:r>
                      <a:r>
                        <a:rPr sz="900" spc="20" dirty="0">
                          <a:latin typeface="Century Gothic"/>
                          <a:cs typeface="Century Gothic"/>
                        </a:rPr>
                        <a:t> </a:t>
                      </a:r>
                      <a:r>
                        <a:rPr sz="900" spc="55" dirty="0">
                          <a:latin typeface="Century Gothic"/>
                          <a:cs typeface="Century Gothic"/>
                        </a:rPr>
                        <a:t>in</a:t>
                      </a:r>
                      <a:r>
                        <a:rPr sz="900" spc="40" dirty="0">
                          <a:latin typeface="Century Gothic"/>
                          <a:cs typeface="Century Gothic"/>
                        </a:rPr>
                        <a:t> </a:t>
                      </a:r>
                      <a:r>
                        <a:rPr sz="900" spc="60" dirty="0">
                          <a:latin typeface="Century Gothic"/>
                          <a:cs typeface="Century Gothic"/>
                        </a:rPr>
                        <a:t>this</a:t>
                      </a:r>
                      <a:r>
                        <a:rPr sz="900" spc="25" dirty="0">
                          <a:latin typeface="Century Gothic"/>
                          <a:cs typeface="Century Gothic"/>
                        </a:rPr>
                        <a:t> </a:t>
                      </a:r>
                      <a:r>
                        <a:rPr sz="900" dirty="0">
                          <a:latin typeface="Century Gothic"/>
                          <a:cs typeface="Century Gothic"/>
                        </a:rPr>
                        <a:t>section</a:t>
                      </a:r>
                      <a:r>
                        <a:rPr sz="900" spc="40" dirty="0">
                          <a:latin typeface="Century Gothic"/>
                          <a:cs typeface="Century Gothic"/>
                        </a:rPr>
                        <a:t> </a:t>
                      </a:r>
                      <a:r>
                        <a:rPr sz="900" dirty="0">
                          <a:latin typeface="Century Gothic"/>
                          <a:cs typeface="Century Gothic"/>
                        </a:rPr>
                        <a:t>if</a:t>
                      </a:r>
                      <a:r>
                        <a:rPr sz="900" spc="35" dirty="0">
                          <a:latin typeface="Century Gothic"/>
                          <a:cs typeface="Century Gothic"/>
                        </a:rPr>
                        <a:t> </a:t>
                      </a:r>
                      <a:r>
                        <a:rPr sz="900" dirty="0">
                          <a:latin typeface="Century Gothic"/>
                          <a:cs typeface="Century Gothic"/>
                        </a:rPr>
                        <a:t>you</a:t>
                      </a:r>
                      <a:r>
                        <a:rPr sz="900" spc="15" dirty="0">
                          <a:latin typeface="Century Gothic"/>
                          <a:cs typeface="Century Gothic"/>
                        </a:rPr>
                        <a:t> </a:t>
                      </a:r>
                      <a:r>
                        <a:rPr sz="900" spc="-20" dirty="0">
                          <a:latin typeface="Century Gothic"/>
                          <a:cs typeface="Century Gothic"/>
                        </a:rPr>
                        <a:t>are</a:t>
                      </a:r>
                      <a:r>
                        <a:rPr sz="900" spc="15" dirty="0">
                          <a:latin typeface="Century Gothic"/>
                          <a:cs typeface="Century Gothic"/>
                        </a:rPr>
                        <a:t> </a:t>
                      </a:r>
                      <a:r>
                        <a:rPr sz="900" dirty="0">
                          <a:latin typeface="Century Gothic"/>
                          <a:cs typeface="Century Gothic"/>
                        </a:rPr>
                        <a:t>applying</a:t>
                      </a:r>
                      <a:r>
                        <a:rPr sz="900" spc="15" dirty="0">
                          <a:latin typeface="Century Gothic"/>
                          <a:cs typeface="Century Gothic"/>
                        </a:rPr>
                        <a:t> </a:t>
                      </a:r>
                      <a:r>
                        <a:rPr sz="900" dirty="0">
                          <a:latin typeface="Century Gothic"/>
                          <a:cs typeface="Century Gothic"/>
                        </a:rPr>
                        <a:t>for</a:t>
                      </a:r>
                      <a:r>
                        <a:rPr sz="900" spc="40" dirty="0">
                          <a:latin typeface="Century Gothic"/>
                          <a:cs typeface="Century Gothic"/>
                        </a:rPr>
                        <a:t> </a:t>
                      </a:r>
                      <a:r>
                        <a:rPr sz="900" dirty="0">
                          <a:latin typeface="Century Gothic"/>
                          <a:cs typeface="Century Gothic"/>
                        </a:rPr>
                        <a:t>an</a:t>
                      </a:r>
                      <a:r>
                        <a:rPr sz="900" spc="35" dirty="0">
                          <a:latin typeface="Century Gothic"/>
                          <a:cs typeface="Century Gothic"/>
                        </a:rPr>
                        <a:t> </a:t>
                      </a:r>
                      <a:r>
                        <a:rPr sz="900" dirty="0">
                          <a:latin typeface="Century Gothic"/>
                          <a:cs typeface="Century Gothic"/>
                        </a:rPr>
                        <a:t>overseas</a:t>
                      </a:r>
                      <a:r>
                        <a:rPr sz="900" spc="15" dirty="0">
                          <a:latin typeface="Century Gothic"/>
                          <a:cs typeface="Century Gothic"/>
                        </a:rPr>
                        <a:t> </a:t>
                      </a:r>
                      <a:r>
                        <a:rPr sz="900" spc="-10" dirty="0">
                          <a:latin typeface="Century Gothic"/>
                          <a:cs typeface="Century Gothic"/>
                        </a:rPr>
                        <a:t>vacancy.</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962660">
                <a:tc>
                  <a:txBody>
                    <a:bodyPr/>
                    <a:lstStyle/>
                    <a:p>
                      <a:pPr algn="ctr">
                        <a:lnSpc>
                          <a:spcPct val="100000"/>
                        </a:lnSpc>
                        <a:spcBef>
                          <a:spcPts val="305"/>
                        </a:spcBef>
                      </a:pPr>
                      <a:r>
                        <a:rPr sz="1000" b="1" spc="65" dirty="0">
                          <a:latin typeface="Calibri"/>
                          <a:cs typeface="Calibri"/>
                        </a:rPr>
                        <a:t>9</a:t>
                      </a:r>
                      <a:endParaRPr sz="10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marR="82550" algn="just">
                        <a:lnSpc>
                          <a:spcPct val="100000"/>
                        </a:lnSpc>
                        <a:spcBef>
                          <a:spcPts val="310"/>
                        </a:spcBef>
                      </a:pPr>
                      <a:r>
                        <a:rPr sz="900" spc="80" dirty="0">
                          <a:latin typeface="Century Gothic"/>
                          <a:cs typeface="Century Gothic"/>
                        </a:rPr>
                        <a:t>This</a:t>
                      </a:r>
                      <a:r>
                        <a:rPr sz="900" spc="135" dirty="0">
                          <a:latin typeface="Century Gothic"/>
                          <a:cs typeface="Century Gothic"/>
                        </a:rPr>
                        <a:t> </a:t>
                      </a:r>
                      <a:r>
                        <a:rPr sz="900" dirty="0">
                          <a:latin typeface="Century Gothic"/>
                          <a:cs typeface="Century Gothic"/>
                        </a:rPr>
                        <a:t>section</a:t>
                      </a:r>
                      <a:r>
                        <a:rPr sz="900" spc="140" dirty="0">
                          <a:latin typeface="Century Gothic"/>
                          <a:cs typeface="Century Gothic"/>
                        </a:rPr>
                        <a:t> </a:t>
                      </a:r>
                      <a:r>
                        <a:rPr sz="900" spc="70" dirty="0">
                          <a:latin typeface="Century Gothic"/>
                          <a:cs typeface="Century Gothic"/>
                        </a:rPr>
                        <a:t>is</a:t>
                      </a:r>
                      <a:r>
                        <a:rPr sz="900" spc="140" dirty="0">
                          <a:latin typeface="Century Gothic"/>
                          <a:cs typeface="Century Gothic"/>
                        </a:rPr>
                        <a:t> </a:t>
                      </a:r>
                      <a:r>
                        <a:rPr sz="900" dirty="0">
                          <a:latin typeface="Century Gothic"/>
                          <a:cs typeface="Century Gothic"/>
                        </a:rPr>
                        <a:t>very</a:t>
                      </a:r>
                      <a:r>
                        <a:rPr sz="900" spc="130" dirty="0">
                          <a:latin typeface="Century Gothic"/>
                          <a:cs typeface="Century Gothic"/>
                        </a:rPr>
                        <a:t> </a:t>
                      </a:r>
                      <a:r>
                        <a:rPr sz="900" dirty="0">
                          <a:latin typeface="Century Gothic"/>
                          <a:cs typeface="Century Gothic"/>
                        </a:rPr>
                        <a:t>important</a:t>
                      </a:r>
                      <a:r>
                        <a:rPr sz="900" spc="125" dirty="0">
                          <a:latin typeface="Century Gothic"/>
                          <a:cs typeface="Century Gothic"/>
                        </a:rPr>
                        <a:t> </a:t>
                      </a:r>
                      <a:r>
                        <a:rPr sz="900" spc="-10" dirty="0">
                          <a:latin typeface="Century Gothic"/>
                          <a:cs typeface="Century Gothic"/>
                        </a:rPr>
                        <a:t>because</a:t>
                      </a:r>
                      <a:r>
                        <a:rPr sz="900" spc="130" dirty="0">
                          <a:latin typeface="Century Gothic"/>
                          <a:cs typeface="Century Gothic"/>
                        </a:rPr>
                        <a:t> </a:t>
                      </a:r>
                      <a:r>
                        <a:rPr sz="900" spc="60" dirty="0">
                          <a:latin typeface="Century Gothic"/>
                          <a:cs typeface="Century Gothic"/>
                        </a:rPr>
                        <a:t>it</a:t>
                      </a:r>
                      <a:r>
                        <a:rPr sz="900" spc="130" dirty="0">
                          <a:latin typeface="Century Gothic"/>
                          <a:cs typeface="Century Gothic"/>
                        </a:rPr>
                        <a:t> </a:t>
                      </a:r>
                      <a:r>
                        <a:rPr sz="900" dirty="0">
                          <a:latin typeface="Century Gothic"/>
                          <a:cs typeface="Century Gothic"/>
                        </a:rPr>
                        <a:t>gives</a:t>
                      </a:r>
                      <a:r>
                        <a:rPr sz="900" spc="140" dirty="0">
                          <a:latin typeface="Century Gothic"/>
                          <a:cs typeface="Century Gothic"/>
                        </a:rPr>
                        <a:t> </a:t>
                      </a:r>
                      <a:r>
                        <a:rPr sz="900" dirty="0">
                          <a:latin typeface="Century Gothic"/>
                          <a:cs typeface="Century Gothic"/>
                        </a:rPr>
                        <a:t>you</a:t>
                      </a:r>
                      <a:r>
                        <a:rPr sz="900" spc="125" dirty="0">
                          <a:latin typeface="Century Gothic"/>
                          <a:cs typeface="Century Gothic"/>
                        </a:rPr>
                        <a:t> </a:t>
                      </a:r>
                      <a:r>
                        <a:rPr sz="900" dirty="0">
                          <a:latin typeface="Century Gothic"/>
                          <a:cs typeface="Century Gothic"/>
                        </a:rPr>
                        <a:t>the</a:t>
                      </a:r>
                      <a:r>
                        <a:rPr sz="900" spc="130" dirty="0">
                          <a:latin typeface="Century Gothic"/>
                          <a:cs typeface="Century Gothic"/>
                        </a:rPr>
                        <a:t> </a:t>
                      </a:r>
                      <a:r>
                        <a:rPr sz="900" spc="-10" dirty="0">
                          <a:latin typeface="Century Gothic"/>
                          <a:cs typeface="Century Gothic"/>
                        </a:rPr>
                        <a:t>chance</a:t>
                      </a:r>
                      <a:r>
                        <a:rPr sz="900" spc="130" dirty="0">
                          <a:latin typeface="Century Gothic"/>
                          <a:cs typeface="Century Gothic"/>
                        </a:rPr>
                        <a:t> </a:t>
                      </a:r>
                      <a:r>
                        <a:rPr sz="900" dirty="0">
                          <a:latin typeface="Century Gothic"/>
                          <a:cs typeface="Century Gothic"/>
                        </a:rPr>
                        <a:t>to</a:t>
                      </a:r>
                      <a:r>
                        <a:rPr sz="900" spc="130" dirty="0">
                          <a:latin typeface="Century Gothic"/>
                          <a:cs typeface="Century Gothic"/>
                        </a:rPr>
                        <a:t> </a:t>
                      </a:r>
                      <a:r>
                        <a:rPr sz="900" dirty="0">
                          <a:latin typeface="Century Gothic"/>
                          <a:cs typeface="Century Gothic"/>
                        </a:rPr>
                        <a:t>sell</a:t>
                      </a:r>
                      <a:r>
                        <a:rPr sz="900" spc="135" dirty="0">
                          <a:latin typeface="Century Gothic"/>
                          <a:cs typeface="Century Gothic"/>
                        </a:rPr>
                        <a:t> </a:t>
                      </a:r>
                      <a:r>
                        <a:rPr sz="900" spc="-20" dirty="0">
                          <a:latin typeface="Century Gothic"/>
                          <a:cs typeface="Century Gothic"/>
                        </a:rPr>
                        <a:t>your </a:t>
                      </a:r>
                      <a:r>
                        <a:rPr sz="900" spc="70" dirty="0">
                          <a:latin typeface="Century Gothic"/>
                          <a:cs typeface="Century Gothic"/>
                        </a:rPr>
                        <a:t>skills</a:t>
                      </a:r>
                      <a:r>
                        <a:rPr sz="900" spc="280" dirty="0">
                          <a:latin typeface="Century Gothic"/>
                          <a:cs typeface="Century Gothic"/>
                        </a:rPr>
                        <a:t> </a:t>
                      </a:r>
                      <a:r>
                        <a:rPr sz="900" dirty="0">
                          <a:latin typeface="Century Gothic"/>
                          <a:cs typeface="Century Gothic"/>
                        </a:rPr>
                        <a:t>to</a:t>
                      </a:r>
                      <a:r>
                        <a:rPr sz="900" spc="280" dirty="0">
                          <a:latin typeface="Century Gothic"/>
                          <a:cs typeface="Century Gothic"/>
                        </a:rPr>
                        <a:t> </a:t>
                      </a:r>
                      <a:r>
                        <a:rPr sz="900" dirty="0">
                          <a:latin typeface="Century Gothic"/>
                          <a:cs typeface="Century Gothic"/>
                        </a:rPr>
                        <a:t>the</a:t>
                      </a:r>
                      <a:r>
                        <a:rPr sz="900" spc="275" dirty="0">
                          <a:latin typeface="Century Gothic"/>
                          <a:cs typeface="Century Gothic"/>
                        </a:rPr>
                        <a:t> </a:t>
                      </a:r>
                      <a:r>
                        <a:rPr sz="900" dirty="0">
                          <a:latin typeface="Century Gothic"/>
                          <a:cs typeface="Century Gothic"/>
                        </a:rPr>
                        <a:t>employer.</a:t>
                      </a:r>
                      <a:r>
                        <a:rPr sz="900" spc="285" dirty="0">
                          <a:latin typeface="Century Gothic"/>
                          <a:cs typeface="Century Gothic"/>
                        </a:rPr>
                        <a:t> </a:t>
                      </a:r>
                      <a:r>
                        <a:rPr sz="900" dirty="0">
                          <a:latin typeface="Century Gothic"/>
                          <a:cs typeface="Century Gothic"/>
                        </a:rPr>
                        <a:t>Include</a:t>
                      </a:r>
                      <a:r>
                        <a:rPr sz="900" spc="280" dirty="0">
                          <a:latin typeface="Century Gothic"/>
                          <a:cs typeface="Century Gothic"/>
                        </a:rPr>
                        <a:t> </a:t>
                      </a:r>
                      <a:r>
                        <a:rPr sz="900" dirty="0">
                          <a:latin typeface="Century Gothic"/>
                          <a:cs typeface="Century Gothic"/>
                        </a:rPr>
                        <a:t>any</a:t>
                      </a:r>
                      <a:r>
                        <a:rPr sz="900" spc="280" dirty="0">
                          <a:latin typeface="Century Gothic"/>
                          <a:cs typeface="Century Gothic"/>
                        </a:rPr>
                        <a:t> </a:t>
                      </a:r>
                      <a:r>
                        <a:rPr sz="900" dirty="0">
                          <a:latin typeface="Century Gothic"/>
                          <a:cs typeface="Century Gothic"/>
                        </a:rPr>
                        <a:t>information</a:t>
                      </a:r>
                      <a:r>
                        <a:rPr sz="900" spc="285" dirty="0">
                          <a:latin typeface="Century Gothic"/>
                          <a:cs typeface="Century Gothic"/>
                        </a:rPr>
                        <a:t> </a:t>
                      </a:r>
                      <a:r>
                        <a:rPr sz="900" dirty="0">
                          <a:latin typeface="Century Gothic"/>
                          <a:cs typeface="Century Gothic"/>
                        </a:rPr>
                        <a:t>that</a:t>
                      </a:r>
                      <a:r>
                        <a:rPr sz="900" spc="275" dirty="0">
                          <a:latin typeface="Century Gothic"/>
                          <a:cs typeface="Century Gothic"/>
                        </a:rPr>
                        <a:t> </a:t>
                      </a:r>
                      <a:r>
                        <a:rPr sz="900" dirty="0">
                          <a:latin typeface="Century Gothic"/>
                          <a:cs typeface="Century Gothic"/>
                        </a:rPr>
                        <a:t>you</a:t>
                      </a:r>
                      <a:r>
                        <a:rPr sz="900" spc="270" dirty="0">
                          <a:latin typeface="Century Gothic"/>
                          <a:cs typeface="Century Gothic"/>
                        </a:rPr>
                        <a:t> </a:t>
                      </a:r>
                      <a:r>
                        <a:rPr sz="900" dirty="0">
                          <a:latin typeface="Century Gothic"/>
                          <a:cs typeface="Century Gothic"/>
                        </a:rPr>
                        <a:t>feel</a:t>
                      </a:r>
                      <a:r>
                        <a:rPr sz="900" spc="265" dirty="0">
                          <a:latin typeface="Century Gothic"/>
                          <a:cs typeface="Century Gothic"/>
                        </a:rPr>
                        <a:t> </a:t>
                      </a:r>
                      <a:r>
                        <a:rPr sz="900" dirty="0">
                          <a:latin typeface="Century Gothic"/>
                          <a:cs typeface="Century Gothic"/>
                        </a:rPr>
                        <a:t>makes</a:t>
                      </a:r>
                      <a:r>
                        <a:rPr sz="900" spc="275" dirty="0">
                          <a:latin typeface="Century Gothic"/>
                          <a:cs typeface="Century Gothic"/>
                        </a:rPr>
                        <a:t> </a:t>
                      </a:r>
                      <a:r>
                        <a:rPr sz="900" spc="-25" dirty="0">
                          <a:latin typeface="Century Gothic"/>
                          <a:cs typeface="Century Gothic"/>
                        </a:rPr>
                        <a:t>you </a:t>
                      </a:r>
                      <a:r>
                        <a:rPr sz="900" dirty="0">
                          <a:latin typeface="Century Gothic"/>
                          <a:cs typeface="Century Gothic"/>
                        </a:rPr>
                        <a:t>particularly</a:t>
                      </a:r>
                      <a:r>
                        <a:rPr sz="900" spc="90" dirty="0">
                          <a:latin typeface="Century Gothic"/>
                          <a:cs typeface="Century Gothic"/>
                        </a:rPr>
                        <a:t> </a:t>
                      </a:r>
                      <a:r>
                        <a:rPr sz="900" dirty="0">
                          <a:latin typeface="Century Gothic"/>
                          <a:cs typeface="Century Gothic"/>
                        </a:rPr>
                        <a:t>suitable</a:t>
                      </a:r>
                      <a:r>
                        <a:rPr sz="900" spc="70" dirty="0">
                          <a:latin typeface="Century Gothic"/>
                          <a:cs typeface="Century Gothic"/>
                        </a:rPr>
                        <a:t> </a:t>
                      </a:r>
                      <a:r>
                        <a:rPr sz="900" dirty="0">
                          <a:latin typeface="Century Gothic"/>
                          <a:cs typeface="Century Gothic"/>
                        </a:rPr>
                        <a:t>for</a:t>
                      </a:r>
                      <a:r>
                        <a:rPr sz="900" spc="90" dirty="0">
                          <a:latin typeface="Century Gothic"/>
                          <a:cs typeface="Century Gothic"/>
                        </a:rPr>
                        <a:t> </a:t>
                      </a:r>
                      <a:r>
                        <a:rPr sz="900" dirty="0">
                          <a:latin typeface="Century Gothic"/>
                          <a:cs typeface="Century Gothic"/>
                        </a:rPr>
                        <a:t>the</a:t>
                      </a:r>
                      <a:r>
                        <a:rPr sz="900" spc="70" dirty="0">
                          <a:latin typeface="Century Gothic"/>
                          <a:cs typeface="Century Gothic"/>
                        </a:rPr>
                        <a:t> </a:t>
                      </a:r>
                      <a:r>
                        <a:rPr sz="900" dirty="0">
                          <a:latin typeface="Century Gothic"/>
                          <a:cs typeface="Century Gothic"/>
                        </a:rPr>
                        <a:t>job.</a:t>
                      </a:r>
                      <a:r>
                        <a:rPr sz="900" spc="75" dirty="0">
                          <a:latin typeface="Century Gothic"/>
                          <a:cs typeface="Century Gothic"/>
                        </a:rPr>
                        <a:t> </a:t>
                      </a:r>
                      <a:r>
                        <a:rPr sz="900" spc="55" dirty="0">
                          <a:latin typeface="Century Gothic"/>
                          <a:cs typeface="Century Gothic"/>
                        </a:rPr>
                        <a:t>For</a:t>
                      </a:r>
                      <a:r>
                        <a:rPr sz="900" spc="85" dirty="0">
                          <a:latin typeface="Century Gothic"/>
                          <a:cs typeface="Century Gothic"/>
                        </a:rPr>
                        <a:t> </a:t>
                      </a:r>
                      <a:r>
                        <a:rPr sz="900" dirty="0">
                          <a:latin typeface="Century Gothic"/>
                          <a:cs typeface="Century Gothic"/>
                        </a:rPr>
                        <a:t>example,</a:t>
                      </a:r>
                      <a:r>
                        <a:rPr sz="900" spc="75" dirty="0">
                          <a:latin typeface="Century Gothic"/>
                          <a:cs typeface="Century Gothic"/>
                        </a:rPr>
                        <a:t> </a:t>
                      </a:r>
                      <a:r>
                        <a:rPr sz="900" dirty="0">
                          <a:latin typeface="Century Gothic"/>
                          <a:cs typeface="Century Gothic"/>
                        </a:rPr>
                        <a:t>previous</a:t>
                      </a:r>
                      <a:r>
                        <a:rPr sz="900" spc="85" dirty="0">
                          <a:latin typeface="Century Gothic"/>
                          <a:cs typeface="Century Gothic"/>
                        </a:rPr>
                        <a:t> </a:t>
                      </a:r>
                      <a:r>
                        <a:rPr sz="900" spc="-10" dirty="0">
                          <a:latin typeface="Century Gothic"/>
                          <a:cs typeface="Century Gothic"/>
                        </a:rPr>
                        <a:t>experience,</a:t>
                      </a:r>
                      <a:r>
                        <a:rPr sz="900" spc="85" dirty="0">
                          <a:latin typeface="Century Gothic"/>
                          <a:cs typeface="Century Gothic"/>
                        </a:rPr>
                        <a:t> </a:t>
                      </a:r>
                      <a:r>
                        <a:rPr sz="900" spc="-10" dirty="0">
                          <a:latin typeface="Century Gothic"/>
                          <a:cs typeface="Century Gothic"/>
                        </a:rPr>
                        <a:t>voluntary </a:t>
                      </a:r>
                      <a:r>
                        <a:rPr sz="900" dirty="0">
                          <a:latin typeface="Century Gothic"/>
                          <a:cs typeface="Century Gothic"/>
                        </a:rPr>
                        <a:t>work,</a:t>
                      </a:r>
                      <a:r>
                        <a:rPr sz="900" spc="150" dirty="0">
                          <a:latin typeface="Century Gothic"/>
                          <a:cs typeface="Century Gothic"/>
                        </a:rPr>
                        <a:t> </a:t>
                      </a:r>
                      <a:r>
                        <a:rPr sz="900" dirty="0">
                          <a:latin typeface="Century Gothic"/>
                          <a:cs typeface="Century Gothic"/>
                        </a:rPr>
                        <a:t>hobbies,</a:t>
                      </a:r>
                      <a:r>
                        <a:rPr sz="900" spc="140" dirty="0">
                          <a:latin typeface="Century Gothic"/>
                          <a:cs typeface="Century Gothic"/>
                        </a:rPr>
                        <a:t> </a:t>
                      </a:r>
                      <a:r>
                        <a:rPr sz="900" dirty="0">
                          <a:latin typeface="Century Gothic"/>
                          <a:cs typeface="Century Gothic"/>
                        </a:rPr>
                        <a:t>language</a:t>
                      </a:r>
                      <a:r>
                        <a:rPr sz="900" spc="135" dirty="0">
                          <a:latin typeface="Century Gothic"/>
                          <a:cs typeface="Century Gothic"/>
                        </a:rPr>
                        <a:t> </a:t>
                      </a:r>
                      <a:r>
                        <a:rPr sz="900" spc="70" dirty="0">
                          <a:latin typeface="Century Gothic"/>
                          <a:cs typeface="Century Gothic"/>
                        </a:rPr>
                        <a:t>skills</a:t>
                      </a:r>
                      <a:r>
                        <a:rPr sz="900" spc="140" dirty="0">
                          <a:latin typeface="Century Gothic"/>
                          <a:cs typeface="Century Gothic"/>
                        </a:rPr>
                        <a:t> </a:t>
                      </a:r>
                      <a:r>
                        <a:rPr sz="900" dirty="0">
                          <a:latin typeface="Century Gothic"/>
                          <a:cs typeface="Century Gothic"/>
                        </a:rPr>
                        <a:t>and</a:t>
                      </a:r>
                      <a:r>
                        <a:rPr sz="900" spc="155" dirty="0">
                          <a:latin typeface="Century Gothic"/>
                          <a:cs typeface="Century Gothic"/>
                        </a:rPr>
                        <a:t> </a:t>
                      </a:r>
                      <a:r>
                        <a:rPr sz="900" dirty="0">
                          <a:latin typeface="Century Gothic"/>
                          <a:cs typeface="Century Gothic"/>
                        </a:rPr>
                        <a:t>relevant</a:t>
                      </a:r>
                      <a:r>
                        <a:rPr sz="900" spc="135" dirty="0">
                          <a:latin typeface="Century Gothic"/>
                          <a:cs typeface="Century Gothic"/>
                        </a:rPr>
                        <a:t> </a:t>
                      </a:r>
                      <a:r>
                        <a:rPr sz="900" dirty="0">
                          <a:latin typeface="Century Gothic"/>
                          <a:cs typeface="Century Gothic"/>
                        </a:rPr>
                        <a:t>study</a:t>
                      </a:r>
                      <a:r>
                        <a:rPr sz="900" spc="160" dirty="0">
                          <a:latin typeface="Century Gothic"/>
                          <a:cs typeface="Century Gothic"/>
                        </a:rPr>
                        <a:t> </a:t>
                      </a:r>
                      <a:r>
                        <a:rPr sz="900" dirty="0">
                          <a:latin typeface="Century Gothic"/>
                          <a:cs typeface="Century Gothic"/>
                        </a:rPr>
                        <a:t>and</a:t>
                      </a:r>
                      <a:r>
                        <a:rPr sz="900" spc="155" dirty="0">
                          <a:latin typeface="Century Gothic"/>
                          <a:cs typeface="Century Gothic"/>
                        </a:rPr>
                        <a:t> </a:t>
                      </a:r>
                      <a:r>
                        <a:rPr sz="900" dirty="0">
                          <a:latin typeface="Century Gothic"/>
                          <a:cs typeface="Century Gothic"/>
                        </a:rPr>
                        <a:t>qualifications.</a:t>
                      </a:r>
                      <a:r>
                        <a:rPr sz="900" spc="155" dirty="0">
                          <a:latin typeface="Century Gothic"/>
                          <a:cs typeface="Century Gothic"/>
                        </a:rPr>
                        <a:t> </a:t>
                      </a:r>
                      <a:r>
                        <a:rPr sz="900" dirty="0">
                          <a:latin typeface="Century Gothic"/>
                          <a:cs typeface="Century Gothic"/>
                        </a:rPr>
                        <a:t>If</a:t>
                      </a:r>
                      <a:r>
                        <a:rPr sz="900" spc="150" dirty="0">
                          <a:latin typeface="Century Gothic"/>
                          <a:cs typeface="Century Gothic"/>
                        </a:rPr>
                        <a:t> </a:t>
                      </a:r>
                      <a:r>
                        <a:rPr sz="900" spc="-25" dirty="0">
                          <a:latin typeface="Century Gothic"/>
                          <a:cs typeface="Century Gothic"/>
                        </a:rPr>
                        <a:t>you </a:t>
                      </a:r>
                      <a:r>
                        <a:rPr sz="900" dirty="0">
                          <a:latin typeface="Century Gothic"/>
                          <a:cs typeface="Century Gothic"/>
                        </a:rPr>
                        <a:t>don't</a:t>
                      </a:r>
                      <a:r>
                        <a:rPr sz="900" spc="229" dirty="0">
                          <a:latin typeface="Century Gothic"/>
                          <a:cs typeface="Century Gothic"/>
                        </a:rPr>
                        <a:t> </a:t>
                      </a:r>
                      <a:r>
                        <a:rPr sz="900" dirty="0">
                          <a:latin typeface="Century Gothic"/>
                          <a:cs typeface="Century Gothic"/>
                        </a:rPr>
                        <a:t>have</a:t>
                      </a:r>
                      <a:r>
                        <a:rPr sz="900" spc="229" dirty="0">
                          <a:latin typeface="Century Gothic"/>
                          <a:cs typeface="Century Gothic"/>
                        </a:rPr>
                        <a:t> </a:t>
                      </a:r>
                      <a:r>
                        <a:rPr sz="900" dirty="0">
                          <a:latin typeface="Century Gothic"/>
                          <a:cs typeface="Century Gothic"/>
                        </a:rPr>
                        <a:t>any</a:t>
                      </a:r>
                      <a:r>
                        <a:rPr sz="900" spc="240" dirty="0">
                          <a:latin typeface="Century Gothic"/>
                          <a:cs typeface="Century Gothic"/>
                        </a:rPr>
                        <a:t> </a:t>
                      </a:r>
                      <a:r>
                        <a:rPr sz="900" dirty="0">
                          <a:latin typeface="Century Gothic"/>
                          <a:cs typeface="Century Gothic"/>
                        </a:rPr>
                        <a:t>formal</a:t>
                      </a:r>
                      <a:r>
                        <a:rPr sz="900" spc="220" dirty="0">
                          <a:latin typeface="Century Gothic"/>
                          <a:cs typeface="Century Gothic"/>
                        </a:rPr>
                        <a:t> </a:t>
                      </a:r>
                      <a:r>
                        <a:rPr sz="900" dirty="0">
                          <a:latin typeface="Century Gothic"/>
                          <a:cs typeface="Century Gothic"/>
                        </a:rPr>
                        <a:t>qualifications,</a:t>
                      </a:r>
                      <a:r>
                        <a:rPr sz="900" spc="210" dirty="0">
                          <a:latin typeface="Century Gothic"/>
                          <a:cs typeface="Century Gothic"/>
                        </a:rPr>
                        <a:t> </a:t>
                      </a:r>
                      <a:r>
                        <a:rPr sz="900" dirty="0">
                          <a:latin typeface="Century Gothic"/>
                          <a:cs typeface="Century Gothic"/>
                        </a:rPr>
                        <a:t>mention</a:t>
                      </a:r>
                      <a:r>
                        <a:rPr sz="900" spc="229" dirty="0">
                          <a:latin typeface="Century Gothic"/>
                          <a:cs typeface="Century Gothic"/>
                        </a:rPr>
                        <a:t> </a:t>
                      </a:r>
                      <a:r>
                        <a:rPr sz="900" dirty="0">
                          <a:latin typeface="Century Gothic"/>
                          <a:cs typeface="Century Gothic"/>
                        </a:rPr>
                        <a:t>what</a:t>
                      </a:r>
                      <a:r>
                        <a:rPr sz="900" spc="215" dirty="0">
                          <a:latin typeface="Century Gothic"/>
                          <a:cs typeface="Century Gothic"/>
                        </a:rPr>
                        <a:t> </a:t>
                      </a:r>
                      <a:r>
                        <a:rPr sz="900" dirty="0">
                          <a:latin typeface="Century Gothic"/>
                          <a:cs typeface="Century Gothic"/>
                        </a:rPr>
                        <a:t>you</a:t>
                      </a:r>
                      <a:r>
                        <a:rPr sz="900" spc="215" dirty="0">
                          <a:latin typeface="Century Gothic"/>
                          <a:cs typeface="Century Gothic"/>
                        </a:rPr>
                        <a:t> </a:t>
                      </a:r>
                      <a:r>
                        <a:rPr sz="900" dirty="0">
                          <a:latin typeface="Century Gothic"/>
                          <a:cs typeface="Century Gothic"/>
                        </a:rPr>
                        <a:t>were</a:t>
                      </a:r>
                      <a:r>
                        <a:rPr sz="900" spc="235" dirty="0">
                          <a:latin typeface="Century Gothic"/>
                          <a:cs typeface="Century Gothic"/>
                        </a:rPr>
                        <a:t> </a:t>
                      </a:r>
                      <a:r>
                        <a:rPr sz="900" dirty="0">
                          <a:latin typeface="Century Gothic"/>
                          <a:cs typeface="Century Gothic"/>
                        </a:rPr>
                        <a:t>good</a:t>
                      </a:r>
                      <a:r>
                        <a:rPr sz="900" spc="235" dirty="0">
                          <a:latin typeface="Century Gothic"/>
                          <a:cs typeface="Century Gothic"/>
                        </a:rPr>
                        <a:t> </a:t>
                      </a:r>
                      <a:r>
                        <a:rPr sz="900" dirty="0">
                          <a:latin typeface="Century Gothic"/>
                          <a:cs typeface="Century Gothic"/>
                        </a:rPr>
                        <a:t>at</a:t>
                      </a:r>
                      <a:r>
                        <a:rPr sz="900" spc="215" dirty="0">
                          <a:latin typeface="Century Gothic"/>
                          <a:cs typeface="Century Gothic"/>
                        </a:rPr>
                        <a:t> </a:t>
                      </a:r>
                      <a:r>
                        <a:rPr sz="900" spc="-25" dirty="0">
                          <a:latin typeface="Century Gothic"/>
                          <a:cs typeface="Century Gothic"/>
                        </a:rPr>
                        <a:t>or </a:t>
                      </a:r>
                      <a:r>
                        <a:rPr sz="900" dirty="0">
                          <a:latin typeface="Century Gothic"/>
                          <a:cs typeface="Century Gothic"/>
                        </a:rPr>
                        <a:t>particularly</a:t>
                      </a:r>
                      <a:r>
                        <a:rPr sz="900" spc="30" dirty="0">
                          <a:latin typeface="Century Gothic"/>
                          <a:cs typeface="Century Gothic"/>
                        </a:rPr>
                        <a:t> </a:t>
                      </a:r>
                      <a:r>
                        <a:rPr sz="900" dirty="0">
                          <a:latin typeface="Century Gothic"/>
                          <a:cs typeface="Century Gothic"/>
                        </a:rPr>
                        <a:t>enjoyed</a:t>
                      </a:r>
                      <a:r>
                        <a:rPr sz="900" spc="5" dirty="0">
                          <a:latin typeface="Century Gothic"/>
                          <a:cs typeface="Century Gothic"/>
                        </a:rPr>
                        <a:t> </a:t>
                      </a:r>
                      <a:r>
                        <a:rPr sz="900" dirty="0">
                          <a:latin typeface="Century Gothic"/>
                          <a:cs typeface="Century Gothic"/>
                        </a:rPr>
                        <a:t>at</a:t>
                      </a:r>
                      <a:r>
                        <a:rPr sz="900" spc="25" dirty="0">
                          <a:latin typeface="Century Gothic"/>
                          <a:cs typeface="Century Gothic"/>
                        </a:rPr>
                        <a:t> </a:t>
                      </a:r>
                      <a:r>
                        <a:rPr sz="900" spc="-10" dirty="0">
                          <a:latin typeface="Century Gothic"/>
                          <a:cs typeface="Century Gothic"/>
                        </a:rPr>
                        <a:t>school.</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79095">
                <a:tc>
                  <a:txBody>
                    <a:bodyPr/>
                    <a:lstStyle/>
                    <a:p>
                      <a:pPr algn="ctr">
                        <a:lnSpc>
                          <a:spcPct val="100000"/>
                        </a:lnSpc>
                        <a:spcBef>
                          <a:spcPts val="305"/>
                        </a:spcBef>
                      </a:pPr>
                      <a:r>
                        <a:rPr sz="1000" b="1" spc="-25" dirty="0">
                          <a:latin typeface="Calibri"/>
                          <a:cs typeface="Calibri"/>
                        </a:rPr>
                        <a:t>10</a:t>
                      </a:r>
                      <a:endParaRPr sz="10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marR="82550">
                        <a:lnSpc>
                          <a:spcPct val="100000"/>
                        </a:lnSpc>
                        <a:spcBef>
                          <a:spcPts val="310"/>
                        </a:spcBef>
                      </a:pPr>
                      <a:r>
                        <a:rPr sz="900" dirty="0">
                          <a:latin typeface="Century Gothic"/>
                          <a:cs typeface="Century Gothic"/>
                        </a:rPr>
                        <a:t>If</a:t>
                      </a:r>
                      <a:r>
                        <a:rPr sz="900" spc="40" dirty="0">
                          <a:latin typeface="Century Gothic"/>
                          <a:cs typeface="Century Gothic"/>
                        </a:rPr>
                        <a:t> </a:t>
                      </a:r>
                      <a:r>
                        <a:rPr sz="900" dirty="0">
                          <a:latin typeface="Century Gothic"/>
                          <a:cs typeface="Century Gothic"/>
                        </a:rPr>
                        <a:t>there</a:t>
                      </a:r>
                      <a:r>
                        <a:rPr sz="900" spc="50" dirty="0">
                          <a:latin typeface="Century Gothic"/>
                          <a:cs typeface="Century Gothic"/>
                        </a:rPr>
                        <a:t> </a:t>
                      </a:r>
                      <a:r>
                        <a:rPr sz="900" spc="65" dirty="0">
                          <a:latin typeface="Century Gothic"/>
                          <a:cs typeface="Century Gothic"/>
                        </a:rPr>
                        <a:t>is</a:t>
                      </a:r>
                      <a:r>
                        <a:rPr sz="900" spc="50" dirty="0">
                          <a:latin typeface="Century Gothic"/>
                          <a:cs typeface="Century Gothic"/>
                        </a:rPr>
                        <a:t> </a:t>
                      </a:r>
                      <a:r>
                        <a:rPr sz="900" dirty="0">
                          <a:latin typeface="Century Gothic"/>
                          <a:cs typeface="Century Gothic"/>
                        </a:rPr>
                        <a:t>an</a:t>
                      </a:r>
                      <a:r>
                        <a:rPr sz="900" spc="45" dirty="0">
                          <a:latin typeface="Century Gothic"/>
                          <a:cs typeface="Century Gothic"/>
                        </a:rPr>
                        <a:t> </a:t>
                      </a:r>
                      <a:r>
                        <a:rPr sz="900" spc="-45" dirty="0">
                          <a:latin typeface="Century Gothic"/>
                          <a:cs typeface="Century Gothic"/>
                        </a:rPr>
                        <a:t>age</a:t>
                      </a:r>
                      <a:r>
                        <a:rPr sz="900" spc="30" dirty="0">
                          <a:latin typeface="Century Gothic"/>
                          <a:cs typeface="Century Gothic"/>
                        </a:rPr>
                        <a:t> </a:t>
                      </a:r>
                      <a:r>
                        <a:rPr sz="900" spc="65" dirty="0">
                          <a:latin typeface="Century Gothic"/>
                          <a:cs typeface="Century Gothic"/>
                        </a:rPr>
                        <a:t>limit</a:t>
                      </a:r>
                      <a:r>
                        <a:rPr sz="900" spc="45" dirty="0">
                          <a:latin typeface="Century Gothic"/>
                          <a:cs typeface="Century Gothic"/>
                        </a:rPr>
                        <a:t> </a:t>
                      </a:r>
                      <a:r>
                        <a:rPr sz="900" dirty="0">
                          <a:latin typeface="Century Gothic"/>
                          <a:cs typeface="Century Gothic"/>
                        </a:rPr>
                        <a:t>on</a:t>
                      </a:r>
                      <a:r>
                        <a:rPr sz="900" spc="40" dirty="0">
                          <a:latin typeface="Century Gothic"/>
                          <a:cs typeface="Century Gothic"/>
                        </a:rPr>
                        <a:t> </a:t>
                      </a:r>
                      <a:r>
                        <a:rPr sz="900" dirty="0">
                          <a:latin typeface="Century Gothic"/>
                          <a:cs typeface="Century Gothic"/>
                        </a:rPr>
                        <a:t>the</a:t>
                      </a:r>
                      <a:r>
                        <a:rPr sz="900" spc="50" dirty="0">
                          <a:latin typeface="Century Gothic"/>
                          <a:cs typeface="Century Gothic"/>
                        </a:rPr>
                        <a:t> </a:t>
                      </a:r>
                      <a:r>
                        <a:rPr sz="900" spc="-40" dirty="0">
                          <a:latin typeface="Century Gothic"/>
                          <a:cs typeface="Century Gothic"/>
                        </a:rPr>
                        <a:t>vacancy</a:t>
                      </a:r>
                      <a:r>
                        <a:rPr sz="900" spc="55" dirty="0">
                          <a:latin typeface="Century Gothic"/>
                          <a:cs typeface="Century Gothic"/>
                        </a:rPr>
                        <a:t> </a:t>
                      </a:r>
                      <a:r>
                        <a:rPr sz="900" dirty="0">
                          <a:latin typeface="Century Gothic"/>
                          <a:cs typeface="Century Gothic"/>
                        </a:rPr>
                        <a:t>you</a:t>
                      </a:r>
                      <a:r>
                        <a:rPr sz="900" spc="30" dirty="0">
                          <a:latin typeface="Century Gothic"/>
                          <a:cs typeface="Century Gothic"/>
                        </a:rPr>
                        <a:t> </a:t>
                      </a:r>
                      <a:r>
                        <a:rPr sz="900" spc="70" dirty="0">
                          <a:latin typeface="Century Gothic"/>
                          <a:cs typeface="Century Gothic"/>
                        </a:rPr>
                        <a:t>must</a:t>
                      </a:r>
                      <a:r>
                        <a:rPr sz="900" spc="45" dirty="0">
                          <a:latin typeface="Century Gothic"/>
                          <a:cs typeface="Century Gothic"/>
                        </a:rPr>
                        <a:t> </a:t>
                      </a:r>
                      <a:r>
                        <a:rPr sz="900" dirty="0">
                          <a:latin typeface="Century Gothic"/>
                          <a:cs typeface="Century Gothic"/>
                        </a:rPr>
                        <a:t>tick</a:t>
                      </a:r>
                      <a:r>
                        <a:rPr sz="900" spc="50" dirty="0">
                          <a:latin typeface="Century Gothic"/>
                          <a:cs typeface="Century Gothic"/>
                        </a:rPr>
                        <a:t> </a:t>
                      </a:r>
                      <a:r>
                        <a:rPr sz="900" spc="60" dirty="0">
                          <a:latin typeface="Century Gothic"/>
                          <a:cs typeface="Century Gothic"/>
                        </a:rPr>
                        <a:t>this</a:t>
                      </a:r>
                      <a:r>
                        <a:rPr sz="900" spc="55" dirty="0">
                          <a:latin typeface="Century Gothic"/>
                          <a:cs typeface="Century Gothic"/>
                        </a:rPr>
                        <a:t> </a:t>
                      </a:r>
                      <a:r>
                        <a:rPr sz="900" dirty="0">
                          <a:latin typeface="Century Gothic"/>
                          <a:cs typeface="Century Gothic"/>
                        </a:rPr>
                        <a:t>box</a:t>
                      </a:r>
                      <a:r>
                        <a:rPr sz="900" spc="45" dirty="0">
                          <a:latin typeface="Century Gothic"/>
                          <a:cs typeface="Century Gothic"/>
                        </a:rPr>
                        <a:t> </a:t>
                      </a:r>
                      <a:r>
                        <a:rPr sz="900" dirty="0">
                          <a:latin typeface="Century Gothic"/>
                          <a:cs typeface="Century Gothic"/>
                        </a:rPr>
                        <a:t>to</a:t>
                      </a:r>
                      <a:r>
                        <a:rPr sz="900" spc="50" dirty="0">
                          <a:latin typeface="Century Gothic"/>
                          <a:cs typeface="Century Gothic"/>
                        </a:rPr>
                        <a:t> </a:t>
                      </a:r>
                      <a:r>
                        <a:rPr sz="900" dirty="0">
                          <a:latin typeface="Century Gothic"/>
                          <a:cs typeface="Century Gothic"/>
                        </a:rPr>
                        <a:t>confirm</a:t>
                      </a:r>
                      <a:r>
                        <a:rPr sz="900" spc="45" dirty="0">
                          <a:latin typeface="Century Gothic"/>
                          <a:cs typeface="Century Gothic"/>
                        </a:rPr>
                        <a:t> </a:t>
                      </a:r>
                      <a:r>
                        <a:rPr sz="900" spc="-20" dirty="0">
                          <a:latin typeface="Century Gothic"/>
                          <a:cs typeface="Century Gothic"/>
                        </a:rPr>
                        <a:t>that </a:t>
                      </a:r>
                      <a:r>
                        <a:rPr sz="900" dirty="0">
                          <a:latin typeface="Century Gothic"/>
                          <a:cs typeface="Century Gothic"/>
                        </a:rPr>
                        <a:t>you</a:t>
                      </a:r>
                      <a:r>
                        <a:rPr sz="900" spc="10" dirty="0">
                          <a:latin typeface="Century Gothic"/>
                          <a:cs typeface="Century Gothic"/>
                        </a:rPr>
                        <a:t> </a:t>
                      </a:r>
                      <a:r>
                        <a:rPr sz="900" dirty="0">
                          <a:latin typeface="Century Gothic"/>
                          <a:cs typeface="Century Gothic"/>
                        </a:rPr>
                        <a:t>meet</a:t>
                      </a:r>
                      <a:r>
                        <a:rPr sz="900" spc="10" dirty="0">
                          <a:latin typeface="Century Gothic"/>
                          <a:cs typeface="Century Gothic"/>
                        </a:rPr>
                        <a:t> </a:t>
                      </a:r>
                      <a:r>
                        <a:rPr sz="900" dirty="0">
                          <a:latin typeface="Century Gothic"/>
                          <a:cs typeface="Century Gothic"/>
                        </a:rPr>
                        <a:t>the</a:t>
                      </a:r>
                      <a:r>
                        <a:rPr sz="900" spc="25" dirty="0">
                          <a:latin typeface="Century Gothic"/>
                          <a:cs typeface="Century Gothic"/>
                        </a:rPr>
                        <a:t> </a:t>
                      </a:r>
                      <a:r>
                        <a:rPr sz="900" spc="-50" dirty="0">
                          <a:latin typeface="Century Gothic"/>
                          <a:cs typeface="Century Gothic"/>
                        </a:rPr>
                        <a:t>age</a:t>
                      </a:r>
                      <a:r>
                        <a:rPr sz="900" spc="20" dirty="0">
                          <a:latin typeface="Century Gothic"/>
                          <a:cs typeface="Century Gothic"/>
                        </a:rPr>
                        <a:t> </a:t>
                      </a:r>
                      <a:r>
                        <a:rPr sz="900" spc="-10" dirty="0">
                          <a:latin typeface="Century Gothic"/>
                          <a:cs typeface="Century Gothic"/>
                        </a:rPr>
                        <a:t>requirement.</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r h="914400">
                <a:tc>
                  <a:txBody>
                    <a:bodyPr/>
                    <a:lstStyle/>
                    <a:p>
                      <a:pPr algn="ctr">
                        <a:lnSpc>
                          <a:spcPct val="100000"/>
                        </a:lnSpc>
                        <a:spcBef>
                          <a:spcPts val="305"/>
                        </a:spcBef>
                      </a:pPr>
                      <a:r>
                        <a:rPr sz="1000" b="1" spc="-25" dirty="0">
                          <a:latin typeface="Calibri"/>
                          <a:cs typeface="Calibri"/>
                        </a:rPr>
                        <a:t>11</a:t>
                      </a:r>
                      <a:endParaRPr sz="10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marR="82550" algn="just">
                        <a:lnSpc>
                          <a:spcPct val="100000"/>
                        </a:lnSpc>
                        <a:spcBef>
                          <a:spcPts val="310"/>
                        </a:spcBef>
                      </a:pPr>
                      <a:r>
                        <a:rPr sz="900" dirty="0">
                          <a:latin typeface="Century Gothic"/>
                          <a:cs typeface="Century Gothic"/>
                        </a:rPr>
                        <a:t>Give</a:t>
                      </a:r>
                      <a:r>
                        <a:rPr sz="900" spc="55" dirty="0">
                          <a:latin typeface="Century Gothic"/>
                          <a:cs typeface="Century Gothic"/>
                        </a:rPr>
                        <a:t> </a:t>
                      </a:r>
                      <a:r>
                        <a:rPr sz="900" spc="10" dirty="0">
                          <a:latin typeface="Century Gothic"/>
                          <a:cs typeface="Century Gothic"/>
                        </a:rPr>
                        <a:t>the</a:t>
                      </a:r>
                      <a:r>
                        <a:rPr sz="900" spc="60" dirty="0">
                          <a:latin typeface="Century Gothic"/>
                          <a:cs typeface="Century Gothic"/>
                        </a:rPr>
                        <a:t> </a:t>
                      </a:r>
                      <a:r>
                        <a:rPr sz="900" spc="10" dirty="0">
                          <a:latin typeface="Century Gothic"/>
                          <a:cs typeface="Century Gothic"/>
                        </a:rPr>
                        <a:t>names,</a:t>
                      </a:r>
                      <a:r>
                        <a:rPr sz="900" spc="65" dirty="0">
                          <a:latin typeface="Century Gothic"/>
                          <a:cs typeface="Century Gothic"/>
                        </a:rPr>
                        <a:t> </a:t>
                      </a:r>
                      <a:r>
                        <a:rPr sz="900" spc="10" dirty="0">
                          <a:latin typeface="Century Gothic"/>
                          <a:cs typeface="Century Gothic"/>
                        </a:rPr>
                        <a:t>addresses</a:t>
                      </a:r>
                      <a:r>
                        <a:rPr sz="900" spc="60" dirty="0">
                          <a:latin typeface="Century Gothic"/>
                          <a:cs typeface="Century Gothic"/>
                        </a:rPr>
                        <a:t> </a:t>
                      </a:r>
                      <a:r>
                        <a:rPr sz="900" spc="10" dirty="0">
                          <a:latin typeface="Century Gothic"/>
                          <a:cs typeface="Century Gothic"/>
                        </a:rPr>
                        <a:t>and</a:t>
                      </a:r>
                      <a:r>
                        <a:rPr sz="900" spc="65" dirty="0">
                          <a:latin typeface="Century Gothic"/>
                          <a:cs typeface="Century Gothic"/>
                        </a:rPr>
                        <a:t> </a:t>
                      </a:r>
                      <a:r>
                        <a:rPr sz="900" spc="10" dirty="0">
                          <a:latin typeface="Century Gothic"/>
                          <a:cs typeface="Century Gothic"/>
                        </a:rPr>
                        <a:t>telephone</a:t>
                      </a:r>
                      <a:r>
                        <a:rPr sz="900" spc="60" dirty="0">
                          <a:latin typeface="Century Gothic"/>
                          <a:cs typeface="Century Gothic"/>
                        </a:rPr>
                        <a:t> </a:t>
                      </a:r>
                      <a:r>
                        <a:rPr sz="900" spc="10" dirty="0">
                          <a:latin typeface="Century Gothic"/>
                          <a:cs typeface="Century Gothic"/>
                        </a:rPr>
                        <a:t>numbers</a:t>
                      </a:r>
                      <a:r>
                        <a:rPr sz="900" spc="55" dirty="0">
                          <a:latin typeface="Century Gothic"/>
                          <a:cs typeface="Century Gothic"/>
                        </a:rPr>
                        <a:t> </a:t>
                      </a:r>
                      <a:r>
                        <a:rPr sz="900" spc="10" dirty="0">
                          <a:latin typeface="Century Gothic"/>
                          <a:cs typeface="Century Gothic"/>
                        </a:rPr>
                        <a:t>of</a:t>
                      </a:r>
                      <a:r>
                        <a:rPr sz="900" spc="55" dirty="0">
                          <a:latin typeface="Century Gothic"/>
                          <a:cs typeface="Century Gothic"/>
                        </a:rPr>
                        <a:t> </a:t>
                      </a:r>
                      <a:r>
                        <a:rPr sz="900" spc="10" dirty="0">
                          <a:latin typeface="Century Gothic"/>
                          <a:cs typeface="Century Gothic"/>
                        </a:rPr>
                        <a:t>two</a:t>
                      </a:r>
                      <a:r>
                        <a:rPr sz="900" spc="65" dirty="0">
                          <a:latin typeface="Century Gothic"/>
                          <a:cs typeface="Century Gothic"/>
                        </a:rPr>
                        <a:t> </a:t>
                      </a:r>
                      <a:r>
                        <a:rPr sz="900" dirty="0">
                          <a:latin typeface="Century Gothic"/>
                          <a:cs typeface="Century Gothic"/>
                        </a:rPr>
                        <a:t>people</a:t>
                      </a:r>
                      <a:r>
                        <a:rPr sz="900" spc="60" dirty="0">
                          <a:latin typeface="Century Gothic"/>
                          <a:cs typeface="Century Gothic"/>
                        </a:rPr>
                        <a:t> </a:t>
                      </a:r>
                      <a:r>
                        <a:rPr sz="900" spc="10" dirty="0">
                          <a:latin typeface="Century Gothic"/>
                          <a:cs typeface="Century Gothic"/>
                        </a:rPr>
                        <a:t>who</a:t>
                      </a:r>
                      <a:r>
                        <a:rPr sz="900" spc="55" dirty="0">
                          <a:latin typeface="Century Gothic"/>
                          <a:cs typeface="Century Gothic"/>
                        </a:rPr>
                        <a:t> </a:t>
                      </a:r>
                      <a:r>
                        <a:rPr sz="900" spc="30" dirty="0">
                          <a:latin typeface="Century Gothic"/>
                          <a:cs typeface="Century Gothic"/>
                        </a:rPr>
                        <a:t>will </a:t>
                      </a:r>
                      <a:r>
                        <a:rPr sz="900" dirty="0">
                          <a:latin typeface="Century Gothic"/>
                          <a:cs typeface="Century Gothic"/>
                        </a:rPr>
                        <a:t>act</a:t>
                      </a:r>
                      <a:r>
                        <a:rPr sz="900" spc="75" dirty="0">
                          <a:latin typeface="Century Gothic"/>
                          <a:cs typeface="Century Gothic"/>
                        </a:rPr>
                        <a:t> </a:t>
                      </a:r>
                      <a:r>
                        <a:rPr sz="900" dirty="0">
                          <a:latin typeface="Century Gothic"/>
                          <a:cs typeface="Century Gothic"/>
                        </a:rPr>
                        <a:t>as</a:t>
                      </a:r>
                      <a:r>
                        <a:rPr sz="900" spc="85" dirty="0">
                          <a:latin typeface="Century Gothic"/>
                          <a:cs typeface="Century Gothic"/>
                        </a:rPr>
                        <a:t> </a:t>
                      </a:r>
                      <a:r>
                        <a:rPr sz="900" dirty="0">
                          <a:latin typeface="Century Gothic"/>
                          <a:cs typeface="Century Gothic"/>
                        </a:rPr>
                        <a:t>character</a:t>
                      </a:r>
                      <a:r>
                        <a:rPr sz="900" spc="85" dirty="0">
                          <a:latin typeface="Century Gothic"/>
                          <a:cs typeface="Century Gothic"/>
                        </a:rPr>
                        <a:t> </a:t>
                      </a:r>
                      <a:r>
                        <a:rPr sz="900" dirty="0">
                          <a:latin typeface="Century Gothic"/>
                          <a:cs typeface="Century Gothic"/>
                        </a:rPr>
                        <a:t>references</a:t>
                      </a:r>
                      <a:r>
                        <a:rPr sz="900" spc="85" dirty="0">
                          <a:latin typeface="Century Gothic"/>
                          <a:cs typeface="Century Gothic"/>
                        </a:rPr>
                        <a:t> </a:t>
                      </a:r>
                      <a:r>
                        <a:rPr sz="900" dirty="0">
                          <a:latin typeface="Century Gothic"/>
                          <a:cs typeface="Century Gothic"/>
                        </a:rPr>
                        <a:t>for</a:t>
                      </a:r>
                      <a:r>
                        <a:rPr sz="900" spc="75" dirty="0">
                          <a:latin typeface="Century Gothic"/>
                          <a:cs typeface="Century Gothic"/>
                        </a:rPr>
                        <a:t> </a:t>
                      </a:r>
                      <a:r>
                        <a:rPr sz="900" dirty="0">
                          <a:latin typeface="Century Gothic"/>
                          <a:cs typeface="Century Gothic"/>
                        </a:rPr>
                        <a:t>you.</a:t>
                      </a:r>
                      <a:r>
                        <a:rPr sz="900" spc="70" dirty="0">
                          <a:latin typeface="Century Gothic"/>
                          <a:cs typeface="Century Gothic"/>
                        </a:rPr>
                        <a:t> </a:t>
                      </a:r>
                      <a:r>
                        <a:rPr sz="900" spc="80" dirty="0">
                          <a:latin typeface="Century Gothic"/>
                          <a:cs typeface="Century Gothic"/>
                        </a:rPr>
                        <a:t>This </a:t>
                      </a:r>
                      <a:r>
                        <a:rPr sz="900" spc="65" dirty="0">
                          <a:latin typeface="Century Gothic"/>
                          <a:cs typeface="Century Gothic"/>
                        </a:rPr>
                        <a:t>is</a:t>
                      </a:r>
                      <a:r>
                        <a:rPr sz="900" spc="85" dirty="0">
                          <a:latin typeface="Century Gothic"/>
                          <a:cs typeface="Century Gothic"/>
                        </a:rPr>
                        <a:t> </a:t>
                      </a:r>
                      <a:r>
                        <a:rPr sz="900" dirty="0">
                          <a:latin typeface="Century Gothic"/>
                          <a:cs typeface="Century Gothic"/>
                        </a:rPr>
                        <a:t>usually</a:t>
                      </a:r>
                      <a:r>
                        <a:rPr sz="900" spc="75" dirty="0">
                          <a:latin typeface="Century Gothic"/>
                          <a:cs typeface="Century Gothic"/>
                        </a:rPr>
                        <a:t> </a:t>
                      </a:r>
                      <a:r>
                        <a:rPr sz="900" dirty="0">
                          <a:latin typeface="Century Gothic"/>
                          <a:cs typeface="Century Gothic"/>
                        </a:rPr>
                        <a:t>a</a:t>
                      </a:r>
                      <a:r>
                        <a:rPr sz="900" spc="70" dirty="0">
                          <a:latin typeface="Century Gothic"/>
                          <a:cs typeface="Century Gothic"/>
                        </a:rPr>
                        <a:t> </a:t>
                      </a:r>
                      <a:r>
                        <a:rPr sz="900" dirty="0">
                          <a:latin typeface="Century Gothic"/>
                          <a:cs typeface="Century Gothic"/>
                        </a:rPr>
                        <a:t>previous</a:t>
                      </a:r>
                      <a:r>
                        <a:rPr sz="900" spc="75" dirty="0">
                          <a:latin typeface="Century Gothic"/>
                          <a:cs typeface="Century Gothic"/>
                        </a:rPr>
                        <a:t> </a:t>
                      </a:r>
                      <a:r>
                        <a:rPr sz="900" dirty="0">
                          <a:latin typeface="Century Gothic"/>
                          <a:cs typeface="Century Gothic"/>
                        </a:rPr>
                        <a:t>employer</a:t>
                      </a:r>
                      <a:r>
                        <a:rPr sz="900" spc="85" dirty="0">
                          <a:latin typeface="Century Gothic"/>
                          <a:cs typeface="Century Gothic"/>
                        </a:rPr>
                        <a:t> </a:t>
                      </a:r>
                      <a:r>
                        <a:rPr sz="900" spc="-25" dirty="0">
                          <a:latin typeface="Century Gothic"/>
                          <a:cs typeface="Century Gothic"/>
                        </a:rPr>
                        <a:t>and </a:t>
                      </a:r>
                      <a:r>
                        <a:rPr sz="900" dirty="0">
                          <a:latin typeface="Century Gothic"/>
                          <a:cs typeface="Century Gothic"/>
                        </a:rPr>
                        <a:t>someone</a:t>
                      </a:r>
                      <a:r>
                        <a:rPr sz="900" spc="145" dirty="0">
                          <a:latin typeface="Century Gothic"/>
                          <a:cs typeface="Century Gothic"/>
                        </a:rPr>
                        <a:t> </a:t>
                      </a:r>
                      <a:r>
                        <a:rPr sz="900" dirty="0">
                          <a:latin typeface="Century Gothic"/>
                          <a:cs typeface="Century Gothic"/>
                        </a:rPr>
                        <a:t>you</a:t>
                      </a:r>
                      <a:r>
                        <a:rPr sz="900" spc="145" dirty="0">
                          <a:latin typeface="Century Gothic"/>
                          <a:cs typeface="Century Gothic"/>
                        </a:rPr>
                        <a:t> </a:t>
                      </a:r>
                      <a:r>
                        <a:rPr sz="900" dirty="0">
                          <a:latin typeface="Century Gothic"/>
                          <a:cs typeface="Century Gothic"/>
                        </a:rPr>
                        <a:t>have</a:t>
                      </a:r>
                      <a:r>
                        <a:rPr sz="900" spc="150" dirty="0">
                          <a:latin typeface="Century Gothic"/>
                          <a:cs typeface="Century Gothic"/>
                        </a:rPr>
                        <a:t> </a:t>
                      </a:r>
                      <a:r>
                        <a:rPr sz="900" dirty="0">
                          <a:latin typeface="Century Gothic"/>
                          <a:cs typeface="Century Gothic"/>
                        </a:rPr>
                        <a:t>known</a:t>
                      </a:r>
                      <a:r>
                        <a:rPr sz="900" spc="140" dirty="0">
                          <a:latin typeface="Century Gothic"/>
                          <a:cs typeface="Century Gothic"/>
                        </a:rPr>
                        <a:t> </a:t>
                      </a:r>
                      <a:r>
                        <a:rPr sz="900" dirty="0">
                          <a:latin typeface="Century Gothic"/>
                          <a:cs typeface="Century Gothic"/>
                        </a:rPr>
                        <a:t>for</a:t>
                      </a:r>
                      <a:r>
                        <a:rPr sz="900" spc="155" dirty="0">
                          <a:latin typeface="Century Gothic"/>
                          <a:cs typeface="Century Gothic"/>
                        </a:rPr>
                        <a:t> </a:t>
                      </a:r>
                      <a:r>
                        <a:rPr sz="900" dirty="0">
                          <a:latin typeface="Century Gothic"/>
                          <a:cs typeface="Century Gothic"/>
                        </a:rPr>
                        <a:t>of</a:t>
                      </a:r>
                      <a:r>
                        <a:rPr sz="900" spc="150" dirty="0">
                          <a:latin typeface="Century Gothic"/>
                          <a:cs typeface="Century Gothic"/>
                        </a:rPr>
                        <a:t> </a:t>
                      </a:r>
                      <a:r>
                        <a:rPr sz="900" dirty="0">
                          <a:latin typeface="Century Gothic"/>
                          <a:cs typeface="Century Gothic"/>
                        </a:rPr>
                        <a:t>least</a:t>
                      </a:r>
                      <a:r>
                        <a:rPr sz="900" spc="150" dirty="0">
                          <a:latin typeface="Century Gothic"/>
                          <a:cs typeface="Century Gothic"/>
                        </a:rPr>
                        <a:t> </a:t>
                      </a:r>
                      <a:r>
                        <a:rPr sz="900" dirty="0">
                          <a:latin typeface="Century Gothic"/>
                          <a:cs typeface="Century Gothic"/>
                        </a:rPr>
                        <a:t>five</a:t>
                      </a:r>
                      <a:r>
                        <a:rPr sz="900" spc="150" dirty="0">
                          <a:latin typeface="Century Gothic"/>
                          <a:cs typeface="Century Gothic"/>
                        </a:rPr>
                        <a:t> </a:t>
                      </a:r>
                      <a:r>
                        <a:rPr sz="900" dirty="0">
                          <a:latin typeface="Century Gothic"/>
                          <a:cs typeface="Century Gothic"/>
                        </a:rPr>
                        <a:t>years</a:t>
                      </a:r>
                      <a:r>
                        <a:rPr sz="900" spc="155" dirty="0">
                          <a:latin typeface="Century Gothic"/>
                          <a:cs typeface="Century Gothic"/>
                        </a:rPr>
                        <a:t> </a:t>
                      </a:r>
                      <a:r>
                        <a:rPr sz="900" dirty="0">
                          <a:latin typeface="Century Gothic"/>
                          <a:cs typeface="Century Gothic"/>
                        </a:rPr>
                        <a:t>such</a:t>
                      </a:r>
                      <a:r>
                        <a:rPr sz="900" spc="150" dirty="0">
                          <a:latin typeface="Century Gothic"/>
                          <a:cs typeface="Century Gothic"/>
                        </a:rPr>
                        <a:t> </a:t>
                      </a:r>
                      <a:r>
                        <a:rPr sz="900" dirty="0">
                          <a:latin typeface="Century Gothic"/>
                          <a:cs typeface="Century Gothic"/>
                        </a:rPr>
                        <a:t>as</a:t>
                      </a:r>
                      <a:r>
                        <a:rPr sz="900" spc="155" dirty="0">
                          <a:latin typeface="Century Gothic"/>
                          <a:cs typeface="Century Gothic"/>
                        </a:rPr>
                        <a:t> </a:t>
                      </a:r>
                      <a:r>
                        <a:rPr sz="900" dirty="0">
                          <a:latin typeface="Century Gothic"/>
                          <a:cs typeface="Century Gothic"/>
                        </a:rPr>
                        <a:t>a</a:t>
                      </a:r>
                      <a:r>
                        <a:rPr sz="900" spc="150" dirty="0">
                          <a:latin typeface="Century Gothic"/>
                          <a:cs typeface="Century Gothic"/>
                        </a:rPr>
                        <a:t> </a:t>
                      </a:r>
                      <a:r>
                        <a:rPr sz="900" dirty="0">
                          <a:latin typeface="Century Gothic"/>
                          <a:cs typeface="Century Gothic"/>
                        </a:rPr>
                        <a:t>family</a:t>
                      </a:r>
                      <a:r>
                        <a:rPr sz="900" spc="155" dirty="0">
                          <a:latin typeface="Century Gothic"/>
                          <a:cs typeface="Century Gothic"/>
                        </a:rPr>
                        <a:t> </a:t>
                      </a:r>
                      <a:r>
                        <a:rPr sz="900" dirty="0">
                          <a:latin typeface="Century Gothic"/>
                          <a:cs typeface="Century Gothic"/>
                        </a:rPr>
                        <a:t>friend</a:t>
                      </a:r>
                      <a:r>
                        <a:rPr sz="900" spc="155" dirty="0">
                          <a:latin typeface="Century Gothic"/>
                          <a:cs typeface="Century Gothic"/>
                        </a:rPr>
                        <a:t> </a:t>
                      </a:r>
                      <a:r>
                        <a:rPr sz="900" spc="-25" dirty="0">
                          <a:latin typeface="Century Gothic"/>
                          <a:cs typeface="Century Gothic"/>
                        </a:rPr>
                        <a:t>or </a:t>
                      </a:r>
                      <a:r>
                        <a:rPr sz="900" dirty="0">
                          <a:latin typeface="Century Gothic"/>
                          <a:cs typeface="Century Gothic"/>
                        </a:rPr>
                        <a:t>neighbour,</a:t>
                      </a:r>
                      <a:r>
                        <a:rPr sz="900" spc="160" dirty="0">
                          <a:latin typeface="Century Gothic"/>
                          <a:cs typeface="Century Gothic"/>
                        </a:rPr>
                        <a:t> </a:t>
                      </a:r>
                      <a:r>
                        <a:rPr sz="900" dirty="0">
                          <a:latin typeface="Century Gothic"/>
                          <a:cs typeface="Century Gothic"/>
                        </a:rPr>
                        <a:t>but</a:t>
                      </a:r>
                      <a:r>
                        <a:rPr sz="900" spc="170" dirty="0">
                          <a:latin typeface="Century Gothic"/>
                          <a:cs typeface="Century Gothic"/>
                        </a:rPr>
                        <a:t> </a:t>
                      </a:r>
                      <a:r>
                        <a:rPr sz="900" dirty="0">
                          <a:latin typeface="Century Gothic"/>
                          <a:cs typeface="Century Gothic"/>
                        </a:rPr>
                        <a:t>not</a:t>
                      </a:r>
                      <a:r>
                        <a:rPr sz="900" spc="150" dirty="0">
                          <a:latin typeface="Century Gothic"/>
                          <a:cs typeface="Century Gothic"/>
                        </a:rPr>
                        <a:t> </a:t>
                      </a:r>
                      <a:r>
                        <a:rPr sz="900" dirty="0">
                          <a:latin typeface="Century Gothic"/>
                          <a:cs typeface="Century Gothic"/>
                        </a:rPr>
                        <a:t>a</a:t>
                      </a:r>
                      <a:r>
                        <a:rPr sz="900" spc="175" dirty="0">
                          <a:latin typeface="Century Gothic"/>
                          <a:cs typeface="Century Gothic"/>
                        </a:rPr>
                        <a:t> </a:t>
                      </a:r>
                      <a:r>
                        <a:rPr sz="900" dirty="0">
                          <a:latin typeface="Century Gothic"/>
                          <a:cs typeface="Century Gothic"/>
                        </a:rPr>
                        <a:t>relative.</a:t>
                      </a:r>
                      <a:r>
                        <a:rPr sz="900" spc="160" dirty="0">
                          <a:latin typeface="Century Gothic"/>
                          <a:cs typeface="Century Gothic"/>
                        </a:rPr>
                        <a:t> </a:t>
                      </a:r>
                      <a:r>
                        <a:rPr sz="900" dirty="0">
                          <a:latin typeface="Century Gothic"/>
                          <a:cs typeface="Century Gothic"/>
                        </a:rPr>
                        <a:t>Please</a:t>
                      </a:r>
                      <a:r>
                        <a:rPr sz="900" spc="170" dirty="0">
                          <a:latin typeface="Century Gothic"/>
                          <a:cs typeface="Century Gothic"/>
                        </a:rPr>
                        <a:t> </a:t>
                      </a:r>
                      <a:r>
                        <a:rPr sz="900" dirty="0">
                          <a:latin typeface="Century Gothic"/>
                          <a:cs typeface="Century Gothic"/>
                        </a:rPr>
                        <a:t>check</a:t>
                      </a:r>
                      <a:r>
                        <a:rPr sz="900" spc="170" dirty="0">
                          <a:latin typeface="Century Gothic"/>
                          <a:cs typeface="Century Gothic"/>
                        </a:rPr>
                        <a:t> </a:t>
                      </a:r>
                      <a:r>
                        <a:rPr sz="900" spc="50" dirty="0">
                          <a:latin typeface="Century Gothic"/>
                          <a:cs typeface="Century Gothic"/>
                        </a:rPr>
                        <a:t>with</a:t>
                      </a:r>
                      <a:r>
                        <a:rPr sz="900" spc="165" dirty="0">
                          <a:latin typeface="Century Gothic"/>
                          <a:cs typeface="Century Gothic"/>
                        </a:rPr>
                        <a:t> </a:t>
                      </a:r>
                      <a:r>
                        <a:rPr sz="900" dirty="0">
                          <a:latin typeface="Century Gothic"/>
                          <a:cs typeface="Century Gothic"/>
                        </a:rPr>
                        <a:t>the</a:t>
                      </a:r>
                      <a:r>
                        <a:rPr sz="900" spc="155" dirty="0">
                          <a:latin typeface="Century Gothic"/>
                          <a:cs typeface="Century Gothic"/>
                        </a:rPr>
                        <a:t> </a:t>
                      </a:r>
                      <a:r>
                        <a:rPr sz="900" dirty="0">
                          <a:latin typeface="Century Gothic"/>
                          <a:cs typeface="Century Gothic"/>
                        </a:rPr>
                        <a:t>people</a:t>
                      </a:r>
                      <a:r>
                        <a:rPr sz="900" spc="155" dirty="0">
                          <a:latin typeface="Century Gothic"/>
                          <a:cs typeface="Century Gothic"/>
                        </a:rPr>
                        <a:t> </a:t>
                      </a:r>
                      <a:r>
                        <a:rPr sz="900" dirty="0">
                          <a:latin typeface="Century Gothic"/>
                          <a:cs typeface="Century Gothic"/>
                        </a:rPr>
                        <a:t>that</a:t>
                      </a:r>
                      <a:r>
                        <a:rPr sz="900" spc="170" dirty="0">
                          <a:latin typeface="Century Gothic"/>
                          <a:cs typeface="Century Gothic"/>
                        </a:rPr>
                        <a:t> </a:t>
                      </a:r>
                      <a:r>
                        <a:rPr sz="900" dirty="0">
                          <a:latin typeface="Century Gothic"/>
                          <a:cs typeface="Century Gothic"/>
                        </a:rPr>
                        <a:t>they</a:t>
                      </a:r>
                      <a:r>
                        <a:rPr sz="900" spc="165" dirty="0">
                          <a:latin typeface="Century Gothic"/>
                          <a:cs typeface="Century Gothic"/>
                        </a:rPr>
                        <a:t> </a:t>
                      </a:r>
                      <a:r>
                        <a:rPr sz="900" spc="-25" dirty="0">
                          <a:latin typeface="Century Gothic"/>
                          <a:cs typeface="Century Gothic"/>
                        </a:rPr>
                        <a:t>are </a:t>
                      </a:r>
                      <a:r>
                        <a:rPr sz="900" spc="50" dirty="0">
                          <a:latin typeface="Century Gothic"/>
                          <a:cs typeface="Century Gothic"/>
                        </a:rPr>
                        <a:t>willing</a:t>
                      </a:r>
                      <a:r>
                        <a:rPr sz="900" spc="175" dirty="0">
                          <a:latin typeface="Century Gothic"/>
                          <a:cs typeface="Century Gothic"/>
                        </a:rPr>
                        <a:t> </a:t>
                      </a:r>
                      <a:r>
                        <a:rPr sz="900" dirty="0">
                          <a:latin typeface="Century Gothic"/>
                          <a:cs typeface="Century Gothic"/>
                        </a:rPr>
                        <a:t>to</a:t>
                      </a:r>
                      <a:r>
                        <a:rPr sz="900" spc="195" dirty="0">
                          <a:latin typeface="Century Gothic"/>
                          <a:cs typeface="Century Gothic"/>
                        </a:rPr>
                        <a:t> </a:t>
                      </a:r>
                      <a:r>
                        <a:rPr sz="900" dirty="0">
                          <a:latin typeface="Century Gothic"/>
                          <a:cs typeface="Century Gothic"/>
                        </a:rPr>
                        <a:t>provide</a:t>
                      </a:r>
                      <a:r>
                        <a:rPr sz="900" spc="195" dirty="0">
                          <a:latin typeface="Century Gothic"/>
                          <a:cs typeface="Century Gothic"/>
                        </a:rPr>
                        <a:t> </a:t>
                      </a:r>
                      <a:r>
                        <a:rPr sz="900" dirty="0">
                          <a:latin typeface="Century Gothic"/>
                          <a:cs typeface="Century Gothic"/>
                        </a:rPr>
                        <a:t>a</a:t>
                      </a:r>
                      <a:r>
                        <a:rPr sz="900" spc="180" dirty="0">
                          <a:latin typeface="Century Gothic"/>
                          <a:cs typeface="Century Gothic"/>
                        </a:rPr>
                        <a:t> </a:t>
                      </a:r>
                      <a:r>
                        <a:rPr sz="900" dirty="0">
                          <a:latin typeface="Century Gothic"/>
                          <a:cs typeface="Century Gothic"/>
                        </a:rPr>
                        <a:t>reference</a:t>
                      </a:r>
                      <a:r>
                        <a:rPr sz="900" spc="190" dirty="0">
                          <a:latin typeface="Century Gothic"/>
                          <a:cs typeface="Century Gothic"/>
                        </a:rPr>
                        <a:t> </a:t>
                      </a:r>
                      <a:r>
                        <a:rPr sz="900" dirty="0">
                          <a:latin typeface="Century Gothic"/>
                          <a:cs typeface="Century Gothic"/>
                        </a:rPr>
                        <a:t>for</a:t>
                      </a:r>
                      <a:r>
                        <a:rPr sz="900" spc="200" dirty="0">
                          <a:latin typeface="Century Gothic"/>
                          <a:cs typeface="Century Gothic"/>
                        </a:rPr>
                        <a:t> </a:t>
                      </a:r>
                      <a:r>
                        <a:rPr sz="900" dirty="0">
                          <a:latin typeface="Century Gothic"/>
                          <a:cs typeface="Century Gothic"/>
                        </a:rPr>
                        <a:t>you</a:t>
                      </a:r>
                      <a:r>
                        <a:rPr sz="900" spc="190" dirty="0">
                          <a:latin typeface="Century Gothic"/>
                          <a:cs typeface="Century Gothic"/>
                        </a:rPr>
                        <a:t> </a:t>
                      </a:r>
                      <a:r>
                        <a:rPr sz="900" dirty="0">
                          <a:latin typeface="Century Gothic"/>
                          <a:cs typeface="Century Gothic"/>
                        </a:rPr>
                        <a:t>before</a:t>
                      </a:r>
                      <a:r>
                        <a:rPr sz="900" spc="195" dirty="0">
                          <a:latin typeface="Century Gothic"/>
                          <a:cs typeface="Century Gothic"/>
                        </a:rPr>
                        <a:t> </a:t>
                      </a:r>
                      <a:r>
                        <a:rPr sz="900" dirty="0">
                          <a:latin typeface="Century Gothic"/>
                          <a:cs typeface="Century Gothic"/>
                        </a:rPr>
                        <a:t>you</a:t>
                      </a:r>
                      <a:r>
                        <a:rPr sz="900" spc="190" dirty="0">
                          <a:latin typeface="Century Gothic"/>
                          <a:cs typeface="Century Gothic"/>
                        </a:rPr>
                        <a:t> </a:t>
                      </a:r>
                      <a:r>
                        <a:rPr sz="900" dirty="0">
                          <a:latin typeface="Century Gothic"/>
                          <a:cs typeface="Century Gothic"/>
                        </a:rPr>
                        <a:t>put</a:t>
                      </a:r>
                      <a:r>
                        <a:rPr sz="900" spc="190" dirty="0">
                          <a:latin typeface="Century Gothic"/>
                          <a:cs typeface="Century Gothic"/>
                        </a:rPr>
                        <a:t> </a:t>
                      </a:r>
                      <a:r>
                        <a:rPr sz="900" dirty="0">
                          <a:latin typeface="Century Gothic"/>
                          <a:cs typeface="Century Gothic"/>
                        </a:rPr>
                        <a:t>their</a:t>
                      </a:r>
                      <a:r>
                        <a:rPr sz="900" spc="200" dirty="0">
                          <a:latin typeface="Century Gothic"/>
                          <a:cs typeface="Century Gothic"/>
                        </a:rPr>
                        <a:t> </a:t>
                      </a:r>
                      <a:r>
                        <a:rPr sz="900" dirty="0">
                          <a:latin typeface="Century Gothic"/>
                          <a:cs typeface="Century Gothic"/>
                        </a:rPr>
                        <a:t>details</a:t>
                      </a:r>
                      <a:r>
                        <a:rPr sz="900" spc="200" dirty="0">
                          <a:latin typeface="Century Gothic"/>
                          <a:cs typeface="Century Gothic"/>
                        </a:rPr>
                        <a:t> </a:t>
                      </a:r>
                      <a:r>
                        <a:rPr sz="900" dirty="0">
                          <a:latin typeface="Century Gothic"/>
                          <a:cs typeface="Century Gothic"/>
                        </a:rPr>
                        <a:t>on</a:t>
                      </a:r>
                      <a:r>
                        <a:rPr sz="900" spc="190" dirty="0">
                          <a:latin typeface="Century Gothic"/>
                          <a:cs typeface="Century Gothic"/>
                        </a:rPr>
                        <a:t> </a:t>
                      </a:r>
                      <a:r>
                        <a:rPr sz="900" spc="-25" dirty="0">
                          <a:latin typeface="Century Gothic"/>
                          <a:cs typeface="Century Gothic"/>
                        </a:rPr>
                        <a:t>the </a:t>
                      </a:r>
                      <a:r>
                        <a:rPr sz="900" spc="-10" dirty="0">
                          <a:latin typeface="Century Gothic"/>
                          <a:cs typeface="Century Gothic"/>
                        </a:rPr>
                        <a:t>form.</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8"/>
                  </a:ext>
                </a:extLst>
              </a:tr>
              <a:tr h="379095">
                <a:tc>
                  <a:txBody>
                    <a:bodyPr/>
                    <a:lstStyle/>
                    <a:p>
                      <a:pPr algn="ctr">
                        <a:lnSpc>
                          <a:spcPct val="100000"/>
                        </a:lnSpc>
                        <a:spcBef>
                          <a:spcPts val="305"/>
                        </a:spcBef>
                      </a:pPr>
                      <a:r>
                        <a:rPr sz="1000" b="1" spc="-25" dirty="0">
                          <a:latin typeface="Calibri"/>
                          <a:cs typeface="Calibri"/>
                        </a:rPr>
                        <a:t>12</a:t>
                      </a:r>
                      <a:endParaRPr sz="10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marR="82550">
                        <a:lnSpc>
                          <a:spcPct val="100000"/>
                        </a:lnSpc>
                        <a:spcBef>
                          <a:spcPts val="310"/>
                        </a:spcBef>
                      </a:pPr>
                      <a:r>
                        <a:rPr sz="900" spc="50" dirty="0">
                          <a:latin typeface="Century Gothic"/>
                          <a:cs typeface="Century Gothic"/>
                        </a:rPr>
                        <a:t>Tell</a:t>
                      </a:r>
                      <a:r>
                        <a:rPr sz="900" spc="114" dirty="0">
                          <a:latin typeface="Century Gothic"/>
                          <a:cs typeface="Century Gothic"/>
                        </a:rPr>
                        <a:t> </a:t>
                      </a:r>
                      <a:r>
                        <a:rPr sz="900" spc="65" dirty="0">
                          <a:latin typeface="Century Gothic"/>
                          <a:cs typeface="Century Gothic"/>
                        </a:rPr>
                        <a:t>us</a:t>
                      </a:r>
                      <a:r>
                        <a:rPr sz="900" spc="130" dirty="0">
                          <a:latin typeface="Century Gothic"/>
                          <a:cs typeface="Century Gothic"/>
                        </a:rPr>
                        <a:t> </a:t>
                      </a:r>
                      <a:r>
                        <a:rPr sz="900" spc="55" dirty="0">
                          <a:latin typeface="Century Gothic"/>
                          <a:cs typeface="Century Gothic"/>
                        </a:rPr>
                        <a:t>in</a:t>
                      </a:r>
                      <a:r>
                        <a:rPr sz="900" spc="125" dirty="0">
                          <a:latin typeface="Century Gothic"/>
                          <a:cs typeface="Century Gothic"/>
                        </a:rPr>
                        <a:t> </a:t>
                      </a:r>
                      <a:r>
                        <a:rPr sz="900" spc="60" dirty="0">
                          <a:latin typeface="Century Gothic"/>
                          <a:cs typeface="Century Gothic"/>
                        </a:rPr>
                        <a:t>this</a:t>
                      </a:r>
                      <a:r>
                        <a:rPr sz="900" spc="110" dirty="0">
                          <a:latin typeface="Century Gothic"/>
                          <a:cs typeface="Century Gothic"/>
                        </a:rPr>
                        <a:t> </a:t>
                      </a:r>
                      <a:r>
                        <a:rPr sz="900" dirty="0">
                          <a:latin typeface="Century Gothic"/>
                          <a:cs typeface="Century Gothic"/>
                        </a:rPr>
                        <a:t>section</a:t>
                      </a:r>
                      <a:r>
                        <a:rPr sz="900" spc="130" dirty="0">
                          <a:latin typeface="Century Gothic"/>
                          <a:cs typeface="Century Gothic"/>
                        </a:rPr>
                        <a:t> </a:t>
                      </a:r>
                      <a:r>
                        <a:rPr sz="900" dirty="0">
                          <a:latin typeface="Century Gothic"/>
                          <a:cs typeface="Century Gothic"/>
                        </a:rPr>
                        <a:t>about</a:t>
                      </a:r>
                      <a:r>
                        <a:rPr sz="900" spc="110" dirty="0">
                          <a:latin typeface="Century Gothic"/>
                          <a:cs typeface="Century Gothic"/>
                        </a:rPr>
                        <a:t> </a:t>
                      </a:r>
                      <a:r>
                        <a:rPr sz="900" dirty="0">
                          <a:latin typeface="Century Gothic"/>
                          <a:cs typeface="Century Gothic"/>
                        </a:rPr>
                        <a:t>any</a:t>
                      </a:r>
                      <a:r>
                        <a:rPr sz="900" spc="125" dirty="0">
                          <a:latin typeface="Century Gothic"/>
                          <a:cs typeface="Century Gothic"/>
                        </a:rPr>
                        <a:t> </a:t>
                      </a:r>
                      <a:r>
                        <a:rPr sz="900" dirty="0">
                          <a:latin typeface="Century Gothic"/>
                          <a:cs typeface="Century Gothic"/>
                        </a:rPr>
                        <a:t>special</a:t>
                      </a:r>
                      <a:r>
                        <a:rPr sz="900" spc="120" dirty="0">
                          <a:latin typeface="Century Gothic"/>
                          <a:cs typeface="Century Gothic"/>
                        </a:rPr>
                        <a:t> </a:t>
                      </a:r>
                      <a:r>
                        <a:rPr sz="900" dirty="0">
                          <a:latin typeface="Century Gothic"/>
                          <a:cs typeface="Century Gothic"/>
                        </a:rPr>
                        <a:t>arrangements</a:t>
                      </a:r>
                      <a:r>
                        <a:rPr sz="900" spc="125" dirty="0">
                          <a:latin typeface="Century Gothic"/>
                          <a:cs typeface="Century Gothic"/>
                        </a:rPr>
                        <a:t> </a:t>
                      </a:r>
                      <a:r>
                        <a:rPr sz="900" dirty="0">
                          <a:latin typeface="Century Gothic"/>
                          <a:cs typeface="Century Gothic"/>
                        </a:rPr>
                        <a:t>you</a:t>
                      </a:r>
                      <a:r>
                        <a:rPr sz="900" spc="114" dirty="0">
                          <a:latin typeface="Century Gothic"/>
                          <a:cs typeface="Century Gothic"/>
                        </a:rPr>
                        <a:t> </a:t>
                      </a:r>
                      <a:r>
                        <a:rPr sz="900" dirty="0">
                          <a:latin typeface="Century Gothic"/>
                          <a:cs typeface="Century Gothic"/>
                        </a:rPr>
                        <a:t>need</a:t>
                      </a:r>
                      <a:r>
                        <a:rPr sz="900" spc="125" dirty="0">
                          <a:latin typeface="Century Gothic"/>
                          <a:cs typeface="Century Gothic"/>
                        </a:rPr>
                        <a:t> </a:t>
                      </a:r>
                      <a:r>
                        <a:rPr sz="900" dirty="0">
                          <a:latin typeface="Century Gothic"/>
                          <a:cs typeface="Century Gothic"/>
                        </a:rPr>
                        <a:t>if</a:t>
                      </a:r>
                      <a:r>
                        <a:rPr sz="900" spc="114" dirty="0">
                          <a:latin typeface="Century Gothic"/>
                          <a:cs typeface="Century Gothic"/>
                        </a:rPr>
                        <a:t> </a:t>
                      </a:r>
                      <a:r>
                        <a:rPr sz="900" dirty="0">
                          <a:latin typeface="Century Gothic"/>
                          <a:cs typeface="Century Gothic"/>
                        </a:rPr>
                        <a:t>you</a:t>
                      </a:r>
                      <a:r>
                        <a:rPr sz="900" spc="114" dirty="0">
                          <a:latin typeface="Century Gothic"/>
                          <a:cs typeface="Century Gothic"/>
                        </a:rPr>
                        <a:t> </a:t>
                      </a:r>
                      <a:r>
                        <a:rPr sz="900" spc="-25" dirty="0">
                          <a:latin typeface="Century Gothic"/>
                          <a:cs typeface="Century Gothic"/>
                        </a:rPr>
                        <a:t>are </a:t>
                      </a:r>
                      <a:r>
                        <a:rPr sz="900" dirty="0">
                          <a:latin typeface="Century Gothic"/>
                          <a:cs typeface="Century Gothic"/>
                        </a:rPr>
                        <a:t>invited</a:t>
                      </a:r>
                      <a:r>
                        <a:rPr sz="900" spc="55" dirty="0">
                          <a:latin typeface="Century Gothic"/>
                          <a:cs typeface="Century Gothic"/>
                        </a:rPr>
                        <a:t> </a:t>
                      </a:r>
                      <a:r>
                        <a:rPr sz="900" dirty="0">
                          <a:latin typeface="Century Gothic"/>
                          <a:cs typeface="Century Gothic"/>
                        </a:rPr>
                        <a:t>for</a:t>
                      </a:r>
                      <a:r>
                        <a:rPr sz="900" spc="75" dirty="0">
                          <a:latin typeface="Century Gothic"/>
                          <a:cs typeface="Century Gothic"/>
                        </a:rPr>
                        <a:t> </a:t>
                      </a:r>
                      <a:r>
                        <a:rPr sz="900" dirty="0">
                          <a:latin typeface="Century Gothic"/>
                          <a:cs typeface="Century Gothic"/>
                        </a:rPr>
                        <a:t>on</a:t>
                      </a:r>
                      <a:r>
                        <a:rPr sz="900" spc="75" dirty="0">
                          <a:latin typeface="Century Gothic"/>
                          <a:cs typeface="Century Gothic"/>
                        </a:rPr>
                        <a:t> </a:t>
                      </a:r>
                      <a:r>
                        <a:rPr sz="900" spc="-10" dirty="0">
                          <a:latin typeface="Century Gothic"/>
                          <a:cs typeface="Century Gothic"/>
                        </a:rPr>
                        <a:t>interview.</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9"/>
                  </a:ext>
                </a:extLst>
              </a:tr>
              <a:tr h="1065530">
                <a:tc>
                  <a:txBody>
                    <a:bodyPr/>
                    <a:lstStyle/>
                    <a:p>
                      <a:pPr marL="1270" algn="ctr">
                        <a:lnSpc>
                          <a:spcPct val="100000"/>
                        </a:lnSpc>
                        <a:spcBef>
                          <a:spcPts val="305"/>
                        </a:spcBef>
                      </a:pPr>
                      <a:r>
                        <a:rPr sz="1000" b="1" spc="-25" dirty="0">
                          <a:latin typeface="Calibri"/>
                          <a:cs typeface="Calibri"/>
                        </a:rPr>
                        <a:t>13</a:t>
                      </a:r>
                      <a:endParaRPr sz="10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10"/>
                        </a:spcBef>
                      </a:pPr>
                      <a:r>
                        <a:rPr sz="900" dirty="0">
                          <a:latin typeface="Century Gothic"/>
                          <a:cs typeface="Century Gothic"/>
                        </a:rPr>
                        <a:t>Tick</a:t>
                      </a:r>
                      <a:r>
                        <a:rPr sz="900" spc="55" dirty="0">
                          <a:latin typeface="Century Gothic"/>
                          <a:cs typeface="Century Gothic"/>
                        </a:rPr>
                        <a:t> </a:t>
                      </a:r>
                      <a:r>
                        <a:rPr sz="900" spc="60" dirty="0">
                          <a:latin typeface="Century Gothic"/>
                          <a:cs typeface="Century Gothic"/>
                        </a:rPr>
                        <a:t>this</a:t>
                      </a:r>
                      <a:r>
                        <a:rPr sz="900" spc="50" dirty="0">
                          <a:latin typeface="Century Gothic"/>
                          <a:cs typeface="Century Gothic"/>
                        </a:rPr>
                        <a:t> </a:t>
                      </a:r>
                      <a:r>
                        <a:rPr sz="900" dirty="0">
                          <a:latin typeface="Century Gothic"/>
                          <a:cs typeface="Century Gothic"/>
                        </a:rPr>
                        <a:t>box</a:t>
                      </a:r>
                      <a:r>
                        <a:rPr sz="900" spc="40" dirty="0">
                          <a:latin typeface="Century Gothic"/>
                          <a:cs typeface="Century Gothic"/>
                        </a:rPr>
                        <a:t> </a:t>
                      </a:r>
                      <a:r>
                        <a:rPr sz="900" spc="-35" dirty="0">
                          <a:latin typeface="Century Gothic"/>
                          <a:cs typeface="Century Gothic"/>
                        </a:rPr>
                        <a:t>if</a:t>
                      </a:r>
                      <a:endParaRPr sz="900">
                        <a:latin typeface="Century Gothic"/>
                        <a:cs typeface="Century Gothic"/>
                      </a:endParaRPr>
                    </a:p>
                    <a:p>
                      <a:pPr marL="263525" indent="-172720">
                        <a:lnSpc>
                          <a:spcPct val="100000"/>
                        </a:lnSpc>
                        <a:spcBef>
                          <a:spcPts val="10"/>
                        </a:spcBef>
                        <a:buFont typeface="Arial"/>
                        <a:buChar char="•"/>
                        <a:tabLst>
                          <a:tab pos="263525" algn="l"/>
                        </a:tabLst>
                      </a:pPr>
                      <a:r>
                        <a:rPr sz="900" dirty="0">
                          <a:latin typeface="Century Gothic"/>
                          <a:cs typeface="Century Gothic"/>
                        </a:rPr>
                        <a:t>you</a:t>
                      </a:r>
                      <a:r>
                        <a:rPr sz="900" spc="40" dirty="0">
                          <a:latin typeface="Century Gothic"/>
                          <a:cs typeface="Century Gothic"/>
                        </a:rPr>
                        <a:t> </a:t>
                      </a:r>
                      <a:r>
                        <a:rPr sz="900" spc="-20" dirty="0">
                          <a:latin typeface="Century Gothic"/>
                          <a:cs typeface="Century Gothic"/>
                        </a:rPr>
                        <a:t>have</a:t>
                      </a:r>
                      <a:r>
                        <a:rPr sz="900" spc="50" dirty="0">
                          <a:latin typeface="Century Gothic"/>
                          <a:cs typeface="Century Gothic"/>
                        </a:rPr>
                        <a:t> </a:t>
                      </a:r>
                      <a:r>
                        <a:rPr sz="900" spc="-95" dirty="0">
                          <a:latin typeface="Century Gothic"/>
                          <a:cs typeface="Century Gothic"/>
                        </a:rPr>
                        <a:t>a</a:t>
                      </a:r>
                      <a:r>
                        <a:rPr sz="900" spc="65" dirty="0">
                          <a:latin typeface="Century Gothic"/>
                          <a:cs typeface="Century Gothic"/>
                        </a:rPr>
                        <a:t> </a:t>
                      </a:r>
                      <a:r>
                        <a:rPr sz="900" dirty="0">
                          <a:latin typeface="Century Gothic"/>
                          <a:cs typeface="Century Gothic"/>
                        </a:rPr>
                        <a:t>disability</a:t>
                      </a:r>
                      <a:r>
                        <a:rPr sz="900" spc="35" dirty="0">
                          <a:latin typeface="Century Gothic"/>
                          <a:cs typeface="Century Gothic"/>
                        </a:rPr>
                        <a:t> </a:t>
                      </a:r>
                      <a:r>
                        <a:rPr sz="900" b="1" spc="-25" dirty="0">
                          <a:latin typeface="Arial"/>
                          <a:cs typeface="Arial"/>
                        </a:rPr>
                        <a:t>and</a:t>
                      </a:r>
                      <a:endParaRPr sz="900">
                        <a:latin typeface="Arial"/>
                        <a:cs typeface="Arial"/>
                      </a:endParaRPr>
                    </a:p>
                    <a:p>
                      <a:pPr marL="263525" indent="-172720">
                        <a:lnSpc>
                          <a:spcPct val="100000"/>
                        </a:lnSpc>
                        <a:spcBef>
                          <a:spcPts val="15"/>
                        </a:spcBef>
                        <a:buChar char="•"/>
                        <a:tabLst>
                          <a:tab pos="263525" algn="l"/>
                        </a:tabLst>
                      </a:pPr>
                      <a:r>
                        <a:rPr sz="900" dirty="0">
                          <a:latin typeface="Arial"/>
                          <a:cs typeface="Arial"/>
                        </a:rPr>
                        <a:t>the</a:t>
                      </a:r>
                      <a:r>
                        <a:rPr sz="900" spc="-15" dirty="0">
                          <a:latin typeface="Arial"/>
                          <a:cs typeface="Arial"/>
                        </a:rPr>
                        <a:t> </a:t>
                      </a:r>
                      <a:r>
                        <a:rPr sz="900" dirty="0">
                          <a:latin typeface="Arial"/>
                          <a:cs typeface="Arial"/>
                        </a:rPr>
                        <a:t>employer</a:t>
                      </a:r>
                      <a:r>
                        <a:rPr sz="900" spc="-30" dirty="0">
                          <a:latin typeface="Arial"/>
                          <a:cs typeface="Arial"/>
                        </a:rPr>
                        <a:t> </a:t>
                      </a:r>
                      <a:r>
                        <a:rPr sz="900" dirty="0">
                          <a:latin typeface="Arial"/>
                          <a:cs typeface="Arial"/>
                        </a:rPr>
                        <a:t>uses</a:t>
                      </a:r>
                      <a:r>
                        <a:rPr sz="900" spc="-20"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disability</a:t>
                      </a:r>
                      <a:r>
                        <a:rPr sz="900" spc="-35" dirty="0">
                          <a:latin typeface="Arial"/>
                          <a:cs typeface="Arial"/>
                        </a:rPr>
                        <a:t> </a:t>
                      </a:r>
                      <a:r>
                        <a:rPr sz="900" dirty="0">
                          <a:latin typeface="Arial"/>
                          <a:cs typeface="Arial"/>
                        </a:rPr>
                        <a:t>symbol,</a:t>
                      </a:r>
                      <a:r>
                        <a:rPr sz="900" spc="-30" dirty="0">
                          <a:latin typeface="Arial"/>
                          <a:cs typeface="Arial"/>
                        </a:rPr>
                        <a:t> </a:t>
                      </a:r>
                      <a:r>
                        <a:rPr sz="900" spc="-25" dirty="0">
                          <a:latin typeface="Arial"/>
                          <a:cs typeface="Arial"/>
                        </a:rPr>
                        <a:t>and</a:t>
                      </a:r>
                      <a:endParaRPr sz="900">
                        <a:latin typeface="Arial"/>
                        <a:cs typeface="Arial"/>
                      </a:endParaRPr>
                    </a:p>
                    <a:p>
                      <a:pPr marL="263525" marR="84455" indent="-172720">
                        <a:lnSpc>
                          <a:spcPts val="1070"/>
                        </a:lnSpc>
                        <a:spcBef>
                          <a:spcPts val="45"/>
                        </a:spcBef>
                        <a:buChar char="•"/>
                        <a:tabLst>
                          <a:tab pos="263525" algn="l"/>
                        </a:tabLst>
                      </a:pPr>
                      <a:r>
                        <a:rPr sz="900" dirty="0">
                          <a:latin typeface="Arial"/>
                          <a:cs typeface="Arial"/>
                        </a:rPr>
                        <a:t>you</a:t>
                      </a:r>
                      <a:r>
                        <a:rPr sz="900" spc="215" dirty="0">
                          <a:latin typeface="Arial"/>
                          <a:cs typeface="Arial"/>
                        </a:rPr>
                        <a:t> </a:t>
                      </a:r>
                      <a:r>
                        <a:rPr sz="900" dirty="0">
                          <a:latin typeface="Arial"/>
                          <a:cs typeface="Arial"/>
                        </a:rPr>
                        <a:t>want</a:t>
                      </a:r>
                      <a:r>
                        <a:rPr sz="900" spc="215" dirty="0">
                          <a:latin typeface="Arial"/>
                          <a:cs typeface="Arial"/>
                        </a:rPr>
                        <a:t> </a:t>
                      </a:r>
                      <a:r>
                        <a:rPr sz="900" dirty="0">
                          <a:latin typeface="Arial"/>
                          <a:cs typeface="Arial"/>
                        </a:rPr>
                        <a:t>to</a:t>
                      </a:r>
                      <a:r>
                        <a:rPr sz="900" spc="215" dirty="0">
                          <a:latin typeface="Arial"/>
                          <a:cs typeface="Arial"/>
                        </a:rPr>
                        <a:t> </a:t>
                      </a:r>
                      <a:r>
                        <a:rPr sz="900" dirty="0">
                          <a:latin typeface="Arial"/>
                          <a:cs typeface="Arial"/>
                        </a:rPr>
                        <a:t>ask</a:t>
                      </a:r>
                      <a:r>
                        <a:rPr sz="900" spc="204" dirty="0">
                          <a:latin typeface="Arial"/>
                          <a:cs typeface="Arial"/>
                        </a:rPr>
                        <a:t> </a:t>
                      </a:r>
                      <a:r>
                        <a:rPr sz="900" dirty="0">
                          <a:latin typeface="Arial"/>
                          <a:cs typeface="Arial"/>
                        </a:rPr>
                        <a:t>for</a:t>
                      </a:r>
                      <a:r>
                        <a:rPr sz="900" spc="204" dirty="0">
                          <a:latin typeface="Arial"/>
                          <a:cs typeface="Arial"/>
                        </a:rPr>
                        <a:t> </a:t>
                      </a:r>
                      <a:r>
                        <a:rPr sz="900" dirty="0">
                          <a:latin typeface="Arial"/>
                          <a:cs typeface="Arial"/>
                        </a:rPr>
                        <a:t>a</a:t>
                      </a:r>
                      <a:r>
                        <a:rPr sz="900" spc="215" dirty="0">
                          <a:latin typeface="Arial"/>
                          <a:cs typeface="Arial"/>
                        </a:rPr>
                        <a:t> </a:t>
                      </a:r>
                      <a:r>
                        <a:rPr sz="900" dirty="0">
                          <a:latin typeface="Arial"/>
                          <a:cs typeface="Arial"/>
                        </a:rPr>
                        <a:t>guaranteed</a:t>
                      </a:r>
                      <a:r>
                        <a:rPr sz="900" spc="215" dirty="0">
                          <a:latin typeface="Arial"/>
                          <a:cs typeface="Arial"/>
                        </a:rPr>
                        <a:t> </a:t>
                      </a:r>
                      <a:r>
                        <a:rPr sz="900" dirty="0">
                          <a:latin typeface="Arial"/>
                          <a:cs typeface="Arial"/>
                        </a:rPr>
                        <a:t>interview,</a:t>
                      </a:r>
                      <a:r>
                        <a:rPr sz="900" spc="215" dirty="0">
                          <a:latin typeface="Arial"/>
                          <a:cs typeface="Arial"/>
                        </a:rPr>
                        <a:t> </a:t>
                      </a:r>
                      <a:r>
                        <a:rPr sz="900" dirty="0">
                          <a:latin typeface="Arial"/>
                          <a:cs typeface="Arial"/>
                        </a:rPr>
                        <a:t>provided</a:t>
                      </a:r>
                      <a:r>
                        <a:rPr sz="900" spc="220" dirty="0">
                          <a:latin typeface="Arial"/>
                          <a:cs typeface="Arial"/>
                        </a:rPr>
                        <a:t> </a:t>
                      </a:r>
                      <a:r>
                        <a:rPr sz="900" dirty="0">
                          <a:latin typeface="Arial"/>
                          <a:cs typeface="Arial"/>
                        </a:rPr>
                        <a:t>you</a:t>
                      </a:r>
                      <a:r>
                        <a:rPr sz="900" spc="215" dirty="0">
                          <a:latin typeface="Arial"/>
                          <a:cs typeface="Arial"/>
                        </a:rPr>
                        <a:t> </a:t>
                      </a:r>
                      <a:r>
                        <a:rPr sz="900" dirty="0">
                          <a:latin typeface="Arial"/>
                          <a:cs typeface="Arial"/>
                        </a:rPr>
                        <a:t>meet</a:t>
                      </a:r>
                      <a:r>
                        <a:rPr sz="900" spc="215" dirty="0">
                          <a:latin typeface="Arial"/>
                          <a:cs typeface="Arial"/>
                        </a:rPr>
                        <a:t> </a:t>
                      </a:r>
                      <a:r>
                        <a:rPr sz="900" dirty="0">
                          <a:latin typeface="Arial"/>
                          <a:cs typeface="Arial"/>
                        </a:rPr>
                        <a:t>the</a:t>
                      </a:r>
                      <a:r>
                        <a:rPr sz="900" spc="204" dirty="0">
                          <a:latin typeface="Arial"/>
                          <a:cs typeface="Arial"/>
                        </a:rPr>
                        <a:t> </a:t>
                      </a:r>
                      <a:r>
                        <a:rPr sz="900" spc="-10" dirty="0">
                          <a:latin typeface="Arial"/>
                          <a:cs typeface="Arial"/>
                        </a:rPr>
                        <a:t>minimum </a:t>
                      </a:r>
                      <a:r>
                        <a:rPr sz="900" dirty="0">
                          <a:latin typeface="Arial"/>
                          <a:cs typeface="Arial"/>
                        </a:rPr>
                        <a:t>criteria</a:t>
                      </a:r>
                      <a:r>
                        <a:rPr sz="900" spc="-25" dirty="0">
                          <a:latin typeface="Arial"/>
                          <a:cs typeface="Arial"/>
                        </a:rPr>
                        <a:t> </a:t>
                      </a:r>
                      <a:r>
                        <a:rPr sz="900" dirty="0">
                          <a:latin typeface="Arial"/>
                          <a:cs typeface="Arial"/>
                        </a:rPr>
                        <a:t>for</a:t>
                      </a:r>
                      <a:r>
                        <a:rPr sz="900" spc="-15" dirty="0">
                          <a:latin typeface="Arial"/>
                          <a:cs typeface="Arial"/>
                        </a:rPr>
                        <a:t> </a:t>
                      </a:r>
                      <a:r>
                        <a:rPr sz="900" dirty="0">
                          <a:latin typeface="Arial"/>
                          <a:cs typeface="Arial"/>
                        </a:rPr>
                        <a:t>the</a:t>
                      </a:r>
                      <a:r>
                        <a:rPr sz="900" spc="-15" dirty="0">
                          <a:latin typeface="Arial"/>
                          <a:cs typeface="Arial"/>
                        </a:rPr>
                        <a:t> </a:t>
                      </a:r>
                      <a:r>
                        <a:rPr sz="900" dirty="0">
                          <a:latin typeface="Arial"/>
                          <a:cs typeface="Arial"/>
                        </a:rPr>
                        <a:t>job</a:t>
                      </a:r>
                      <a:r>
                        <a:rPr sz="900" spc="-15" dirty="0">
                          <a:latin typeface="Arial"/>
                          <a:cs typeface="Arial"/>
                        </a:rPr>
                        <a:t> </a:t>
                      </a:r>
                      <a:r>
                        <a:rPr sz="900" spc="-10" dirty="0">
                          <a:latin typeface="Arial"/>
                          <a:cs typeface="Arial"/>
                        </a:rPr>
                        <a:t>posting.</a:t>
                      </a:r>
                      <a:endParaRPr sz="900">
                        <a:latin typeface="Arial"/>
                        <a:cs typeface="Arial"/>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0"/>
                  </a:ext>
                </a:extLst>
              </a:tr>
              <a:tr h="371475">
                <a:tc>
                  <a:txBody>
                    <a:bodyPr/>
                    <a:lstStyle/>
                    <a:p>
                      <a:pPr marL="1270" algn="ctr">
                        <a:lnSpc>
                          <a:spcPct val="100000"/>
                        </a:lnSpc>
                        <a:spcBef>
                          <a:spcPts val="305"/>
                        </a:spcBef>
                      </a:pPr>
                      <a:r>
                        <a:rPr sz="1000" b="1" spc="-25" dirty="0">
                          <a:latin typeface="Calibri"/>
                          <a:cs typeface="Calibri"/>
                        </a:rPr>
                        <a:t>14</a:t>
                      </a:r>
                      <a:endParaRPr sz="1000">
                        <a:latin typeface="Calibri"/>
                        <a:cs typeface="Calibri"/>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marR="85090">
                        <a:lnSpc>
                          <a:spcPct val="100000"/>
                        </a:lnSpc>
                        <a:spcBef>
                          <a:spcPts val="310"/>
                        </a:spcBef>
                      </a:pPr>
                      <a:r>
                        <a:rPr sz="900" spc="50" dirty="0">
                          <a:latin typeface="Century Gothic"/>
                          <a:cs typeface="Century Gothic"/>
                        </a:rPr>
                        <a:t>Sign</a:t>
                      </a:r>
                      <a:r>
                        <a:rPr sz="900" spc="165" dirty="0">
                          <a:latin typeface="Century Gothic"/>
                          <a:cs typeface="Century Gothic"/>
                        </a:rPr>
                        <a:t> </a:t>
                      </a:r>
                      <a:r>
                        <a:rPr sz="900" dirty="0">
                          <a:latin typeface="Century Gothic"/>
                          <a:cs typeface="Century Gothic"/>
                        </a:rPr>
                        <a:t>and</a:t>
                      </a:r>
                      <a:r>
                        <a:rPr sz="900" spc="165" dirty="0">
                          <a:latin typeface="Century Gothic"/>
                          <a:cs typeface="Century Gothic"/>
                        </a:rPr>
                        <a:t> </a:t>
                      </a:r>
                      <a:r>
                        <a:rPr sz="900" dirty="0">
                          <a:latin typeface="Century Gothic"/>
                          <a:cs typeface="Century Gothic"/>
                        </a:rPr>
                        <a:t>date</a:t>
                      </a:r>
                      <a:r>
                        <a:rPr sz="900" spc="160" dirty="0">
                          <a:latin typeface="Century Gothic"/>
                          <a:cs typeface="Century Gothic"/>
                        </a:rPr>
                        <a:t> </a:t>
                      </a:r>
                      <a:r>
                        <a:rPr sz="900" dirty="0">
                          <a:latin typeface="Century Gothic"/>
                          <a:cs typeface="Century Gothic"/>
                        </a:rPr>
                        <a:t>the</a:t>
                      </a:r>
                      <a:r>
                        <a:rPr sz="900" spc="160" dirty="0">
                          <a:latin typeface="Century Gothic"/>
                          <a:cs typeface="Century Gothic"/>
                        </a:rPr>
                        <a:t> </a:t>
                      </a:r>
                      <a:r>
                        <a:rPr sz="900" dirty="0">
                          <a:latin typeface="Century Gothic"/>
                          <a:cs typeface="Century Gothic"/>
                        </a:rPr>
                        <a:t>form</a:t>
                      </a:r>
                      <a:r>
                        <a:rPr sz="900" spc="175" dirty="0">
                          <a:latin typeface="Century Gothic"/>
                          <a:cs typeface="Century Gothic"/>
                        </a:rPr>
                        <a:t> </a:t>
                      </a:r>
                      <a:r>
                        <a:rPr sz="900" dirty="0">
                          <a:latin typeface="Century Gothic"/>
                          <a:cs typeface="Century Gothic"/>
                        </a:rPr>
                        <a:t>to</a:t>
                      </a:r>
                      <a:r>
                        <a:rPr sz="900" spc="150" dirty="0">
                          <a:latin typeface="Century Gothic"/>
                          <a:cs typeface="Century Gothic"/>
                        </a:rPr>
                        <a:t> </a:t>
                      </a:r>
                      <a:r>
                        <a:rPr sz="900" dirty="0">
                          <a:latin typeface="Century Gothic"/>
                          <a:cs typeface="Century Gothic"/>
                        </a:rPr>
                        <a:t>confirm</a:t>
                      </a:r>
                      <a:r>
                        <a:rPr sz="900" spc="170" dirty="0">
                          <a:latin typeface="Century Gothic"/>
                          <a:cs typeface="Century Gothic"/>
                        </a:rPr>
                        <a:t> </a:t>
                      </a:r>
                      <a:r>
                        <a:rPr sz="900" dirty="0">
                          <a:latin typeface="Century Gothic"/>
                          <a:cs typeface="Century Gothic"/>
                        </a:rPr>
                        <a:t>that</a:t>
                      </a:r>
                      <a:r>
                        <a:rPr sz="900" spc="160" dirty="0">
                          <a:latin typeface="Century Gothic"/>
                          <a:cs typeface="Century Gothic"/>
                        </a:rPr>
                        <a:t> </a:t>
                      </a:r>
                      <a:r>
                        <a:rPr sz="900" dirty="0">
                          <a:latin typeface="Century Gothic"/>
                          <a:cs typeface="Century Gothic"/>
                        </a:rPr>
                        <a:t>the</a:t>
                      </a:r>
                      <a:r>
                        <a:rPr sz="900" spc="160" dirty="0">
                          <a:latin typeface="Century Gothic"/>
                          <a:cs typeface="Century Gothic"/>
                        </a:rPr>
                        <a:t> </a:t>
                      </a:r>
                      <a:r>
                        <a:rPr sz="900" dirty="0">
                          <a:latin typeface="Century Gothic"/>
                          <a:cs typeface="Century Gothic"/>
                        </a:rPr>
                        <a:t>information</a:t>
                      </a:r>
                      <a:r>
                        <a:rPr sz="900" spc="170" dirty="0">
                          <a:latin typeface="Century Gothic"/>
                          <a:cs typeface="Century Gothic"/>
                        </a:rPr>
                        <a:t> </a:t>
                      </a:r>
                      <a:r>
                        <a:rPr sz="900" dirty="0">
                          <a:latin typeface="Century Gothic"/>
                          <a:cs typeface="Century Gothic"/>
                        </a:rPr>
                        <a:t>you</a:t>
                      </a:r>
                      <a:r>
                        <a:rPr sz="900" spc="155" dirty="0">
                          <a:latin typeface="Century Gothic"/>
                          <a:cs typeface="Century Gothic"/>
                        </a:rPr>
                        <a:t> </a:t>
                      </a:r>
                      <a:r>
                        <a:rPr sz="900" dirty="0">
                          <a:latin typeface="Century Gothic"/>
                          <a:cs typeface="Century Gothic"/>
                        </a:rPr>
                        <a:t>have</a:t>
                      </a:r>
                      <a:r>
                        <a:rPr sz="900" spc="160" dirty="0">
                          <a:latin typeface="Century Gothic"/>
                          <a:cs typeface="Century Gothic"/>
                        </a:rPr>
                        <a:t> </a:t>
                      </a:r>
                      <a:r>
                        <a:rPr sz="900" dirty="0">
                          <a:latin typeface="Century Gothic"/>
                          <a:cs typeface="Century Gothic"/>
                        </a:rPr>
                        <a:t>given</a:t>
                      </a:r>
                      <a:r>
                        <a:rPr sz="900" spc="165" dirty="0">
                          <a:latin typeface="Century Gothic"/>
                          <a:cs typeface="Century Gothic"/>
                        </a:rPr>
                        <a:t> </a:t>
                      </a:r>
                      <a:r>
                        <a:rPr sz="900" spc="35" dirty="0">
                          <a:latin typeface="Century Gothic"/>
                          <a:cs typeface="Century Gothic"/>
                        </a:rPr>
                        <a:t>is </a:t>
                      </a:r>
                      <a:r>
                        <a:rPr sz="900" spc="-10" dirty="0">
                          <a:latin typeface="Century Gothic"/>
                          <a:cs typeface="Century Gothic"/>
                        </a:rPr>
                        <a:t>correct.</a:t>
                      </a:r>
                      <a:endParaRPr sz="900">
                        <a:latin typeface="Century Gothic"/>
                        <a:cs typeface="Century Gothic"/>
                      </a:endParaRPr>
                    </a:p>
                  </a:txBody>
                  <a:tcPr marL="0" marR="0" marT="3937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9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11"/>
                  </a:ext>
                </a:extLst>
              </a:tr>
              <a:tr h="1171575">
                <a:tc gridSpan="3">
                  <a:txBody>
                    <a:bodyPr/>
                    <a:lstStyle/>
                    <a:p>
                      <a:pPr marL="77470">
                        <a:lnSpc>
                          <a:spcPct val="100000"/>
                        </a:lnSpc>
                        <a:spcBef>
                          <a:spcPts val="440"/>
                        </a:spcBef>
                      </a:pPr>
                      <a:r>
                        <a:rPr sz="1200" spc="75" dirty="0">
                          <a:latin typeface="Century Gothic"/>
                          <a:cs typeface="Century Gothic"/>
                        </a:rPr>
                        <a:t>Tutor</a:t>
                      </a:r>
                      <a:r>
                        <a:rPr sz="1200" spc="-15" dirty="0">
                          <a:latin typeface="Century Gothic"/>
                          <a:cs typeface="Century Gothic"/>
                        </a:rPr>
                        <a:t> </a:t>
                      </a:r>
                      <a:r>
                        <a:rPr sz="1200" spc="-10" dirty="0">
                          <a:latin typeface="Century Gothic"/>
                          <a:cs typeface="Century Gothic"/>
                        </a:rPr>
                        <a:t>feedback:</a:t>
                      </a:r>
                      <a:endParaRPr sz="1200">
                        <a:latin typeface="Century Gothic"/>
                        <a:cs typeface="Century Gothic"/>
                      </a:endParaRPr>
                    </a:p>
                    <a:p>
                      <a:pPr>
                        <a:lnSpc>
                          <a:spcPct val="100000"/>
                        </a:lnSpc>
                        <a:spcBef>
                          <a:spcPts val="1315"/>
                        </a:spcBef>
                      </a:pPr>
                      <a:endParaRPr sz="1200">
                        <a:latin typeface="Times New Roman"/>
                        <a:cs typeface="Times New Roman"/>
                      </a:endParaRPr>
                    </a:p>
                    <a:p>
                      <a:pPr marL="77470" marR="267970">
                        <a:lnSpc>
                          <a:spcPct val="112799"/>
                        </a:lnSpc>
                        <a:spcBef>
                          <a:spcPts val="5"/>
                        </a:spcBef>
                        <a:tabLst>
                          <a:tab pos="5154930" algn="l"/>
                        </a:tabLst>
                      </a:pPr>
                      <a:r>
                        <a:rPr sz="1200" spc="85" dirty="0">
                          <a:latin typeface="Century Gothic"/>
                          <a:cs typeface="Century Gothic"/>
                        </a:rPr>
                        <a:t>I</a:t>
                      </a:r>
                      <a:r>
                        <a:rPr sz="1200" spc="15" dirty="0">
                          <a:latin typeface="Century Gothic"/>
                          <a:cs typeface="Century Gothic"/>
                        </a:rPr>
                        <a:t> </a:t>
                      </a:r>
                      <a:r>
                        <a:rPr sz="1200" dirty="0">
                          <a:latin typeface="Century Gothic"/>
                          <a:cs typeface="Century Gothic"/>
                        </a:rPr>
                        <a:t>Agree </a:t>
                      </a:r>
                      <a:r>
                        <a:rPr sz="1200" spc="-330" dirty="0">
                          <a:latin typeface="Century Gothic"/>
                          <a:cs typeface="Century Gothic"/>
                        </a:rPr>
                        <a:t>\</a:t>
                      </a:r>
                      <a:r>
                        <a:rPr sz="1200" spc="25" dirty="0">
                          <a:latin typeface="Century Gothic"/>
                          <a:cs typeface="Century Gothic"/>
                        </a:rPr>
                        <a:t> </a:t>
                      </a:r>
                      <a:r>
                        <a:rPr sz="1200" dirty="0">
                          <a:latin typeface="Century Gothic"/>
                          <a:cs typeface="Century Gothic"/>
                        </a:rPr>
                        <a:t>Disagree </a:t>
                      </a:r>
                      <a:r>
                        <a:rPr sz="1200" spc="70" dirty="0">
                          <a:latin typeface="Century Gothic"/>
                          <a:cs typeface="Century Gothic"/>
                        </a:rPr>
                        <a:t>with</a:t>
                      </a:r>
                      <a:r>
                        <a:rPr sz="1200" spc="10" dirty="0">
                          <a:latin typeface="Century Gothic"/>
                          <a:cs typeface="Century Gothic"/>
                        </a:rPr>
                        <a:t> </a:t>
                      </a:r>
                      <a:r>
                        <a:rPr sz="1200" dirty="0">
                          <a:latin typeface="Century Gothic"/>
                          <a:cs typeface="Century Gothic"/>
                        </a:rPr>
                        <a:t>the </a:t>
                      </a:r>
                      <a:r>
                        <a:rPr sz="1200" spc="-25" dirty="0">
                          <a:latin typeface="Century Gothic"/>
                          <a:cs typeface="Century Gothic"/>
                        </a:rPr>
                        <a:t>feedback</a:t>
                      </a:r>
                      <a:r>
                        <a:rPr sz="1200" spc="45" dirty="0">
                          <a:latin typeface="Century Gothic"/>
                          <a:cs typeface="Century Gothic"/>
                        </a:rPr>
                        <a:t> </a:t>
                      </a:r>
                      <a:r>
                        <a:rPr sz="1200" dirty="0">
                          <a:latin typeface="Century Gothic"/>
                          <a:cs typeface="Century Gothic"/>
                        </a:rPr>
                        <a:t>above </a:t>
                      </a:r>
                      <a:r>
                        <a:rPr sz="1200" u="sng" dirty="0">
                          <a:uFill>
                            <a:solidFill>
                              <a:srgbClr val="000000"/>
                            </a:solidFill>
                          </a:uFill>
                          <a:latin typeface="Times New Roman"/>
                          <a:cs typeface="Times New Roman"/>
                        </a:rPr>
                        <a:t>	</a:t>
                      </a:r>
                      <a:r>
                        <a:rPr sz="1200" u="none" spc="-85" dirty="0">
                          <a:latin typeface="Times New Roman"/>
                          <a:cs typeface="Times New Roman"/>
                        </a:rPr>
                        <a:t> </a:t>
                      </a:r>
                      <a:r>
                        <a:rPr sz="1200" u="none" spc="-10" dirty="0">
                          <a:latin typeface="Century Gothic"/>
                          <a:cs typeface="Century Gothic"/>
                        </a:rPr>
                        <a:t>(Candidate </a:t>
                      </a:r>
                      <a:r>
                        <a:rPr sz="1800" u="none" spc="60" baseline="9259" dirty="0">
                          <a:latin typeface="Century Gothic"/>
                          <a:cs typeface="Century Gothic"/>
                        </a:rPr>
                        <a:t>Sign)</a:t>
                      </a:r>
                      <a:r>
                        <a:rPr sz="1800" u="none" baseline="9259" dirty="0">
                          <a:latin typeface="Century Gothic"/>
                          <a:cs typeface="Century Gothic"/>
                        </a:rPr>
                        <a:t>	</a:t>
                      </a:r>
                      <a:r>
                        <a:rPr sz="1800" u="none" spc="-292" baseline="9259" dirty="0">
                          <a:latin typeface="Century Gothic"/>
                          <a:cs typeface="Century Gothic"/>
                        </a:rPr>
                        <a:t> </a:t>
                      </a:r>
                      <a:r>
                        <a:rPr sz="1200" u="none" dirty="0">
                          <a:latin typeface="Century Gothic"/>
                          <a:cs typeface="Century Gothic"/>
                        </a:rPr>
                        <a:t>(Ref</a:t>
                      </a:r>
                      <a:r>
                        <a:rPr sz="1200" u="none" spc="5" dirty="0">
                          <a:latin typeface="Century Gothic"/>
                          <a:cs typeface="Century Gothic"/>
                        </a:rPr>
                        <a:t> </a:t>
                      </a:r>
                      <a:r>
                        <a:rPr sz="1200" u="none" spc="-125" dirty="0">
                          <a:latin typeface="Century Gothic"/>
                          <a:cs typeface="Century Gothic"/>
                        </a:rPr>
                        <a:t>C</a:t>
                      </a:r>
                      <a:r>
                        <a:rPr sz="1200" u="none" dirty="0">
                          <a:latin typeface="Century Gothic"/>
                          <a:cs typeface="Century Gothic"/>
                        </a:rPr>
                        <a:t> </a:t>
                      </a:r>
                      <a:r>
                        <a:rPr sz="1200" u="none" spc="55" dirty="0">
                          <a:latin typeface="Century Gothic"/>
                          <a:cs typeface="Century Gothic"/>
                        </a:rPr>
                        <a:t>-</a:t>
                      </a:r>
                      <a:r>
                        <a:rPr sz="1200" u="none" dirty="0">
                          <a:latin typeface="Century Gothic"/>
                          <a:cs typeface="Century Gothic"/>
                        </a:rPr>
                        <a:t> </a:t>
                      </a:r>
                      <a:r>
                        <a:rPr sz="1200" u="none" spc="-90" dirty="0">
                          <a:latin typeface="Century Gothic"/>
                          <a:cs typeface="Century Gothic"/>
                        </a:rPr>
                        <a:t>:</a:t>
                      </a:r>
                      <a:r>
                        <a:rPr sz="1200" u="none" spc="-20" dirty="0">
                          <a:latin typeface="Century Gothic"/>
                          <a:cs typeface="Century Gothic"/>
                        </a:rPr>
                        <a:t> </a:t>
                      </a:r>
                      <a:r>
                        <a:rPr sz="1200" u="none" spc="-95" dirty="0">
                          <a:latin typeface="Century Gothic"/>
                          <a:cs typeface="Century Gothic"/>
                        </a:rPr>
                        <a:t>2.1)</a:t>
                      </a:r>
                      <a:endParaRPr sz="1200">
                        <a:latin typeface="Century Gothic"/>
                        <a:cs typeface="Century Gothic"/>
                      </a:endParaRPr>
                    </a:p>
                  </a:txBody>
                  <a:tcPr marL="0" marR="0" marT="5588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12"/>
                  </a:ext>
                </a:extLst>
              </a:tr>
            </a:tbl>
          </a:graphicData>
        </a:graphic>
      </p:graphicFrame>
      <p:pic>
        <p:nvPicPr>
          <p:cNvPr id="4" name="object 4" descr="A close up of a sign  Description automatically generated"/>
          <p:cNvPicPr/>
          <p:nvPr/>
        </p:nvPicPr>
        <p:blipFill>
          <a:blip r:embed="rId2" cstate="print"/>
          <a:stretch>
            <a:fillRect/>
          </a:stretch>
        </p:blipFill>
        <p:spPr>
          <a:xfrm>
            <a:off x="5588508" y="227075"/>
            <a:ext cx="888491" cy="539495"/>
          </a:xfrm>
          <a:prstGeom prst="rect">
            <a:avLst/>
          </a:prstGeom>
        </p:spPr>
      </p:pic>
      <p:sp>
        <p:nvSpPr>
          <p:cNvPr id="5" name="object 5"/>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6" name="object 6"/>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11</a:t>
            </a:fld>
            <a:endParaRPr spc="-25" dirty="0"/>
          </a:p>
        </p:txBody>
      </p:sp>
      <p:sp>
        <p:nvSpPr>
          <p:cNvPr id="7" name="TextBox 6">
            <a:extLst>
              <a:ext uri="{FF2B5EF4-FFF2-40B4-BE49-F238E27FC236}">
                <a16:creationId xmlns:a16="http://schemas.microsoft.com/office/drawing/2014/main" id="{8921D23E-83EB-9C19-4284-31CA56AA4CDF}"/>
              </a:ext>
            </a:extLst>
          </p:cNvPr>
          <p:cNvSpPr txBox="1"/>
          <p:nvPr/>
        </p:nvSpPr>
        <p:spPr>
          <a:xfrm>
            <a:off x="5655183" y="1905000"/>
            <a:ext cx="821816" cy="228600"/>
          </a:xfrm>
          <a:prstGeom prst="rect">
            <a:avLst/>
          </a:prstGeom>
          <a:noFill/>
          <a:ln>
            <a:solidFill>
              <a:schemeClr val="tx1"/>
            </a:solidFill>
          </a:ln>
        </p:spPr>
        <p:txBody>
          <a:bodyPr wrap="square" rtlCol="0">
            <a:spAutoFit/>
          </a:bodyPr>
          <a:lstStyle/>
          <a:p>
            <a:endParaRPr lang="en-GB" dirty="0"/>
          </a:p>
        </p:txBody>
      </p:sp>
      <p:sp>
        <p:nvSpPr>
          <p:cNvPr id="8" name="TextBox 7">
            <a:extLst>
              <a:ext uri="{FF2B5EF4-FFF2-40B4-BE49-F238E27FC236}">
                <a16:creationId xmlns:a16="http://schemas.microsoft.com/office/drawing/2014/main" id="{C0489A03-F375-1FD2-5047-B320869114A4}"/>
              </a:ext>
            </a:extLst>
          </p:cNvPr>
          <p:cNvSpPr txBox="1"/>
          <p:nvPr/>
        </p:nvSpPr>
        <p:spPr>
          <a:xfrm>
            <a:off x="5655631" y="2265786"/>
            <a:ext cx="821816" cy="228600"/>
          </a:xfrm>
          <a:prstGeom prst="rect">
            <a:avLst/>
          </a:prstGeom>
          <a:noFill/>
          <a:ln>
            <a:solidFill>
              <a:schemeClr val="tx1"/>
            </a:solidFill>
          </a:ln>
        </p:spPr>
        <p:txBody>
          <a:bodyPr wrap="square" rtlCol="0">
            <a:spAutoFit/>
          </a:bodyPr>
          <a:lstStyle/>
          <a:p>
            <a:endParaRPr lang="en-GB" dirty="0"/>
          </a:p>
        </p:txBody>
      </p:sp>
      <p:sp>
        <p:nvSpPr>
          <p:cNvPr id="9" name="TextBox 8">
            <a:extLst>
              <a:ext uri="{FF2B5EF4-FFF2-40B4-BE49-F238E27FC236}">
                <a16:creationId xmlns:a16="http://schemas.microsoft.com/office/drawing/2014/main" id="{22953951-9D7E-65ED-E421-261CFEDF8029}"/>
              </a:ext>
            </a:extLst>
          </p:cNvPr>
          <p:cNvSpPr txBox="1"/>
          <p:nvPr/>
        </p:nvSpPr>
        <p:spPr>
          <a:xfrm>
            <a:off x="5619789" y="2733964"/>
            <a:ext cx="857209" cy="390236"/>
          </a:xfrm>
          <a:prstGeom prst="rect">
            <a:avLst/>
          </a:prstGeom>
          <a:noFill/>
          <a:ln>
            <a:solidFill>
              <a:schemeClr val="tx1"/>
            </a:solidFill>
          </a:ln>
        </p:spPr>
        <p:txBody>
          <a:bodyPr wrap="square" rtlCol="0">
            <a:spAutoFit/>
          </a:bodyPr>
          <a:lstStyle/>
          <a:p>
            <a:endParaRPr lang="en-GB" dirty="0"/>
          </a:p>
        </p:txBody>
      </p:sp>
      <p:sp>
        <p:nvSpPr>
          <p:cNvPr id="10" name="TextBox 9">
            <a:extLst>
              <a:ext uri="{FF2B5EF4-FFF2-40B4-BE49-F238E27FC236}">
                <a16:creationId xmlns:a16="http://schemas.microsoft.com/office/drawing/2014/main" id="{1B8DED29-207B-8FB5-B4E0-C97A502F838E}"/>
              </a:ext>
            </a:extLst>
          </p:cNvPr>
          <p:cNvSpPr txBox="1"/>
          <p:nvPr/>
        </p:nvSpPr>
        <p:spPr>
          <a:xfrm>
            <a:off x="5592517" y="3316442"/>
            <a:ext cx="857209" cy="390236"/>
          </a:xfrm>
          <a:prstGeom prst="rect">
            <a:avLst/>
          </a:prstGeom>
          <a:noFill/>
          <a:ln>
            <a:solidFill>
              <a:schemeClr val="tx1"/>
            </a:solidFill>
          </a:ln>
        </p:spPr>
        <p:txBody>
          <a:bodyPr wrap="square" rtlCol="0">
            <a:spAutoFit/>
          </a:bodyPr>
          <a:lstStyle/>
          <a:p>
            <a:endParaRPr lang="en-GB" dirty="0"/>
          </a:p>
        </p:txBody>
      </p:sp>
      <p:sp>
        <p:nvSpPr>
          <p:cNvPr id="11" name="TextBox 10">
            <a:extLst>
              <a:ext uri="{FF2B5EF4-FFF2-40B4-BE49-F238E27FC236}">
                <a16:creationId xmlns:a16="http://schemas.microsoft.com/office/drawing/2014/main" id="{A0C2F86B-9B65-79B0-1F85-55AA956D4148}"/>
              </a:ext>
            </a:extLst>
          </p:cNvPr>
          <p:cNvSpPr txBox="1"/>
          <p:nvPr/>
        </p:nvSpPr>
        <p:spPr>
          <a:xfrm>
            <a:off x="5637485" y="3812793"/>
            <a:ext cx="821816" cy="228600"/>
          </a:xfrm>
          <a:prstGeom prst="rect">
            <a:avLst/>
          </a:prstGeom>
          <a:noFill/>
          <a:ln>
            <a:solidFill>
              <a:schemeClr val="tx1"/>
            </a:solidFill>
          </a:ln>
        </p:spPr>
        <p:txBody>
          <a:bodyPr wrap="square" rtlCol="0">
            <a:spAutoFit/>
          </a:bodyPr>
          <a:lstStyle/>
          <a:p>
            <a:endParaRPr lang="en-GB" dirty="0"/>
          </a:p>
        </p:txBody>
      </p:sp>
      <p:sp>
        <p:nvSpPr>
          <p:cNvPr id="12" name="TextBox 11">
            <a:extLst>
              <a:ext uri="{FF2B5EF4-FFF2-40B4-BE49-F238E27FC236}">
                <a16:creationId xmlns:a16="http://schemas.microsoft.com/office/drawing/2014/main" id="{498E61C0-3BA0-5D07-49F2-EFE9689B6A1B}"/>
              </a:ext>
            </a:extLst>
          </p:cNvPr>
          <p:cNvSpPr txBox="1"/>
          <p:nvPr/>
        </p:nvSpPr>
        <p:spPr>
          <a:xfrm>
            <a:off x="5588509" y="4191894"/>
            <a:ext cx="888490" cy="697625"/>
          </a:xfrm>
          <a:prstGeom prst="rect">
            <a:avLst/>
          </a:prstGeom>
          <a:noFill/>
          <a:ln>
            <a:solidFill>
              <a:schemeClr val="tx1"/>
            </a:solidFill>
          </a:ln>
        </p:spPr>
        <p:txBody>
          <a:bodyPr wrap="square" rtlCol="0">
            <a:spAutoFit/>
          </a:bodyPr>
          <a:lstStyle/>
          <a:p>
            <a:endParaRPr lang="en-GB" dirty="0"/>
          </a:p>
        </p:txBody>
      </p:sp>
      <p:sp>
        <p:nvSpPr>
          <p:cNvPr id="13" name="TextBox 12">
            <a:extLst>
              <a:ext uri="{FF2B5EF4-FFF2-40B4-BE49-F238E27FC236}">
                <a16:creationId xmlns:a16="http://schemas.microsoft.com/office/drawing/2014/main" id="{821A3550-4033-C44A-57FA-4E072A90C994}"/>
              </a:ext>
            </a:extLst>
          </p:cNvPr>
          <p:cNvSpPr txBox="1"/>
          <p:nvPr/>
        </p:nvSpPr>
        <p:spPr>
          <a:xfrm>
            <a:off x="5619789" y="5109088"/>
            <a:ext cx="821816" cy="228600"/>
          </a:xfrm>
          <a:prstGeom prst="rect">
            <a:avLst/>
          </a:prstGeom>
          <a:noFill/>
          <a:ln>
            <a:solidFill>
              <a:schemeClr val="tx1"/>
            </a:solidFill>
          </a:ln>
        </p:spPr>
        <p:txBody>
          <a:bodyPr wrap="square" rtlCol="0">
            <a:spAutoFit/>
          </a:bodyPr>
          <a:lstStyle/>
          <a:p>
            <a:endParaRPr lang="en-GB" dirty="0"/>
          </a:p>
        </p:txBody>
      </p:sp>
      <p:sp>
        <p:nvSpPr>
          <p:cNvPr id="14" name="TextBox 13">
            <a:extLst>
              <a:ext uri="{FF2B5EF4-FFF2-40B4-BE49-F238E27FC236}">
                <a16:creationId xmlns:a16="http://schemas.microsoft.com/office/drawing/2014/main" id="{A092CB18-C80E-BC48-759A-C4927FA530E3}"/>
              </a:ext>
            </a:extLst>
          </p:cNvPr>
          <p:cNvSpPr txBox="1"/>
          <p:nvPr/>
        </p:nvSpPr>
        <p:spPr>
          <a:xfrm>
            <a:off x="5604148" y="5569349"/>
            <a:ext cx="888490" cy="697625"/>
          </a:xfrm>
          <a:prstGeom prst="rect">
            <a:avLst/>
          </a:prstGeom>
          <a:noFill/>
          <a:ln>
            <a:solidFill>
              <a:schemeClr val="tx1"/>
            </a:solidFill>
          </a:ln>
        </p:spPr>
        <p:txBody>
          <a:bodyPr wrap="square" rtlCol="0">
            <a:spAutoFit/>
          </a:bodyPr>
          <a:lstStyle/>
          <a:p>
            <a:endParaRPr lang="en-GB" dirty="0"/>
          </a:p>
        </p:txBody>
      </p:sp>
      <p:sp>
        <p:nvSpPr>
          <p:cNvPr id="15" name="TextBox 14">
            <a:extLst>
              <a:ext uri="{FF2B5EF4-FFF2-40B4-BE49-F238E27FC236}">
                <a16:creationId xmlns:a16="http://schemas.microsoft.com/office/drawing/2014/main" id="{9A6E2AB6-8A09-A8B6-EBB7-638A667C1A6E}"/>
              </a:ext>
            </a:extLst>
          </p:cNvPr>
          <p:cNvSpPr txBox="1"/>
          <p:nvPr/>
        </p:nvSpPr>
        <p:spPr>
          <a:xfrm>
            <a:off x="5637485" y="6384335"/>
            <a:ext cx="821816" cy="228600"/>
          </a:xfrm>
          <a:prstGeom prst="rect">
            <a:avLst/>
          </a:prstGeom>
          <a:noFill/>
          <a:ln>
            <a:solidFill>
              <a:schemeClr val="tx1"/>
            </a:solidFill>
          </a:ln>
        </p:spPr>
        <p:txBody>
          <a:bodyPr wrap="square" rtlCol="0">
            <a:spAutoFit/>
          </a:bodyPr>
          <a:lstStyle/>
          <a:p>
            <a:endParaRPr lang="en-GB" dirty="0"/>
          </a:p>
        </p:txBody>
      </p:sp>
      <p:sp>
        <p:nvSpPr>
          <p:cNvPr id="16" name="TextBox 15">
            <a:extLst>
              <a:ext uri="{FF2B5EF4-FFF2-40B4-BE49-F238E27FC236}">
                <a16:creationId xmlns:a16="http://schemas.microsoft.com/office/drawing/2014/main" id="{F7B08A0F-4985-AA80-9FC2-421A1F97F74D}"/>
              </a:ext>
            </a:extLst>
          </p:cNvPr>
          <p:cNvSpPr txBox="1"/>
          <p:nvPr/>
        </p:nvSpPr>
        <p:spPr>
          <a:xfrm>
            <a:off x="5593088" y="6824019"/>
            <a:ext cx="888490" cy="697625"/>
          </a:xfrm>
          <a:prstGeom prst="rect">
            <a:avLst/>
          </a:prstGeom>
          <a:noFill/>
          <a:ln>
            <a:solidFill>
              <a:schemeClr val="tx1"/>
            </a:solidFill>
          </a:ln>
        </p:spPr>
        <p:txBody>
          <a:bodyPr wrap="square" rtlCol="0">
            <a:spAutoFit/>
          </a:bodyPr>
          <a:lstStyle/>
          <a:p>
            <a:endParaRPr lang="en-GB" dirty="0"/>
          </a:p>
        </p:txBody>
      </p:sp>
      <p:sp>
        <p:nvSpPr>
          <p:cNvPr id="17" name="TextBox 16">
            <a:extLst>
              <a:ext uri="{FF2B5EF4-FFF2-40B4-BE49-F238E27FC236}">
                <a16:creationId xmlns:a16="http://schemas.microsoft.com/office/drawing/2014/main" id="{6A7752B4-9B8A-514D-53CC-A662DF03B82B}"/>
              </a:ext>
            </a:extLst>
          </p:cNvPr>
          <p:cNvSpPr txBox="1"/>
          <p:nvPr/>
        </p:nvSpPr>
        <p:spPr>
          <a:xfrm>
            <a:off x="5618285" y="7831020"/>
            <a:ext cx="821816" cy="228600"/>
          </a:xfrm>
          <a:prstGeom prst="rect">
            <a:avLst/>
          </a:prstGeom>
          <a:noFill/>
          <a:ln>
            <a:solidFill>
              <a:schemeClr val="tx1"/>
            </a:solidFill>
          </a:ln>
        </p:spPr>
        <p:txBody>
          <a:bodyPr wrap="square" rtlCol="0">
            <a:spAutoFit/>
          </a:bodyPr>
          <a:lstStyle/>
          <a:p>
            <a:endParaRPr lang="en-GB" dirty="0"/>
          </a:p>
        </p:txBody>
      </p:sp>
      <p:sp>
        <p:nvSpPr>
          <p:cNvPr id="18" name="TextBox 17">
            <a:extLst>
              <a:ext uri="{FF2B5EF4-FFF2-40B4-BE49-F238E27FC236}">
                <a16:creationId xmlns:a16="http://schemas.microsoft.com/office/drawing/2014/main" id="{265B7781-ED06-5B71-75A2-2AD064A522D9}"/>
              </a:ext>
            </a:extLst>
          </p:cNvPr>
          <p:cNvSpPr txBox="1"/>
          <p:nvPr/>
        </p:nvSpPr>
        <p:spPr>
          <a:xfrm>
            <a:off x="1528578" y="8229601"/>
            <a:ext cx="4796021" cy="390236"/>
          </a:xfrm>
          <a:prstGeom prst="rect">
            <a:avLst/>
          </a:prstGeom>
          <a:noFill/>
          <a:ln>
            <a:solidFill>
              <a:schemeClr val="tx1"/>
            </a:solidFill>
          </a:ln>
        </p:spPr>
        <p:txBody>
          <a:bodyPr wrap="square" rtlCol="0">
            <a:spAutoFit/>
          </a:bodyPr>
          <a:lstStyle/>
          <a:p>
            <a:endParaRPr lang="en-GB" dirty="0"/>
          </a:p>
        </p:txBody>
      </p:sp>
      <p:sp>
        <p:nvSpPr>
          <p:cNvPr id="19" name="TextBox 18">
            <a:extLst>
              <a:ext uri="{FF2B5EF4-FFF2-40B4-BE49-F238E27FC236}">
                <a16:creationId xmlns:a16="http://schemas.microsoft.com/office/drawing/2014/main" id="{465BBFC2-A092-D31B-7BF8-53C276AA50AA}"/>
              </a:ext>
            </a:extLst>
          </p:cNvPr>
          <p:cNvSpPr txBox="1"/>
          <p:nvPr/>
        </p:nvSpPr>
        <p:spPr>
          <a:xfrm>
            <a:off x="3596426" y="8757150"/>
            <a:ext cx="1725643" cy="390236"/>
          </a:xfrm>
          <a:prstGeom prst="rect">
            <a:avLst/>
          </a:prstGeom>
          <a:noFill/>
          <a:ln>
            <a:solidFill>
              <a:schemeClr val="tx1"/>
            </a:solidFill>
          </a:ln>
        </p:spPr>
        <p:txBody>
          <a:bodyPr wrap="square" rtlCol="0">
            <a:spAutoFit/>
          </a:bodyPr>
          <a:lstStyle/>
          <a:p>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743338" y="3986409"/>
            <a:ext cx="267970" cy="177800"/>
          </a:xfrm>
          <a:prstGeom prst="rect">
            <a:avLst/>
          </a:prstGeom>
        </p:spPr>
        <p:txBody>
          <a:bodyPr vert="horz" wrap="square" lIns="0" tIns="12065" rIns="0" bIns="0" rtlCol="0">
            <a:spAutoFit/>
          </a:bodyPr>
          <a:lstStyle/>
          <a:p>
            <a:pPr marL="12700">
              <a:lnSpc>
                <a:spcPct val="100000"/>
              </a:lnSpc>
              <a:spcBef>
                <a:spcPts val="95"/>
              </a:spcBef>
            </a:pPr>
            <a:r>
              <a:rPr sz="1000" b="1" spc="65" dirty="0">
                <a:latin typeface="Calibri"/>
                <a:cs typeface="Calibri"/>
              </a:rPr>
              <a:t>Mrs</a:t>
            </a:r>
            <a:endParaRPr sz="1000">
              <a:latin typeface="Calibri"/>
              <a:cs typeface="Calibri"/>
            </a:endParaRPr>
          </a:p>
        </p:txBody>
      </p:sp>
      <p:sp>
        <p:nvSpPr>
          <p:cNvPr id="3" name="object 3"/>
          <p:cNvSpPr txBox="1"/>
          <p:nvPr/>
        </p:nvSpPr>
        <p:spPr>
          <a:xfrm>
            <a:off x="2361757" y="3986409"/>
            <a:ext cx="318770" cy="177800"/>
          </a:xfrm>
          <a:prstGeom prst="rect">
            <a:avLst/>
          </a:prstGeom>
        </p:spPr>
        <p:txBody>
          <a:bodyPr vert="horz" wrap="square" lIns="0" tIns="12065" rIns="0" bIns="0" rtlCol="0">
            <a:spAutoFit/>
          </a:bodyPr>
          <a:lstStyle/>
          <a:p>
            <a:pPr marL="12700">
              <a:lnSpc>
                <a:spcPct val="100000"/>
              </a:lnSpc>
              <a:spcBef>
                <a:spcPts val="95"/>
              </a:spcBef>
            </a:pPr>
            <a:r>
              <a:rPr sz="1000" b="1" spc="70" dirty="0">
                <a:latin typeface="Calibri"/>
                <a:cs typeface="Calibri"/>
              </a:rPr>
              <a:t>Miss</a:t>
            </a:r>
            <a:endParaRPr sz="1000">
              <a:latin typeface="Calibri"/>
              <a:cs typeface="Calibri"/>
            </a:endParaRPr>
          </a:p>
        </p:txBody>
      </p:sp>
      <p:sp>
        <p:nvSpPr>
          <p:cNvPr id="4" name="object 4"/>
          <p:cNvSpPr txBox="1"/>
          <p:nvPr/>
        </p:nvSpPr>
        <p:spPr>
          <a:xfrm>
            <a:off x="3048103" y="3977934"/>
            <a:ext cx="212725" cy="177800"/>
          </a:xfrm>
          <a:prstGeom prst="rect">
            <a:avLst/>
          </a:prstGeom>
        </p:spPr>
        <p:txBody>
          <a:bodyPr vert="horz" wrap="square" lIns="0" tIns="12065" rIns="0" bIns="0" rtlCol="0">
            <a:spAutoFit/>
          </a:bodyPr>
          <a:lstStyle/>
          <a:p>
            <a:pPr marL="12700">
              <a:lnSpc>
                <a:spcPct val="100000"/>
              </a:lnSpc>
              <a:spcBef>
                <a:spcPts val="95"/>
              </a:spcBef>
            </a:pPr>
            <a:r>
              <a:rPr sz="1000" b="1" spc="70" dirty="0">
                <a:latin typeface="Calibri"/>
                <a:cs typeface="Calibri"/>
              </a:rPr>
              <a:t>Ms</a:t>
            </a:r>
            <a:endParaRPr sz="1000">
              <a:latin typeface="Calibri"/>
              <a:cs typeface="Calibri"/>
            </a:endParaRPr>
          </a:p>
        </p:txBody>
      </p:sp>
      <p:sp>
        <p:nvSpPr>
          <p:cNvPr id="5" name="object 5"/>
          <p:cNvSpPr txBox="1"/>
          <p:nvPr/>
        </p:nvSpPr>
        <p:spPr>
          <a:xfrm>
            <a:off x="3608083" y="3995770"/>
            <a:ext cx="407670" cy="177800"/>
          </a:xfrm>
          <a:prstGeom prst="rect">
            <a:avLst/>
          </a:prstGeom>
        </p:spPr>
        <p:txBody>
          <a:bodyPr vert="horz" wrap="square" lIns="0" tIns="12065" rIns="0" bIns="0" rtlCol="0">
            <a:spAutoFit/>
          </a:bodyPr>
          <a:lstStyle/>
          <a:p>
            <a:pPr marL="12700">
              <a:lnSpc>
                <a:spcPct val="100000"/>
              </a:lnSpc>
              <a:spcBef>
                <a:spcPts val="95"/>
              </a:spcBef>
            </a:pPr>
            <a:r>
              <a:rPr sz="1000" b="1" spc="90" dirty="0">
                <a:latin typeface="Calibri"/>
                <a:cs typeface="Calibri"/>
              </a:rPr>
              <a:t>Other</a:t>
            </a:r>
            <a:endParaRPr sz="1000">
              <a:latin typeface="Calibri"/>
              <a:cs typeface="Calibri"/>
            </a:endParaRPr>
          </a:p>
        </p:txBody>
      </p:sp>
      <p:sp>
        <p:nvSpPr>
          <p:cNvPr id="6" name="object 6"/>
          <p:cNvSpPr txBox="1"/>
          <p:nvPr/>
        </p:nvSpPr>
        <p:spPr>
          <a:xfrm>
            <a:off x="4443942" y="3990963"/>
            <a:ext cx="967105" cy="177800"/>
          </a:xfrm>
          <a:prstGeom prst="rect">
            <a:avLst/>
          </a:prstGeom>
        </p:spPr>
        <p:txBody>
          <a:bodyPr vert="horz" wrap="square" lIns="0" tIns="12065" rIns="0" bIns="0" rtlCol="0">
            <a:spAutoFit/>
          </a:bodyPr>
          <a:lstStyle/>
          <a:p>
            <a:pPr marL="12700">
              <a:lnSpc>
                <a:spcPct val="100000"/>
              </a:lnSpc>
              <a:spcBef>
                <a:spcPts val="95"/>
              </a:spcBef>
            </a:pPr>
            <a:r>
              <a:rPr sz="1000" b="1" spc="120" dirty="0">
                <a:latin typeface="Calibri"/>
                <a:cs typeface="Calibri"/>
              </a:rPr>
              <a:t>Please</a:t>
            </a:r>
            <a:r>
              <a:rPr sz="1000" b="1" spc="55" dirty="0">
                <a:latin typeface="Calibri"/>
                <a:cs typeface="Calibri"/>
              </a:rPr>
              <a:t> </a:t>
            </a:r>
            <a:r>
              <a:rPr sz="1000" b="1" spc="100" dirty="0">
                <a:latin typeface="Calibri"/>
                <a:cs typeface="Calibri"/>
              </a:rPr>
              <a:t>specify</a:t>
            </a:r>
            <a:endParaRPr sz="1000">
              <a:latin typeface="Calibri"/>
              <a:cs typeface="Calibri"/>
            </a:endParaRPr>
          </a:p>
        </p:txBody>
      </p:sp>
      <p:sp>
        <p:nvSpPr>
          <p:cNvPr id="7" name="object 7"/>
          <p:cNvSpPr txBox="1"/>
          <p:nvPr/>
        </p:nvSpPr>
        <p:spPr>
          <a:xfrm>
            <a:off x="3491360" y="1453854"/>
            <a:ext cx="3137535" cy="787400"/>
          </a:xfrm>
          <a:prstGeom prst="rect">
            <a:avLst/>
          </a:prstGeom>
        </p:spPr>
        <p:txBody>
          <a:bodyPr vert="horz" wrap="square" lIns="0" tIns="12065" rIns="0" bIns="0" rtlCol="0">
            <a:spAutoFit/>
          </a:bodyPr>
          <a:lstStyle/>
          <a:p>
            <a:pPr marL="12700">
              <a:lnSpc>
                <a:spcPct val="100000"/>
              </a:lnSpc>
              <a:spcBef>
                <a:spcPts val="95"/>
              </a:spcBef>
            </a:pPr>
            <a:r>
              <a:rPr sz="1000" b="1" spc="130" dirty="0">
                <a:latin typeface="Calibri"/>
                <a:cs typeface="Calibri"/>
              </a:rPr>
              <a:t>Data</a:t>
            </a:r>
            <a:r>
              <a:rPr sz="1000" b="1" spc="60" dirty="0">
                <a:latin typeface="Calibri"/>
                <a:cs typeface="Calibri"/>
              </a:rPr>
              <a:t> </a:t>
            </a:r>
            <a:r>
              <a:rPr sz="1000" b="1" spc="110" dirty="0">
                <a:latin typeface="Calibri"/>
                <a:cs typeface="Calibri"/>
              </a:rPr>
              <a:t>Protection</a:t>
            </a:r>
            <a:r>
              <a:rPr sz="1000" b="1" spc="90" dirty="0">
                <a:latin typeface="Calibri"/>
                <a:cs typeface="Calibri"/>
              </a:rPr>
              <a:t> </a:t>
            </a:r>
            <a:r>
              <a:rPr sz="1000" b="1" spc="140" dirty="0">
                <a:latin typeface="Calibri"/>
                <a:cs typeface="Calibri"/>
              </a:rPr>
              <a:t>Act</a:t>
            </a:r>
            <a:r>
              <a:rPr sz="1000" b="1" spc="70" dirty="0">
                <a:latin typeface="Calibri"/>
                <a:cs typeface="Calibri"/>
              </a:rPr>
              <a:t> </a:t>
            </a:r>
            <a:r>
              <a:rPr sz="1000" b="1" spc="50" dirty="0">
                <a:latin typeface="Calibri"/>
                <a:cs typeface="Calibri"/>
              </a:rPr>
              <a:t>1988</a:t>
            </a:r>
            <a:endParaRPr sz="1000">
              <a:latin typeface="Calibri"/>
              <a:cs typeface="Calibri"/>
            </a:endParaRPr>
          </a:p>
          <a:p>
            <a:pPr marL="12700" marR="5080">
              <a:lnSpc>
                <a:spcPct val="100000"/>
              </a:lnSpc>
            </a:pPr>
            <a:r>
              <a:rPr sz="1000" dirty="0">
                <a:latin typeface="Century Gothic"/>
                <a:cs typeface="Century Gothic"/>
              </a:rPr>
              <a:t>Jobcentre</a:t>
            </a:r>
            <a:r>
              <a:rPr sz="1000" spc="30" dirty="0">
                <a:latin typeface="Century Gothic"/>
                <a:cs typeface="Century Gothic"/>
              </a:rPr>
              <a:t> </a:t>
            </a:r>
            <a:r>
              <a:rPr sz="1000" spc="80" dirty="0">
                <a:latin typeface="Century Gothic"/>
                <a:cs typeface="Century Gothic"/>
              </a:rPr>
              <a:t>Plus</a:t>
            </a:r>
            <a:r>
              <a:rPr sz="1000" spc="35" dirty="0">
                <a:latin typeface="Century Gothic"/>
                <a:cs typeface="Century Gothic"/>
              </a:rPr>
              <a:t> </a:t>
            </a:r>
            <a:r>
              <a:rPr sz="1000" spc="10" dirty="0">
                <a:latin typeface="Century Gothic"/>
                <a:cs typeface="Century Gothic"/>
              </a:rPr>
              <a:t>may</a:t>
            </a:r>
            <a:r>
              <a:rPr sz="1000" spc="30" dirty="0">
                <a:latin typeface="Century Gothic"/>
                <a:cs typeface="Century Gothic"/>
              </a:rPr>
              <a:t> </a:t>
            </a:r>
            <a:r>
              <a:rPr sz="1000" spc="10" dirty="0">
                <a:latin typeface="Century Gothic"/>
                <a:cs typeface="Century Gothic"/>
              </a:rPr>
              <a:t>put</a:t>
            </a:r>
            <a:r>
              <a:rPr sz="1000" spc="35" dirty="0">
                <a:latin typeface="Century Gothic"/>
                <a:cs typeface="Century Gothic"/>
              </a:rPr>
              <a:t> </a:t>
            </a:r>
            <a:r>
              <a:rPr sz="1000" spc="10" dirty="0">
                <a:latin typeface="Century Gothic"/>
                <a:cs typeface="Century Gothic"/>
              </a:rPr>
              <a:t>the information</a:t>
            </a:r>
            <a:r>
              <a:rPr sz="1000" spc="75" dirty="0">
                <a:latin typeface="Century Gothic"/>
                <a:cs typeface="Century Gothic"/>
              </a:rPr>
              <a:t> </a:t>
            </a:r>
            <a:r>
              <a:rPr sz="1000" spc="10" dirty="0">
                <a:latin typeface="Century Gothic"/>
                <a:cs typeface="Century Gothic"/>
              </a:rPr>
              <a:t>you</a:t>
            </a:r>
            <a:r>
              <a:rPr sz="1000" spc="30" dirty="0">
                <a:latin typeface="Century Gothic"/>
                <a:cs typeface="Century Gothic"/>
              </a:rPr>
              <a:t> </a:t>
            </a:r>
            <a:r>
              <a:rPr sz="1000" spc="-20" dirty="0">
                <a:latin typeface="Century Gothic"/>
                <a:cs typeface="Century Gothic"/>
              </a:rPr>
              <a:t>give </a:t>
            </a:r>
            <a:r>
              <a:rPr sz="1000" dirty="0">
                <a:latin typeface="Century Gothic"/>
                <a:cs typeface="Century Gothic"/>
              </a:rPr>
              <a:t>on</a:t>
            </a:r>
            <a:r>
              <a:rPr sz="1000" spc="15" dirty="0">
                <a:latin typeface="Century Gothic"/>
                <a:cs typeface="Century Gothic"/>
              </a:rPr>
              <a:t> </a:t>
            </a:r>
            <a:r>
              <a:rPr sz="1000" spc="45" dirty="0">
                <a:latin typeface="Century Gothic"/>
                <a:cs typeface="Century Gothic"/>
              </a:rPr>
              <a:t>this</a:t>
            </a:r>
            <a:endParaRPr sz="1000">
              <a:latin typeface="Century Gothic"/>
              <a:cs typeface="Century Gothic"/>
            </a:endParaRPr>
          </a:p>
          <a:p>
            <a:pPr marL="12700" marR="420370">
              <a:lnSpc>
                <a:spcPct val="100000"/>
              </a:lnSpc>
            </a:pPr>
            <a:r>
              <a:rPr sz="1000" dirty="0">
                <a:latin typeface="Century Gothic"/>
                <a:cs typeface="Century Gothic"/>
              </a:rPr>
              <a:t>form</a:t>
            </a:r>
            <a:r>
              <a:rPr sz="1000" spc="65" dirty="0">
                <a:latin typeface="Century Gothic"/>
                <a:cs typeface="Century Gothic"/>
              </a:rPr>
              <a:t> </a:t>
            </a:r>
            <a:r>
              <a:rPr sz="1000" dirty="0">
                <a:latin typeface="Century Gothic"/>
                <a:cs typeface="Century Gothic"/>
              </a:rPr>
              <a:t>onto</a:t>
            </a:r>
            <a:r>
              <a:rPr sz="1000" spc="60" dirty="0">
                <a:latin typeface="Century Gothic"/>
                <a:cs typeface="Century Gothic"/>
              </a:rPr>
              <a:t> </a:t>
            </a:r>
            <a:r>
              <a:rPr sz="1000" spc="-110" dirty="0">
                <a:latin typeface="Century Gothic"/>
                <a:cs typeface="Century Gothic"/>
              </a:rPr>
              <a:t>a</a:t>
            </a:r>
            <a:r>
              <a:rPr sz="1000" spc="45" dirty="0">
                <a:latin typeface="Century Gothic"/>
                <a:cs typeface="Century Gothic"/>
              </a:rPr>
              <a:t> </a:t>
            </a:r>
            <a:r>
              <a:rPr sz="1000" dirty="0">
                <a:latin typeface="Century Gothic"/>
                <a:cs typeface="Century Gothic"/>
              </a:rPr>
              <a:t>computer</a:t>
            </a:r>
            <a:r>
              <a:rPr sz="1000" spc="70" dirty="0">
                <a:latin typeface="Century Gothic"/>
                <a:cs typeface="Century Gothic"/>
              </a:rPr>
              <a:t> </a:t>
            </a:r>
            <a:r>
              <a:rPr sz="1000" spc="50" dirty="0">
                <a:latin typeface="Century Gothic"/>
                <a:cs typeface="Century Gothic"/>
              </a:rPr>
              <a:t>system</a:t>
            </a:r>
            <a:r>
              <a:rPr sz="1000" spc="35" dirty="0">
                <a:latin typeface="Century Gothic"/>
                <a:cs typeface="Century Gothic"/>
              </a:rPr>
              <a:t> </a:t>
            </a:r>
            <a:r>
              <a:rPr sz="1000" dirty="0">
                <a:latin typeface="Century Gothic"/>
                <a:cs typeface="Century Gothic"/>
              </a:rPr>
              <a:t>to</a:t>
            </a:r>
            <a:r>
              <a:rPr sz="1000" spc="40" dirty="0">
                <a:latin typeface="Century Gothic"/>
                <a:cs typeface="Century Gothic"/>
              </a:rPr>
              <a:t> </a:t>
            </a:r>
            <a:r>
              <a:rPr sz="1000" dirty="0">
                <a:latin typeface="Century Gothic"/>
                <a:cs typeface="Century Gothic"/>
              </a:rPr>
              <a:t>help</a:t>
            </a:r>
            <a:r>
              <a:rPr sz="1000" spc="70" dirty="0">
                <a:latin typeface="Century Gothic"/>
                <a:cs typeface="Century Gothic"/>
              </a:rPr>
              <a:t> </a:t>
            </a:r>
            <a:r>
              <a:rPr sz="1000" spc="-20" dirty="0">
                <a:latin typeface="Century Gothic"/>
                <a:cs typeface="Century Gothic"/>
              </a:rPr>
              <a:t>your </a:t>
            </a:r>
            <a:r>
              <a:rPr sz="1000" spc="-10" dirty="0">
                <a:latin typeface="Century Gothic"/>
                <a:cs typeface="Century Gothic"/>
              </a:rPr>
              <a:t>application.</a:t>
            </a:r>
            <a:endParaRPr sz="1000">
              <a:latin typeface="Century Gothic"/>
              <a:cs typeface="Century Gothic"/>
            </a:endParaRPr>
          </a:p>
        </p:txBody>
      </p:sp>
      <p:sp>
        <p:nvSpPr>
          <p:cNvPr id="8" name="object 8"/>
          <p:cNvSpPr txBox="1"/>
          <p:nvPr/>
        </p:nvSpPr>
        <p:spPr>
          <a:xfrm>
            <a:off x="206509" y="1388180"/>
            <a:ext cx="2281555" cy="569595"/>
          </a:xfrm>
          <a:prstGeom prst="rect">
            <a:avLst/>
          </a:prstGeom>
        </p:spPr>
        <p:txBody>
          <a:bodyPr vert="horz" wrap="square" lIns="0" tIns="12700" rIns="0" bIns="0" rtlCol="0">
            <a:spAutoFit/>
          </a:bodyPr>
          <a:lstStyle/>
          <a:p>
            <a:pPr marL="28575" marR="5080" indent="-16510">
              <a:lnSpc>
                <a:spcPct val="148700"/>
              </a:lnSpc>
              <a:spcBef>
                <a:spcPts val="100"/>
              </a:spcBef>
            </a:pPr>
            <a:r>
              <a:rPr sz="1200" b="1" spc="130" dirty="0">
                <a:latin typeface="Calibri"/>
                <a:cs typeface="Calibri"/>
              </a:rPr>
              <a:t>Application</a:t>
            </a:r>
            <a:r>
              <a:rPr sz="1200" b="1" spc="75" dirty="0">
                <a:latin typeface="Calibri"/>
                <a:cs typeface="Calibri"/>
              </a:rPr>
              <a:t> </a:t>
            </a:r>
            <a:r>
              <a:rPr sz="1200" b="1" spc="100" dirty="0">
                <a:latin typeface="Calibri"/>
                <a:cs typeface="Calibri"/>
              </a:rPr>
              <a:t>for</a:t>
            </a:r>
            <a:r>
              <a:rPr sz="1200" b="1" spc="80" dirty="0">
                <a:latin typeface="Calibri"/>
                <a:cs typeface="Calibri"/>
              </a:rPr>
              <a:t> </a:t>
            </a:r>
            <a:r>
              <a:rPr sz="1200" b="1" spc="155" dirty="0">
                <a:latin typeface="Calibri"/>
                <a:cs typeface="Calibri"/>
              </a:rPr>
              <a:t>employment About</a:t>
            </a:r>
            <a:r>
              <a:rPr sz="1200" b="1" spc="60" dirty="0">
                <a:latin typeface="Calibri"/>
                <a:cs typeface="Calibri"/>
              </a:rPr>
              <a:t> </a:t>
            </a:r>
            <a:r>
              <a:rPr sz="1200" b="1" spc="140" dirty="0">
                <a:latin typeface="Calibri"/>
                <a:cs typeface="Calibri"/>
              </a:rPr>
              <a:t>the</a:t>
            </a:r>
            <a:r>
              <a:rPr sz="1200" b="1" spc="65" dirty="0">
                <a:latin typeface="Calibri"/>
                <a:cs typeface="Calibri"/>
              </a:rPr>
              <a:t> </a:t>
            </a:r>
            <a:r>
              <a:rPr sz="1200" b="1" spc="155" dirty="0">
                <a:latin typeface="Calibri"/>
                <a:cs typeface="Calibri"/>
              </a:rPr>
              <a:t>vacancy</a:t>
            </a:r>
            <a:endParaRPr sz="1200">
              <a:latin typeface="Calibri"/>
              <a:cs typeface="Calibri"/>
            </a:endParaRPr>
          </a:p>
        </p:txBody>
      </p:sp>
      <p:sp>
        <p:nvSpPr>
          <p:cNvPr id="9" name="object 9"/>
          <p:cNvSpPr txBox="1"/>
          <p:nvPr/>
        </p:nvSpPr>
        <p:spPr>
          <a:xfrm>
            <a:off x="222701" y="1955587"/>
            <a:ext cx="738505" cy="1194435"/>
          </a:xfrm>
          <a:prstGeom prst="rect">
            <a:avLst/>
          </a:prstGeom>
        </p:spPr>
        <p:txBody>
          <a:bodyPr vert="horz" wrap="square" lIns="0" tIns="12065" rIns="0" bIns="0" rtlCol="0">
            <a:spAutoFit/>
          </a:bodyPr>
          <a:lstStyle/>
          <a:p>
            <a:pPr marL="33655" marR="13335">
              <a:lnSpc>
                <a:spcPct val="100000"/>
              </a:lnSpc>
              <a:spcBef>
                <a:spcPts val="95"/>
              </a:spcBef>
            </a:pPr>
            <a:r>
              <a:rPr sz="1000" spc="-10" dirty="0">
                <a:latin typeface="Century Gothic"/>
                <a:cs typeface="Century Gothic"/>
              </a:rPr>
              <a:t>Vacancy applied</a:t>
            </a:r>
            <a:r>
              <a:rPr sz="1000" spc="-25" dirty="0">
                <a:latin typeface="Century Gothic"/>
                <a:cs typeface="Century Gothic"/>
              </a:rPr>
              <a:t> for</a:t>
            </a:r>
            <a:endParaRPr sz="1000">
              <a:latin typeface="Century Gothic"/>
              <a:cs typeface="Century Gothic"/>
            </a:endParaRPr>
          </a:p>
          <a:p>
            <a:pPr marL="12700" marR="17145">
              <a:lnSpc>
                <a:spcPct val="100000"/>
              </a:lnSpc>
              <a:spcBef>
                <a:spcPts val="1000"/>
              </a:spcBef>
            </a:pPr>
            <a:r>
              <a:rPr sz="1000" spc="-10" dirty="0">
                <a:latin typeface="Century Gothic"/>
                <a:cs typeface="Century Gothic"/>
              </a:rPr>
              <a:t>Employer's </a:t>
            </a:r>
            <a:r>
              <a:rPr sz="1000" spc="-20" dirty="0">
                <a:latin typeface="Century Gothic"/>
                <a:cs typeface="Century Gothic"/>
              </a:rPr>
              <a:t>name</a:t>
            </a:r>
            <a:endParaRPr sz="1000">
              <a:latin typeface="Century Gothic"/>
              <a:cs typeface="Century Gothic"/>
            </a:endParaRPr>
          </a:p>
          <a:p>
            <a:pPr marL="19050" marR="5080">
              <a:lnSpc>
                <a:spcPct val="100000"/>
              </a:lnSpc>
              <a:spcBef>
                <a:spcPts val="1005"/>
              </a:spcBef>
            </a:pPr>
            <a:r>
              <a:rPr sz="1000" spc="50" dirty="0">
                <a:latin typeface="Century Gothic"/>
                <a:cs typeface="Century Gothic"/>
              </a:rPr>
              <a:t>Return</a:t>
            </a:r>
            <a:r>
              <a:rPr sz="1000" spc="-5" dirty="0">
                <a:latin typeface="Century Gothic"/>
                <a:cs typeface="Century Gothic"/>
              </a:rPr>
              <a:t> </a:t>
            </a:r>
            <a:r>
              <a:rPr sz="1000" spc="45" dirty="0">
                <a:latin typeface="Century Gothic"/>
                <a:cs typeface="Century Gothic"/>
              </a:rPr>
              <a:t>this </a:t>
            </a:r>
            <a:r>
              <a:rPr sz="1000" dirty="0">
                <a:latin typeface="Century Gothic"/>
                <a:cs typeface="Century Gothic"/>
              </a:rPr>
              <a:t>form</a:t>
            </a:r>
            <a:r>
              <a:rPr sz="1000" spc="185" dirty="0">
                <a:latin typeface="Century Gothic"/>
                <a:cs typeface="Century Gothic"/>
              </a:rPr>
              <a:t> </a:t>
            </a:r>
            <a:r>
              <a:rPr sz="1000" spc="-25" dirty="0">
                <a:latin typeface="Century Gothic"/>
                <a:cs typeface="Century Gothic"/>
              </a:rPr>
              <a:t>to</a:t>
            </a:r>
            <a:endParaRPr sz="1000">
              <a:latin typeface="Century Gothic"/>
              <a:cs typeface="Century Gothic"/>
            </a:endParaRPr>
          </a:p>
        </p:txBody>
      </p:sp>
      <p:sp>
        <p:nvSpPr>
          <p:cNvPr id="10" name="object 10"/>
          <p:cNvSpPr txBox="1"/>
          <p:nvPr/>
        </p:nvSpPr>
        <p:spPr>
          <a:xfrm>
            <a:off x="3533882" y="2337720"/>
            <a:ext cx="560705" cy="330200"/>
          </a:xfrm>
          <a:prstGeom prst="rect">
            <a:avLst/>
          </a:prstGeom>
        </p:spPr>
        <p:txBody>
          <a:bodyPr vert="horz" wrap="square" lIns="0" tIns="12065" rIns="0" bIns="0" rtlCol="0">
            <a:spAutoFit/>
          </a:bodyPr>
          <a:lstStyle/>
          <a:p>
            <a:pPr marL="12700" marR="5080">
              <a:lnSpc>
                <a:spcPct val="100000"/>
              </a:lnSpc>
              <a:spcBef>
                <a:spcPts val="95"/>
              </a:spcBef>
            </a:pPr>
            <a:r>
              <a:rPr sz="1000" spc="-50" dirty="0">
                <a:latin typeface="Century Gothic"/>
                <a:cs typeface="Century Gothic"/>
              </a:rPr>
              <a:t>Vacancy </a:t>
            </a:r>
            <a:r>
              <a:rPr sz="1000" spc="-10" dirty="0">
                <a:latin typeface="Century Gothic"/>
                <a:cs typeface="Century Gothic"/>
              </a:rPr>
              <a:t>number</a:t>
            </a:r>
            <a:endParaRPr sz="1000">
              <a:latin typeface="Century Gothic"/>
              <a:cs typeface="Century Gothic"/>
            </a:endParaRPr>
          </a:p>
        </p:txBody>
      </p:sp>
      <p:sp>
        <p:nvSpPr>
          <p:cNvPr id="11" name="object 11"/>
          <p:cNvSpPr txBox="1"/>
          <p:nvPr/>
        </p:nvSpPr>
        <p:spPr>
          <a:xfrm>
            <a:off x="3559560" y="2866077"/>
            <a:ext cx="822960" cy="177800"/>
          </a:xfrm>
          <a:prstGeom prst="rect">
            <a:avLst/>
          </a:prstGeom>
        </p:spPr>
        <p:txBody>
          <a:bodyPr vert="horz" wrap="square" lIns="0" tIns="12065" rIns="0" bIns="0" rtlCol="0">
            <a:spAutoFit/>
          </a:bodyPr>
          <a:lstStyle/>
          <a:p>
            <a:pPr marL="12700">
              <a:lnSpc>
                <a:spcPct val="100000"/>
              </a:lnSpc>
              <a:spcBef>
                <a:spcPts val="95"/>
              </a:spcBef>
            </a:pPr>
            <a:r>
              <a:rPr sz="1000" dirty="0">
                <a:latin typeface="Century Gothic"/>
                <a:cs typeface="Century Gothic"/>
              </a:rPr>
              <a:t>Closing</a:t>
            </a:r>
            <a:r>
              <a:rPr sz="1000" spc="155" dirty="0">
                <a:latin typeface="Century Gothic"/>
                <a:cs typeface="Century Gothic"/>
              </a:rPr>
              <a:t> </a:t>
            </a:r>
            <a:r>
              <a:rPr sz="1000" spc="-20" dirty="0">
                <a:latin typeface="Century Gothic"/>
                <a:cs typeface="Century Gothic"/>
              </a:rPr>
              <a:t>date</a:t>
            </a:r>
            <a:endParaRPr sz="1000">
              <a:latin typeface="Century Gothic"/>
              <a:cs typeface="Century Gothic"/>
            </a:endParaRPr>
          </a:p>
        </p:txBody>
      </p:sp>
      <p:sp>
        <p:nvSpPr>
          <p:cNvPr id="12" name="object 12"/>
          <p:cNvSpPr/>
          <p:nvPr/>
        </p:nvSpPr>
        <p:spPr>
          <a:xfrm>
            <a:off x="1185672" y="2010155"/>
            <a:ext cx="4511040" cy="1484630"/>
          </a:xfrm>
          <a:custGeom>
            <a:avLst/>
            <a:gdLst/>
            <a:ahLst/>
            <a:cxnLst/>
            <a:rect l="l" t="t" r="r" b="b"/>
            <a:pathLst>
              <a:path w="4511040" h="1484629">
                <a:moveTo>
                  <a:pt x="0" y="0"/>
                </a:moveTo>
                <a:lnTo>
                  <a:pt x="1808988" y="0"/>
                </a:lnTo>
                <a:lnTo>
                  <a:pt x="1808988" y="179831"/>
                </a:lnTo>
                <a:lnTo>
                  <a:pt x="0" y="179831"/>
                </a:lnTo>
                <a:lnTo>
                  <a:pt x="0" y="0"/>
                </a:lnTo>
                <a:close/>
              </a:path>
              <a:path w="4511040" h="1484629">
                <a:moveTo>
                  <a:pt x="9143" y="358140"/>
                </a:moveTo>
                <a:lnTo>
                  <a:pt x="1808988" y="358140"/>
                </a:lnTo>
                <a:lnTo>
                  <a:pt x="1808988" y="899160"/>
                </a:lnTo>
                <a:lnTo>
                  <a:pt x="9143" y="899160"/>
                </a:lnTo>
                <a:lnTo>
                  <a:pt x="9143" y="358140"/>
                </a:lnTo>
                <a:close/>
              </a:path>
              <a:path w="4511040" h="1484629">
                <a:moveTo>
                  <a:pt x="0" y="944879"/>
                </a:moveTo>
                <a:lnTo>
                  <a:pt x="1799843" y="944879"/>
                </a:lnTo>
                <a:lnTo>
                  <a:pt x="1799843" y="1484376"/>
                </a:lnTo>
                <a:lnTo>
                  <a:pt x="0" y="1484376"/>
                </a:lnTo>
                <a:lnTo>
                  <a:pt x="0" y="944879"/>
                </a:lnTo>
                <a:close/>
              </a:path>
              <a:path w="4511040" h="1484629">
                <a:moveTo>
                  <a:pt x="3538728" y="411479"/>
                </a:moveTo>
                <a:lnTo>
                  <a:pt x="4511040" y="411479"/>
                </a:lnTo>
                <a:lnTo>
                  <a:pt x="4511040" y="591311"/>
                </a:lnTo>
                <a:lnTo>
                  <a:pt x="3538728" y="591311"/>
                </a:lnTo>
                <a:lnTo>
                  <a:pt x="3538728" y="411479"/>
                </a:lnTo>
                <a:close/>
              </a:path>
            </a:pathLst>
          </a:custGeom>
          <a:ln w="12700">
            <a:solidFill>
              <a:srgbClr val="000000"/>
            </a:solidFill>
          </a:ln>
        </p:spPr>
        <p:txBody>
          <a:bodyPr wrap="square" lIns="0" tIns="0" rIns="0" bIns="0" rtlCol="0"/>
          <a:lstStyle/>
          <a:p>
            <a:endParaRPr/>
          </a:p>
        </p:txBody>
      </p:sp>
      <p:sp>
        <p:nvSpPr>
          <p:cNvPr id="13" name="object 13"/>
          <p:cNvSpPr txBox="1"/>
          <p:nvPr/>
        </p:nvSpPr>
        <p:spPr>
          <a:xfrm>
            <a:off x="4675632" y="2904744"/>
            <a:ext cx="1811020" cy="180340"/>
          </a:xfrm>
          <a:prstGeom prst="rect">
            <a:avLst/>
          </a:prstGeom>
          <a:ln w="12700">
            <a:solidFill>
              <a:srgbClr val="000000"/>
            </a:solidFill>
          </a:ln>
        </p:spPr>
        <p:txBody>
          <a:bodyPr vert="horz" wrap="square" lIns="0" tIns="0" rIns="0" bIns="0" rtlCol="0">
            <a:spAutoFit/>
          </a:bodyPr>
          <a:lstStyle/>
          <a:p>
            <a:pPr marL="635" algn="ctr">
              <a:lnSpc>
                <a:spcPts val="1315"/>
              </a:lnSpc>
              <a:tabLst>
                <a:tab pos="521970" algn="l"/>
              </a:tabLst>
            </a:pPr>
            <a:r>
              <a:rPr sz="1100" spc="-50" dirty="0">
                <a:latin typeface="Century Gothic"/>
                <a:cs typeface="Century Gothic"/>
              </a:rPr>
              <a:t>/</a:t>
            </a:r>
            <a:r>
              <a:rPr sz="1100" dirty="0">
                <a:latin typeface="Century Gothic"/>
                <a:cs typeface="Century Gothic"/>
              </a:rPr>
              <a:t>	</a:t>
            </a:r>
            <a:r>
              <a:rPr sz="1100" spc="-50" dirty="0">
                <a:latin typeface="Century Gothic"/>
                <a:cs typeface="Century Gothic"/>
              </a:rPr>
              <a:t>/</a:t>
            </a:r>
            <a:endParaRPr sz="1100">
              <a:latin typeface="Century Gothic"/>
              <a:cs typeface="Century Gothic"/>
            </a:endParaRPr>
          </a:p>
        </p:txBody>
      </p:sp>
      <p:sp>
        <p:nvSpPr>
          <p:cNvPr id="14" name="object 14"/>
          <p:cNvSpPr txBox="1"/>
          <p:nvPr/>
        </p:nvSpPr>
        <p:spPr>
          <a:xfrm>
            <a:off x="3478732" y="4292982"/>
            <a:ext cx="890269" cy="177800"/>
          </a:xfrm>
          <a:prstGeom prst="rect">
            <a:avLst/>
          </a:prstGeom>
        </p:spPr>
        <p:txBody>
          <a:bodyPr vert="horz" wrap="square" lIns="0" tIns="12065" rIns="0" bIns="0" rtlCol="0">
            <a:spAutoFit/>
          </a:bodyPr>
          <a:lstStyle/>
          <a:p>
            <a:pPr marL="12700">
              <a:lnSpc>
                <a:spcPct val="100000"/>
              </a:lnSpc>
              <a:spcBef>
                <a:spcPts val="95"/>
              </a:spcBef>
            </a:pPr>
            <a:r>
              <a:rPr sz="1000" b="1" spc="110" dirty="0">
                <a:latin typeface="Calibri"/>
                <a:cs typeface="Calibri"/>
              </a:rPr>
              <a:t>Other</a:t>
            </a:r>
            <a:r>
              <a:rPr sz="1000" b="1" spc="90" dirty="0">
                <a:latin typeface="Calibri"/>
                <a:cs typeface="Calibri"/>
              </a:rPr>
              <a:t> </a:t>
            </a:r>
            <a:r>
              <a:rPr sz="1000" b="1" spc="125" dirty="0">
                <a:latin typeface="Calibri"/>
                <a:cs typeface="Calibri"/>
              </a:rPr>
              <a:t>names</a:t>
            </a:r>
            <a:endParaRPr sz="1000">
              <a:latin typeface="Calibri"/>
              <a:cs typeface="Calibri"/>
            </a:endParaRPr>
          </a:p>
        </p:txBody>
      </p:sp>
      <p:sp>
        <p:nvSpPr>
          <p:cNvPr id="15" name="object 15"/>
          <p:cNvSpPr/>
          <p:nvPr/>
        </p:nvSpPr>
        <p:spPr>
          <a:xfrm>
            <a:off x="4088891" y="4002023"/>
            <a:ext cx="180340" cy="180340"/>
          </a:xfrm>
          <a:custGeom>
            <a:avLst/>
            <a:gdLst/>
            <a:ahLst/>
            <a:cxnLst/>
            <a:rect l="l" t="t" r="r" b="b"/>
            <a:pathLst>
              <a:path w="180339" h="180339">
                <a:moveTo>
                  <a:pt x="0" y="0"/>
                </a:moveTo>
                <a:lnTo>
                  <a:pt x="179832" y="0"/>
                </a:lnTo>
                <a:lnTo>
                  <a:pt x="179832" y="179832"/>
                </a:lnTo>
                <a:lnTo>
                  <a:pt x="0" y="179832"/>
                </a:lnTo>
                <a:lnTo>
                  <a:pt x="0" y="0"/>
                </a:lnTo>
                <a:close/>
              </a:path>
            </a:pathLst>
          </a:custGeom>
          <a:ln w="12700">
            <a:solidFill>
              <a:srgbClr val="000000"/>
            </a:solidFill>
          </a:ln>
        </p:spPr>
        <p:txBody>
          <a:bodyPr wrap="square" lIns="0" tIns="0" rIns="0" bIns="0" rtlCol="0"/>
          <a:lstStyle/>
          <a:p>
            <a:endParaRPr/>
          </a:p>
        </p:txBody>
      </p:sp>
      <p:sp>
        <p:nvSpPr>
          <p:cNvPr id="16" name="object 16"/>
          <p:cNvSpPr/>
          <p:nvPr/>
        </p:nvSpPr>
        <p:spPr>
          <a:xfrm>
            <a:off x="3302508" y="4002023"/>
            <a:ext cx="181610" cy="180340"/>
          </a:xfrm>
          <a:custGeom>
            <a:avLst/>
            <a:gdLst/>
            <a:ahLst/>
            <a:cxnLst/>
            <a:rect l="l" t="t" r="r" b="b"/>
            <a:pathLst>
              <a:path w="181610" h="180339">
                <a:moveTo>
                  <a:pt x="0" y="0"/>
                </a:moveTo>
                <a:lnTo>
                  <a:pt x="181355" y="0"/>
                </a:lnTo>
                <a:lnTo>
                  <a:pt x="181355" y="179832"/>
                </a:lnTo>
                <a:lnTo>
                  <a:pt x="0" y="179832"/>
                </a:lnTo>
                <a:lnTo>
                  <a:pt x="0" y="0"/>
                </a:lnTo>
                <a:close/>
              </a:path>
            </a:pathLst>
          </a:custGeom>
          <a:ln w="12700">
            <a:solidFill>
              <a:srgbClr val="000000"/>
            </a:solidFill>
          </a:ln>
        </p:spPr>
        <p:txBody>
          <a:bodyPr wrap="square" lIns="0" tIns="0" rIns="0" bIns="0" rtlCol="0"/>
          <a:lstStyle/>
          <a:p>
            <a:endParaRPr/>
          </a:p>
        </p:txBody>
      </p:sp>
      <p:sp>
        <p:nvSpPr>
          <p:cNvPr id="17" name="object 17"/>
          <p:cNvSpPr/>
          <p:nvPr/>
        </p:nvSpPr>
        <p:spPr>
          <a:xfrm>
            <a:off x="2676144" y="4002023"/>
            <a:ext cx="180340" cy="181610"/>
          </a:xfrm>
          <a:custGeom>
            <a:avLst/>
            <a:gdLst/>
            <a:ahLst/>
            <a:cxnLst/>
            <a:rect l="l" t="t" r="r" b="b"/>
            <a:pathLst>
              <a:path w="180339" h="181610">
                <a:moveTo>
                  <a:pt x="0" y="0"/>
                </a:moveTo>
                <a:lnTo>
                  <a:pt x="179831" y="0"/>
                </a:lnTo>
                <a:lnTo>
                  <a:pt x="179831" y="181355"/>
                </a:lnTo>
                <a:lnTo>
                  <a:pt x="0" y="181355"/>
                </a:lnTo>
                <a:lnTo>
                  <a:pt x="0" y="0"/>
                </a:lnTo>
                <a:close/>
              </a:path>
            </a:pathLst>
          </a:custGeom>
          <a:ln w="12700">
            <a:solidFill>
              <a:srgbClr val="000000"/>
            </a:solidFill>
          </a:ln>
        </p:spPr>
        <p:txBody>
          <a:bodyPr wrap="square" lIns="0" tIns="0" rIns="0" bIns="0" rtlCol="0"/>
          <a:lstStyle/>
          <a:p>
            <a:endParaRPr/>
          </a:p>
        </p:txBody>
      </p:sp>
      <p:sp>
        <p:nvSpPr>
          <p:cNvPr id="18" name="object 18"/>
          <p:cNvSpPr/>
          <p:nvPr/>
        </p:nvSpPr>
        <p:spPr>
          <a:xfrm>
            <a:off x="1367027" y="4002023"/>
            <a:ext cx="5119370" cy="1148080"/>
          </a:xfrm>
          <a:custGeom>
            <a:avLst/>
            <a:gdLst/>
            <a:ahLst/>
            <a:cxnLst/>
            <a:rect l="l" t="t" r="r" b="b"/>
            <a:pathLst>
              <a:path w="5119370" h="1148079">
                <a:moveTo>
                  <a:pt x="4146804" y="19812"/>
                </a:moveTo>
                <a:lnTo>
                  <a:pt x="5119116" y="19812"/>
                </a:lnTo>
                <a:lnTo>
                  <a:pt x="5119116" y="199644"/>
                </a:lnTo>
                <a:lnTo>
                  <a:pt x="4146804" y="199644"/>
                </a:lnTo>
                <a:lnTo>
                  <a:pt x="4146804" y="19812"/>
                </a:lnTo>
                <a:close/>
              </a:path>
              <a:path w="5119370" h="1148079">
                <a:moveTo>
                  <a:pt x="627888" y="0"/>
                </a:moveTo>
                <a:lnTo>
                  <a:pt x="807720" y="0"/>
                </a:lnTo>
                <a:lnTo>
                  <a:pt x="807720" y="181355"/>
                </a:lnTo>
                <a:lnTo>
                  <a:pt x="627888" y="181355"/>
                </a:lnTo>
                <a:lnTo>
                  <a:pt x="627888" y="0"/>
                </a:lnTo>
                <a:close/>
              </a:path>
              <a:path w="5119370" h="1148079">
                <a:moveTo>
                  <a:pt x="6096" y="1524"/>
                </a:moveTo>
                <a:lnTo>
                  <a:pt x="193548" y="1524"/>
                </a:lnTo>
                <a:lnTo>
                  <a:pt x="193548" y="158496"/>
                </a:lnTo>
                <a:lnTo>
                  <a:pt x="6096" y="158496"/>
                </a:lnTo>
                <a:lnTo>
                  <a:pt x="6096" y="1524"/>
                </a:lnTo>
                <a:close/>
              </a:path>
              <a:path w="5119370" h="1148079">
                <a:moveTo>
                  <a:pt x="10668" y="608076"/>
                </a:moveTo>
                <a:lnTo>
                  <a:pt x="3357372" y="608076"/>
                </a:lnTo>
                <a:lnTo>
                  <a:pt x="3357372" y="1147572"/>
                </a:lnTo>
                <a:lnTo>
                  <a:pt x="10668" y="1147572"/>
                </a:lnTo>
                <a:lnTo>
                  <a:pt x="10668" y="608076"/>
                </a:lnTo>
                <a:close/>
              </a:path>
              <a:path w="5119370" h="1148079">
                <a:moveTo>
                  <a:pt x="3031236" y="304800"/>
                </a:moveTo>
                <a:lnTo>
                  <a:pt x="5119116" y="304800"/>
                </a:lnTo>
                <a:lnTo>
                  <a:pt x="5119116" y="486155"/>
                </a:lnTo>
                <a:lnTo>
                  <a:pt x="3031236" y="486155"/>
                </a:lnTo>
                <a:lnTo>
                  <a:pt x="3031236" y="304800"/>
                </a:lnTo>
                <a:close/>
              </a:path>
              <a:path w="5119370" h="1148079">
                <a:moveTo>
                  <a:pt x="0" y="323088"/>
                </a:moveTo>
                <a:lnTo>
                  <a:pt x="2087880" y="323088"/>
                </a:lnTo>
                <a:lnTo>
                  <a:pt x="2087880" y="502920"/>
                </a:lnTo>
                <a:lnTo>
                  <a:pt x="0" y="502920"/>
                </a:lnTo>
                <a:lnTo>
                  <a:pt x="0" y="323088"/>
                </a:lnTo>
                <a:close/>
              </a:path>
            </a:pathLst>
          </a:custGeom>
          <a:ln w="12700">
            <a:solidFill>
              <a:srgbClr val="000000"/>
            </a:solidFill>
          </a:ln>
        </p:spPr>
        <p:txBody>
          <a:bodyPr wrap="square" lIns="0" tIns="0" rIns="0" bIns="0" rtlCol="0"/>
          <a:lstStyle/>
          <a:p>
            <a:endParaRPr/>
          </a:p>
        </p:txBody>
      </p:sp>
      <p:sp>
        <p:nvSpPr>
          <p:cNvPr id="19" name="object 19"/>
          <p:cNvSpPr txBox="1"/>
          <p:nvPr/>
        </p:nvSpPr>
        <p:spPr>
          <a:xfrm>
            <a:off x="229325" y="3641344"/>
            <a:ext cx="1316355" cy="1122045"/>
          </a:xfrm>
          <a:prstGeom prst="rect">
            <a:avLst/>
          </a:prstGeom>
        </p:spPr>
        <p:txBody>
          <a:bodyPr vert="horz" wrap="square" lIns="0" tIns="100965" rIns="0" bIns="0" rtlCol="0">
            <a:spAutoFit/>
          </a:bodyPr>
          <a:lstStyle/>
          <a:p>
            <a:pPr marL="27305">
              <a:lnSpc>
                <a:spcPct val="100000"/>
              </a:lnSpc>
              <a:spcBef>
                <a:spcPts val="795"/>
              </a:spcBef>
            </a:pPr>
            <a:r>
              <a:rPr sz="1200" b="1" spc="140" dirty="0">
                <a:latin typeface="Calibri"/>
                <a:cs typeface="Calibri"/>
              </a:rPr>
              <a:t>Personal</a:t>
            </a:r>
            <a:r>
              <a:rPr sz="1200" b="1" spc="65" dirty="0">
                <a:latin typeface="Calibri"/>
                <a:cs typeface="Calibri"/>
              </a:rPr>
              <a:t> </a:t>
            </a:r>
            <a:r>
              <a:rPr sz="1200" b="1" spc="110" dirty="0">
                <a:latin typeface="Calibri"/>
                <a:cs typeface="Calibri"/>
              </a:rPr>
              <a:t>details</a:t>
            </a:r>
            <a:endParaRPr sz="1200">
              <a:latin typeface="Calibri"/>
              <a:cs typeface="Calibri"/>
            </a:endParaRPr>
          </a:p>
          <a:p>
            <a:pPr marL="27305">
              <a:lnSpc>
                <a:spcPct val="100000"/>
              </a:lnSpc>
              <a:spcBef>
                <a:spcPts val="575"/>
              </a:spcBef>
              <a:tabLst>
                <a:tab pos="967105" algn="l"/>
              </a:tabLst>
            </a:pPr>
            <a:r>
              <a:rPr sz="1000" b="1" spc="-125" dirty="0">
                <a:latin typeface="Calibri"/>
                <a:cs typeface="Calibri"/>
              </a:rPr>
              <a:t>1</a:t>
            </a:r>
            <a:r>
              <a:rPr sz="1000" b="1" spc="55" dirty="0">
                <a:latin typeface="Calibri"/>
                <a:cs typeface="Calibri"/>
              </a:rPr>
              <a:t> </a:t>
            </a:r>
            <a:r>
              <a:rPr sz="1000" b="1" spc="70" dirty="0">
                <a:latin typeface="Calibri"/>
                <a:cs typeface="Calibri"/>
              </a:rPr>
              <a:t>Title</a:t>
            </a:r>
            <a:r>
              <a:rPr sz="1000" b="1" dirty="0">
                <a:latin typeface="Calibri"/>
                <a:cs typeface="Calibri"/>
              </a:rPr>
              <a:t>	</a:t>
            </a:r>
            <a:r>
              <a:rPr sz="1500" b="1" spc="60" baseline="2777" dirty="0">
                <a:latin typeface="Calibri"/>
                <a:cs typeface="Calibri"/>
              </a:rPr>
              <a:t>Mr</a:t>
            </a:r>
            <a:endParaRPr sz="1500" baseline="2777">
              <a:latin typeface="Calibri"/>
              <a:cs typeface="Calibri"/>
            </a:endParaRPr>
          </a:p>
          <a:p>
            <a:pPr marL="12700" marR="607060" indent="88265">
              <a:lnSpc>
                <a:spcPct val="187400"/>
              </a:lnSpc>
              <a:spcBef>
                <a:spcPts val="225"/>
              </a:spcBef>
            </a:pPr>
            <a:r>
              <a:rPr sz="1000" b="1" spc="130" dirty="0">
                <a:latin typeface="Calibri"/>
                <a:cs typeface="Calibri"/>
              </a:rPr>
              <a:t>Surname </a:t>
            </a:r>
            <a:r>
              <a:rPr sz="1000" b="1" spc="70" dirty="0">
                <a:latin typeface="Calibri"/>
                <a:cs typeface="Calibri"/>
              </a:rPr>
              <a:t>2</a:t>
            </a:r>
            <a:r>
              <a:rPr sz="1000" b="1" spc="60" dirty="0">
                <a:latin typeface="Calibri"/>
                <a:cs typeface="Calibri"/>
              </a:rPr>
              <a:t> </a:t>
            </a:r>
            <a:r>
              <a:rPr sz="1000" b="1" spc="114" dirty="0">
                <a:latin typeface="Calibri"/>
                <a:cs typeface="Calibri"/>
              </a:rPr>
              <a:t>Address</a:t>
            </a:r>
            <a:endParaRPr sz="1000">
              <a:latin typeface="Calibri"/>
              <a:cs typeface="Calibri"/>
            </a:endParaRPr>
          </a:p>
        </p:txBody>
      </p:sp>
      <p:sp>
        <p:nvSpPr>
          <p:cNvPr id="20" name="object 20"/>
          <p:cNvSpPr txBox="1"/>
          <p:nvPr/>
        </p:nvSpPr>
        <p:spPr>
          <a:xfrm>
            <a:off x="233878" y="5287023"/>
            <a:ext cx="1012825" cy="330200"/>
          </a:xfrm>
          <a:prstGeom prst="rect">
            <a:avLst/>
          </a:prstGeom>
        </p:spPr>
        <p:txBody>
          <a:bodyPr vert="horz" wrap="square" lIns="0" tIns="12065" rIns="0" bIns="0" rtlCol="0">
            <a:spAutoFit/>
          </a:bodyPr>
          <a:lstStyle/>
          <a:p>
            <a:pPr marL="12700" marR="5080">
              <a:lnSpc>
                <a:spcPct val="100000"/>
              </a:lnSpc>
              <a:spcBef>
                <a:spcPts val="95"/>
              </a:spcBef>
            </a:pPr>
            <a:r>
              <a:rPr sz="1000" b="1" spc="75" dirty="0">
                <a:latin typeface="Calibri"/>
                <a:cs typeface="Calibri"/>
              </a:rPr>
              <a:t>3</a:t>
            </a:r>
            <a:r>
              <a:rPr sz="1000" b="1" spc="60" dirty="0">
                <a:latin typeface="Calibri"/>
                <a:cs typeface="Calibri"/>
              </a:rPr>
              <a:t> </a:t>
            </a:r>
            <a:r>
              <a:rPr sz="1000" b="1" spc="105" dirty="0">
                <a:latin typeface="Calibri"/>
                <a:cs typeface="Calibri"/>
              </a:rPr>
              <a:t>Full</a:t>
            </a:r>
            <a:r>
              <a:rPr sz="1000" b="1" spc="60" dirty="0">
                <a:latin typeface="Calibri"/>
                <a:cs typeface="Calibri"/>
              </a:rPr>
              <a:t> </a:t>
            </a:r>
            <a:r>
              <a:rPr sz="1000" b="1" spc="110" dirty="0">
                <a:latin typeface="Calibri"/>
                <a:cs typeface="Calibri"/>
              </a:rPr>
              <a:t>daytime </a:t>
            </a:r>
            <a:r>
              <a:rPr sz="1000" b="1" spc="130" dirty="0">
                <a:latin typeface="Calibri"/>
                <a:cs typeface="Calibri"/>
              </a:rPr>
              <a:t>phone</a:t>
            </a:r>
            <a:r>
              <a:rPr sz="1000" b="1" spc="65" dirty="0">
                <a:latin typeface="Calibri"/>
                <a:cs typeface="Calibri"/>
              </a:rPr>
              <a:t> </a:t>
            </a:r>
            <a:r>
              <a:rPr sz="1000" b="1" spc="130" dirty="0">
                <a:latin typeface="Calibri"/>
                <a:cs typeface="Calibri"/>
              </a:rPr>
              <a:t>number</a:t>
            </a:r>
            <a:endParaRPr sz="1000">
              <a:latin typeface="Calibri"/>
              <a:cs typeface="Calibri"/>
            </a:endParaRPr>
          </a:p>
        </p:txBody>
      </p:sp>
      <p:sp>
        <p:nvSpPr>
          <p:cNvPr id="21" name="object 21"/>
          <p:cNvSpPr txBox="1"/>
          <p:nvPr/>
        </p:nvSpPr>
        <p:spPr>
          <a:xfrm>
            <a:off x="3507744" y="5287023"/>
            <a:ext cx="1012825" cy="330200"/>
          </a:xfrm>
          <a:prstGeom prst="rect">
            <a:avLst/>
          </a:prstGeom>
        </p:spPr>
        <p:txBody>
          <a:bodyPr vert="horz" wrap="square" lIns="0" tIns="12065" rIns="0" bIns="0" rtlCol="0">
            <a:spAutoFit/>
          </a:bodyPr>
          <a:lstStyle/>
          <a:p>
            <a:pPr marL="12700" marR="5080">
              <a:lnSpc>
                <a:spcPct val="100000"/>
              </a:lnSpc>
              <a:spcBef>
                <a:spcPts val="95"/>
              </a:spcBef>
            </a:pPr>
            <a:r>
              <a:rPr sz="1000" b="1" spc="105" dirty="0">
                <a:latin typeface="Calibri"/>
                <a:cs typeface="Calibri"/>
              </a:rPr>
              <a:t>Full</a:t>
            </a:r>
            <a:r>
              <a:rPr sz="1000" b="1" spc="60" dirty="0">
                <a:latin typeface="Calibri"/>
                <a:cs typeface="Calibri"/>
              </a:rPr>
              <a:t> </a:t>
            </a:r>
            <a:r>
              <a:rPr sz="1000" b="1" spc="120" dirty="0">
                <a:latin typeface="Calibri"/>
                <a:cs typeface="Calibri"/>
              </a:rPr>
              <a:t>evening </a:t>
            </a:r>
            <a:r>
              <a:rPr sz="1000" b="1" spc="130" dirty="0">
                <a:latin typeface="Calibri"/>
                <a:cs typeface="Calibri"/>
              </a:rPr>
              <a:t>phone</a:t>
            </a:r>
            <a:r>
              <a:rPr sz="1000" b="1" spc="65" dirty="0">
                <a:latin typeface="Calibri"/>
                <a:cs typeface="Calibri"/>
              </a:rPr>
              <a:t> </a:t>
            </a:r>
            <a:r>
              <a:rPr sz="1000" b="1" spc="130" dirty="0">
                <a:latin typeface="Calibri"/>
                <a:cs typeface="Calibri"/>
              </a:rPr>
              <a:t>number</a:t>
            </a:r>
            <a:endParaRPr sz="1000">
              <a:latin typeface="Calibri"/>
              <a:cs typeface="Calibri"/>
            </a:endParaRPr>
          </a:p>
        </p:txBody>
      </p:sp>
      <p:sp>
        <p:nvSpPr>
          <p:cNvPr id="22" name="object 22"/>
          <p:cNvSpPr/>
          <p:nvPr/>
        </p:nvSpPr>
        <p:spPr>
          <a:xfrm>
            <a:off x="1367027" y="5364479"/>
            <a:ext cx="5240020" cy="1054735"/>
          </a:xfrm>
          <a:custGeom>
            <a:avLst/>
            <a:gdLst/>
            <a:ahLst/>
            <a:cxnLst/>
            <a:rect l="l" t="t" r="r" b="b"/>
            <a:pathLst>
              <a:path w="5240020" h="1054735">
                <a:moveTo>
                  <a:pt x="3188208" y="0"/>
                </a:moveTo>
                <a:lnTo>
                  <a:pt x="5239512" y="0"/>
                </a:lnTo>
                <a:lnTo>
                  <a:pt x="5239512" y="181355"/>
                </a:lnTo>
                <a:lnTo>
                  <a:pt x="3188208" y="181355"/>
                </a:lnTo>
                <a:lnTo>
                  <a:pt x="3188208" y="0"/>
                </a:lnTo>
                <a:close/>
              </a:path>
              <a:path w="5240020" h="1054735">
                <a:moveTo>
                  <a:pt x="0" y="3048"/>
                </a:moveTo>
                <a:lnTo>
                  <a:pt x="2052827" y="3048"/>
                </a:lnTo>
                <a:lnTo>
                  <a:pt x="2052827" y="182880"/>
                </a:lnTo>
                <a:lnTo>
                  <a:pt x="0" y="182880"/>
                </a:lnTo>
                <a:lnTo>
                  <a:pt x="0" y="3048"/>
                </a:lnTo>
                <a:close/>
              </a:path>
              <a:path w="5240020" h="1054735">
                <a:moveTo>
                  <a:pt x="1524" y="454152"/>
                </a:moveTo>
                <a:lnTo>
                  <a:pt x="2089404" y="454152"/>
                </a:lnTo>
                <a:lnTo>
                  <a:pt x="2089404" y="633984"/>
                </a:lnTo>
                <a:lnTo>
                  <a:pt x="1524" y="633984"/>
                </a:lnTo>
                <a:lnTo>
                  <a:pt x="1524" y="454152"/>
                </a:lnTo>
                <a:close/>
              </a:path>
              <a:path w="5240020" h="1054735">
                <a:moveTo>
                  <a:pt x="6096" y="873252"/>
                </a:moveTo>
                <a:lnTo>
                  <a:pt x="5119116" y="873252"/>
                </a:lnTo>
                <a:lnTo>
                  <a:pt x="5119116" y="1054608"/>
                </a:lnTo>
                <a:lnTo>
                  <a:pt x="6096" y="1054608"/>
                </a:lnTo>
                <a:lnTo>
                  <a:pt x="6096" y="873252"/>
                </a:lnTo>
                <a:close/>
              </a:path>
            </a:pathLst>
          </a:custGeom>
          <a:ln w="12700">
            <a:solidFill>
              <a:srgbClr val="000000"/>
            </a:solidFill>
          </a:ln>
        </p:spPr>
        <p:txBody>
          <a:bodyPr wrap="square" lIns="0" tIns="0" rIns="0" bIns="0" rtlCol="0"/>
          <a:lstStyle/>
          <a:p>
            <a:endParaRPr/>
          </a:p>
        </p:txBody>
      </p:sp>
      <p:sp>
        <p:nvSpPr>
          <p:cNvPr id="23" name="object 23"/>
          <p:cNvSpPr txBox="1"/>
          <p:nvPr/>
        </p:nvSpPr>
        <p:spPr>
          <a:xfrm>
            <a:off x="221744" y="5753260"/>
            <a:ext cx="3459479" cy="2811145"/>
          </a:xfrm>
          <a:prstGeom prst="rect">
            <a:avLst/>
          </a:prstGeom>
        </p:spPr>
        <p:txBody>
          <a:bodyPr vert="horz" wrap="square" lIns="0" tIns="12065" rIns="0" bIns="0" rtlCol="0">
            <a:spAutoFit/>
          </a:bodyPr>
          <a:lstStyle/>
          <a:p>
            <a:pPr marL="12700" marR="2894330" indent="-635">
              <a:lnSpc>
                <a:spcPct val="100000"/>
              </a:lnSpc>
              <a:spcBef>
                <a:spcPts val="95"/>
              </a:spcBef>
              <a:buAutoNum type="arabicPlain" startAt="4"/>
              <a:tabLst>
                <a:tab pos="12700" algn="l"/>
                <a:tab pos="134620" algn="l"/>
              </a:tabLst>
            </a:pPr>
            <a:r>
              <a:rPr sz="1000" b="1" spc="130" dirty="0">
                <a:latin typeface="Calibri"/>
                <a:cs typeface="Calibri"/>
              </a:rPr>
              <a:t>	E-</a:t>
            </a:r>
            <a:r>
              <a:rPr sz="1000" b="1" spc="85" dirty="0">
                <a:latin typeface="Calibri"/>
                <a:cs typeface="Calibri"/>
              </a:rPr>
              <a:t>mail </a:t>
            </a:r>
            <a:r>
              <a:rPr sz="1000" b="1" spc="110" dirty="0">
                <a:latin typeface="Calibri"/>
                <a:cs typeface="Calibri"/>
              </a:rPr>
              <a:t>address</a:t>
            </a:r>
            <a:endParaRPr sz="1000">
              <a:latin typeface="Calibri"/>
              <a:cs typeface="Calibri"/>
            </a:endParaRPr>
          </a:p>
          <a:p>
            <a:pPr marL="13335" marR="2571115" indent="111760">
              <a:lnSpc>
                <a:spcPct val="100000"/>
              </a:lnSpc>
              <a:spcBef>
                <a:spcPts val="1140"/>
              </a:spcBef>
              <a:buAutoNum type="arabicPlain" startAt="4"/>
              <a:tabLst>
                <a:tab pos="125095" algn="l"/>
              </a:tabLst>
            </a:pPr>
            <a:r>
              <a:rPr sz="1000" b="1" spc="110" dirty="0">
                <a:latin typeface="Calibri"/>
                <a:cs typeface="Calibri"/>
              </a:rPr>
              <a:t>Driving </a:t>
            </a:r>
            <a:r>
              <a:rPr sz="1000" b="1" spc="114" dirty="0">
                <a:latin typeface="Calibri"/>
                <a:cs typeface="Calibri"/>
              </a:rPr>
              <a:t>licences</a:t>
            </a:r>
            <a:r>
              <a:rPr sz="1000" b="1" spc="80" dirty="0">
                <a:latin typeface="Calibri"/>
                <a:cs typeface="Calibri"/>
              </a:rPr>
              <a:t> </a:t>
            </a:r>
            <a:r>
              <a:rPr sz="1000" b="1" spc="90" dirty="0">
                <a:latin typeface="Calibri"/>
                <a:cs typeface="Calibri"/>
              </a:rPr>
              <a:t>held</a:t>
            </a:r>
            <a:endParaRPr sz="1000">
              <a:latin typeface="Calibri"/>
              <a:cs typeface="Calibri"/>
            </a:endParaRPr>
          </a:p>
          <a:p>
            <a:pPr marL="19685" marR="5080">
              <a:lnSpc>
                <a:spcPct val="100000"/>
              </a:lnSpc>
              <a:spcBef>
                <a:spcPts val="384"/>
              </a:spcBef>
            </a:pPr>
            <a:r>
              <a:rPr sz="1000" dirty="0">
                <a:latin typeface="Century Gothic"/>
                <a:cs typeface="Century Gothic"/>
              </a:rPr>
              <a:t>Include</a:t>
            </a:r>
            <a:r>
              <a:rPr sz="1000" spc="60" dirty="0">
                <a:latin typeface="Century Gothic"/>
                <a:cs typeface="Century Gothic"/>
              </a:rPr>
              <a:t> </a:t>
            </a:r>
            <a:r>
              <a:rPr sz="1000" dirty="0">
                <a:latin typeface="Century Gothic"/>
                <a:cs typeface="Century Gothic"/>
              </a:rPr>
              <a:t>any</a:t>
            </a:r>
            <a:r>
              <a:rPr sz="1000" spc="45" dirty="0">
                <a:latin typeface="Century Gothic"/>
                <a:cs typeface="Century Gothic"/>
              </a:rPr>
              <a:t> </a:t>
            </a:r>
            <a:r>
              <a:rPr sz="1000" dirty="0">
                <a:latin typeface="Century Gothic"/>
                <a:cs typeface="Century Gothic"/>
              </a:rPr>
              <a:t>points</a:t>
            </a:r>
            <a:r>
              <a:rPr sz="1000" spc="70" dirty="0">
                <a:latin typeface="Century Gothic"/>
                <a:cs typeface="Century Gothic"/>
              </a:rPr>
              <a:t> </a:t>
            </a:r>
            <a:r>
              <a:rPr sz="1000" dirty="0">
                <a:latin typeface="Century Gothic"/>
                <a:cs typeface="Century Gothic"/>
              </a:rPr>
              <a:t>on</a:t>
            </a:r>
            <a:r>
              <a:rPr sz="1000" spc="50" dirty="0">
                <a:latin typeface="Century Gothic"/>
                <a:cs typeface="Century Gothic"/>
              </a:rPr>
              <a:t> </a:t>
            </a:r>
            <a:r>
              <a:rPr sz="1000" dirty="0">
                <a:latin typeface="Century Gothic"/>
                <a:cs typeface="Century Gothic"/>
              </a:rPr>
              <a:t>your</a:t>
            </a:r>
            <a:r>
              <a:rPr sz="1000" spc="40" dirty="0">
                <a:latin typeface="Century Gothic"/>
                <a:cs typeface="Century Gothic"/>
              </a:rPr>
              <a:t> </a:t>
            </a:r>
            <a:r>
              <a:rPr sz="1000" spc="-10" dirty="0">
                <a:latin typeface="Century Gothic"/>
                <a:cs typeface="Century Gothic"/>
              </a:rPr>
              <a:t>licence</a:t>
            </a:r>
            <a:r>
              <a:rPr sz="1000" spc="75" dirty="0">
                <a:latin typeface="Century Gothic"/>
                <a:cs typeface="Century Gothic"/>
              </a:rPr>
              <a:t> </a:t>
            </a:r>
            <a:r>
              <a:rPr sz="1000" spc="-20" dirty="0">
                <a:latin typeface="Century Gothic"/>
                <a:cs typeface="Century Gothic"/>
              </a:rPr>
              <a:t>and</a:t>
            </a:r>
            <a:r>
              <a:rPr sz="1000" spc="40" dirty="0">
                <a:latin typeface="Century Gothic"/>
                <a:cs typeface="Century Gothic"/>
              </a:rPr>
              <a:t> </a:t>
            </a:r>
            <a:r>
              <a:rPr sz="1000" dirty="0">
                <a:latin typeface="Century Gothic"/>
                <a:cs typeface="Century Gothic"/>
              </a:rPr>
              <a:t>the</a:t>
            </a:r>
            <a:r>
              <a:rPr sz="1000" spc="50" dirty="0">
                <a:latin typeface="Century Gothic"/>
                <a:cs typeface="Century Gothic"/>
              </a:rPr>
              <a:t> </a:t>
            </a:r>
            <a:r>
              <a:rPr sz="1000" dirty="0">
                <a:latin typeface="Century Gothic"/>
                <a:cs typeface="Century Gothic"/>
              </a:rPr>
              <a:t>reasons</a:t>
            </a:r>
            <a:r>
              <a:rPr sz="1000" spc="45" dirty="0">
                <a:latin typeface="Century Gothic"/>
                <a:cs typeface="Century Gothic"/>
              </a:rPr>
              <a:t> </a:t>
            </a:r>
            <a:r>
              <a:rPr sz="1000" spc="-25" dirty="0">
                <a:latin typeface="Century Gothic"/>
                <a:cs typeface="Century Gothic"/>
              </a:rPr>
              <a:t>for </a:t>
            </a:r>
            <a:r>
              <a:rPr sz="1000" spc="-10" dirty="0">
                <a:latin typeface="Century Gothic"/>
                <a:cs typeface="Century Gothic"/>
              </a:rPr>
              <a:t>them.</a:t>
            </a:r>
            <a:endParaRPr sz="1000">
              <a:latin typeface="Century Gothic"/>
              <a:cs typeface="Century Gothic"/>
            </a:endParaRPr>
          </a:p>
          <a:p>
            <a:pPr marL="36195" marR="2769870" indent="152400">
              <a:lnSpc>
                <a:spcPct val="100000"/>
              </a:lnSpc>
              <a:spcBef>
                <a:spcPts val="10"/>
              </a:spcBef>
              <a:buAutoNum type="arabicPlain" startAt="6"/>
              <a:tabLst>
                <a:tab pos="188595" algn="l"/>
              </a:tabLst>
            </a:pPr>
            <a:r>
              <a:rPr sz="1000" b="1" spc="130" dirty="0">
                <a:latin typeface="Calibri"/>
                <a:cs typeface="Calibri"/>
              </a:rPr>
              <a:t>Work </a:t>
            </a:r>
            <a:r>
              <a:rPr sz="1000" b="1" spc="85" dirty="0">
                <a:latin typeface="Calibri"/>
                <a:cs typeface="Calibri"/>
              </a:rPr>
              <a:t>history </a:t>
            </a:r>
            <a:r>
              <a:rPr sz="1000" dirty="0">
                <a:latin typeface="Century Gothic"/>
                <a:cs typeface="Century Gothic"/>
              </a:rPr>
              <a:t>Start</a:t>
            </a:r>
            <a:r>
              <a:rPr sz="1000" spc="195" dirty="0">
                <a:latin typeface="Century Gothic"/>
                <a:cs typeface="Century Gothic"/>
              </a:rPr>
              <a:t> </a:t>
            </a:r>
            <a:r>
              <a:rPr sz="1000" spc="35" dirty="0">
                <a:latin typeface="Century Gothic"/>
                <a:cs typeface="Century Gothic"/>
              </a:rPr>
              <a:t>with </a:t>
            </a:r>
            <a:r>
              <a:rPr sz="1000" dirty="0">
                <a:latin typeface="Century Gothic"/>
                <a:cs typeface="Century Gothic"/>
              </a:rPr>
              <a:t>your</a:t>
            </a:r>
            <a:r>
              <a:rPr sz="1000" spc="105" dirty="0">
                <a:latin typeface="Century Gothic"/>
                <a:cs typeface="Century Gothic"/>
              </a:rPr>
              <a:t> </a:t>
            </a:r>
            <a:r>
              <a:rPr sz="1000" spc="35" dirty="0">
                <a:latin typeface="Century Gothic"/>
                <a:cs typeface="Century Gothic"/>
              </a:rPr>
              <a:t>most </a:t>
            </a:r>
            <a:r>
              <a:rPr sz="1000" dirty="0">
                <a:latin typeface="Century Gothic"/>
                <a:cs typeface="Century Gothic"/>
              </a:rPr>
              <a:t>recent</a:t>
            </a:r>
            <a:r>
              <a:rPr sz="1000" spc="5" dirty="0">
                <a:latin typeface="Century Gothic"/>
                <a:cs typeface="Century Gothic"/>
              </a:rPr>
              <a:t> </a:t>
            </a:r>
            <a:r>
              <a:rPr sz="1000" spc="-25" dirty="0">
                <a:latin typeface="Century Gothic"/>
                <a:cs typeface="Century Gothic"/>
              </a:rPr>
              <a:t>job </a:t>
            </a:r>
            <a:r>
              <a:rPr sz="1000" spc="-10" dirty="0">
                <a:latin typeface="Century Gothic"/>
                <a:cs typeface="Century Gothic"/>
              </a:rPr>
              <a:t>and</a:t>
            </a:r>
            <a:r>
              <a:rPr sz="1000" spc="-55" dirty="0">
                <a:latin typeface="Century Gothic"/>
                <a:cs typeface="Century Gothic"/>
              </a:rPr>
              <a:t> </a:t>
            </a:r>
            <a:r>
              <a:rPr sz="1000" spc="30" dirty="0">
                <a:latin typeface="Century Gothic"/>
                <a:cs typeface="Century Gothic"/>
              </a:rPr>
              <a:t>work </a:t>
            </a:r>
            <a:r>
              <a:rPr sz="1000" spc="-10" dirty="0">
                <a:latin typeface="Century Gothic"/>
                <a:cs typeface="Century Gothic"/>
              </a:rPr>
              <a:t>back.</a:t>
            </a:r>
            <a:endParaRPr sz="1000">
              <a:latin typeface="Century Gothic"/>
              <a:cs typeface="Century Gothic"/>
            </a:endParaRPr>
          </a:p>
          <a:p>
            <a:pPr marL="36195" marR="2517140">
              <a:lnSpc>
                <a:spcPct val="100000"/>
              </a:lnSpc>
            </a:pPr>
            <a:r>
              <a:rPr sz="1000" dirty="0">
                <a:latin typeface="Century Gothic"/>
                <a:cs typeface="Century Gothic"/>
              </a:rPr>
              <a:t>Continue</a:t>
            </a:r>
            <a:r>
              <a:rPr sz="1000" spc="60" dirty="0">
                <a:latin typeface="Century Gothic"/>
                <a:cs typeface="Century Gothic"/>
              </a:rPr>
              <a:t> </a:t>
            </a:r>
            <a:r>
              <a:rPr sz="1000" dirty="0">
                <a:latin typeface="Century Gothic"/>
                <a:cs typeface="Century Gothic"/>
              </a:rPr>
              <a:t>on</a:t>
            </a:r>
            <a:r>
              <a:rPr sz="1000" spc="60" dirty="0">
                <a:latin typeface="Century Gothic"/>
                <a:cs typeface="Century Gothic"/>
              </a:rPr>
              <a:t> </a:t>
            </a:r>
            <a:r>
              <a:rPr sz="1000" spc="-85" dirty="0">
                <a:latin typeface="Century Gothic"/>
                <a:cs typeface="Century Gothic"/>
              </a:rPr>
              <a:t>a</a:t>
            </a:r>
            <a:r>
              <a:rPr sz="1000" spc="-10" dirty="0">
                <a:latin typeface="Century Gothic"/>
                <a:cs typeface="Century Gothic"/>
              </a:rPr>
              <a:t> separate</a:t>
            </a:r>
            <a:r>
              <a:rPr sz="1000" spc="500" dirty="0">
                <a:latin typeface="Century Gothic"/>
                <a:cs typeface="Century Gothic"/>
              </a:rPr>
              <a:t> </a:t>
            </a:r>
            <a:r>
              <a:rPr sz="1000" dirty="0">
                <a:latin typeface="Century Gothic"/>
                <a:cs typeface="Century Gothic"/>
              </a:rPr>
              <a:t>sheet</a:t>
            </a:r>
            <a:r>
              <a:rPr sz="1000" spc="80" dirty="0">
                <a:latin typeface="Century Gothic"/>
                <a:cs typeface="Century Gothic"/>
              </a:rPr>
              <a:t> </a:t>
            </a:r>
            <a:r>
              <a:rPr sz="1000" spc="-25" dirty="0">
                <a:latin typeface="Century Gothic"/>
                <a:cs typeface="Century Gothic"/>
              </a:rPr>
              <a:t>if </a:t>
            </a:r>
            <a:r>
              <a:rPr sz="1000" spc="-10" dirty="0">
                <a:latin typeface="Century Gothic"/>
                <a:cs typeface="Century Gothic"/>
              </a:rPr>
              <a:t>necessary.</a:t>
            </a:r>
            <a:endParaRPr sz="1000">
              <a:latin typeface="Century Gothic"/>
              <a:cs typeface="Century Gothic"/>
            </a:endParaRPr>
          </a:p>
        </p:txBody>
      </p:sp>
      <p:graphicFrame>
        <p:nvGraphicFramePr>
          <p:cNvPr id="24" name="object 24"/>
          <p:cNvGraphicFramePr>
            <a:graphicFrameLocks noGrp="1"/>
          </p:cNvGraphicFramePr>
          <p:nvPr/>
        </p:nvGraphicFramePr>
        <p:xfrm>
          <a:off x="1367436" y="6746849"/>
          <a:ext cx="5113018" cy="2637155"/>
        </p:xfrm>
        <a:graphic>
          <a:graphicData uri="http://schemas.openxmlformats.org/drawingml/2006/table">
            <a:tbl>
              <a:tblPr firstRow="1" bandRow="1">
                <a:tableStyleId>{2D5ABB26-0587-4C30-8999-92F81FD0307C}</a:tableStyleId>
              </a:tblPr>
              <a:tblGrid>
                <a:gridCol w="1127760">
                  <a:extLst>
                    <a:ext uri="{9D8B030D-6E8A-4147-A177-3AD203B41FA5}">
                      <a16:colId xmlns:a16="http://schemas.microsoft.com/office/drawing/2014/main" val="20000"/>
                    </a:ext>
                  </a:extLst>
                </a:gridCol>
                <a:gridCol w="2280919">
                  <a:extLst>
                    <a:ext uri="{9D8B030D-6E8A-4147-A177-3AD203B41FA5}">
                      <a16:colId xmlns:a16="http://schemas.microsoft.com/office/drawing/2014/main" val="20001"/>
                    </a:ext>
                  </a:extLst>
                </a:gridCol>
                <a:gridCol w="1704339">
                  <a:extLst>
                    <a:ext uri="{9D8B030D-6E8A-4147-A177-3AD203B41FA5}">
                      <a16:colId xmlns:a16="http://schemas.microsoft.com/office/drawing/2014/main" val="20002"/>
                    </a:ext>
                  </a:extLst>
                </a:gridCol>
              </a:tblGrid>
              <a:tr h="396240">
                <a:tc>
                  <a:txBody>
                    <a:bodyPr/>
                    <a:lstStyle/>
                    <a:p>
                      <a:pPr marL="257175">
                        <a:lnSpc>
                          <a:spcPct val="100000"/>
                        </a:lnSpc>
                        <a:spcBef>
                          <a:spcPts val="305"/>
                        </a:spcBef>
                      </a:pPr>
                      <a:r>
                        <a:rPr sz="1000" spc="-10" dirty="0">
                          <a:latin typeface="Century Gothic"/>
                          <a:cs typeface="Century Gothic"/>
                        </a:rPr>
                        <a:t>Employer</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41705" marR="123189" indent="-812800">
                        <a:lnSpc>
                          <a:spcPct val="100000"/>
                        </a:lnSpc>
                        <a:spcBef>
                          <a:spcPts val="305"/>
                        </a:spcBef>
                      </a:pPr>
                      <a:r>
                        <a:rPr sz="1000" spc="50" dirty="0">
                          <a:latin typeface="Century Gothic"/>
                          <a:cs typeface="Century Gothic"/>
                        </a:rPr>
                        <a:t>Position </a:t>
                      </a:r>
                      <a:r>
                        <a:rPr sz="1000" dirty="0">
                          <a:latin typeface="Century Gothic"/>
                          <a:cs typeface="Century Gothic"/>
                        </a:rPr>
                        <a:t>held</a:t>
                      </a:r>
                      <a:r>
                        <a:rPr sz="1000" spc="75" dirty="0">
                          <a:latin typeface="Century Gothic"/>
                          <a:cs typeface="Century Gothic"/>
                        </a:rPr>
                        <a:t> </a:t>
                      </a:r>
                      <a:r>
                        <a:rPr sz="1000" spc="-20" dirty="0">
                          <a:latin typeface="Century Gothic"/>
                          <a:cs typeface="Century Gothic"/>
                        </a:rPr>
                        <a:t>and</a:t>
                      </a:r>
                      <a:r>
                        <a:rPr sz="1000" spc="40" dirty="0">
                          <a:latin typeface="Century Gothic"/>
                          <a:cs typeface="Century Gothic"/>
                        </a:rPr>
                        <a:t> </a:t>
                      </a:r>
                      <a:r>
                        <a:rPr sz="1000" dirty="0">
                          <a:latin typeface="Century Gothic"/>
                          <a:cs typeface="Century Gothic"/>
                        </a:rPr>
                        <a:t>description</a:t>
                      </a:r>
                      <a:r>
                        <a:rPr sz="1000" spc="75" dirty="0">
                          <a:latin typeface="Century Gothic"/>
                          <a:cs typeface="Century Gothic"/>
                        </a:rPr>
                        <a:t> </a:t>
                      </a:r>
                      <a:r>
                        <a:rPr sz="1000" spc="-25" dirty="0">
                          <a:latin typeface="Century Gothic"/>
                          <a:cs typeface="Century Gothic"/>
                        </a:rPr>
                        <a:t>of </a:t>
                      </a:r>
                      <a:r>
                        <a:rPr sz="1000" spc="-10" dirty="0">
                          <a:latin typeface="Century Gothic"/>
                          <a:cs typeface="Century Gothic"/>
                        </a:rPr>
                        <a:t>duties</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66700">
                        <a:lnSpc>
                          <a:spcPct val="100000"/>
                        </a:lnSpc>
                        <a:spcBef>
                          <a:spcPts val="305"/>
                        </a:spcBef>
                      </a:pPr>
                      <a:r>
                        <a:rPr sz="1000" dirty="0">
                          <a:latin typeface="Century Gothic"/>
                          <a:cs typeface="Century Gothic"/>
                        </a:rPr>
                        <a:t>Reason</a:t>
                      </a:r>
                      <a:r>
                        <a:rPr sz="1000" spc="50" dirty="0">
                          <a:latin typeface="Century Gothic"/>
                          <a:cs typeface="Century Gothic"/>
                        </a:rPr>
                        <a:t> </a:t>
                      </a:r>
                      <a:r>
                        <a:rPr sz="1000" dirty="0">
                          <a:latin typeface="Century Gothic"/>
                          <a:cs typeface="Century Gothic"/>
                        </a:rPr>
                        <a:t>for</a:t>
                      </a:r>
                      <a:r>
                        <a:rPr sz="1000" spc="70" dirty="0">
                          <a:latin typeface="Century Gothic"/>
                          <a:cs typeface="Century Gothic"/>
                        </a:rPr>
                        <a:t> </a:t>
                      </a:r>
                      <a:r>
                        <a:rPr sz="1000" spc="-10" dirty="0">
                          <a:latin typeface="Century Gothic"/>
                          <a:cs typeface="Century Gothic"/>
                        </a:rPr>
                        <a:t>leaving</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240915">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
        <p:nvSpPr>
          <p:cNvPr id="25" name="object 25"/>
          <p:cNvSpPr txBox="1"/>
          <p:nvPr/>
        </p:nvSpPr>
        <p:spPr>
          <a:xfrm>
            <a:off x="231606" y="535240"/>
            <a:ext cx="5982970" cy="901700"/>
          </a:xfrm>
          <a:prstGeom prst="rect">
            <a:avLst/>
          </a:prstGeom>
        </p:spPr>
        <p:txBody>
          <a:bodyPr vert="horz" wrap="square" lIns="0" tIns="12700" rIns="0" bIns="0" rtlCol="0">
            <a:spAutoFit/>
          </a:bodyPr>
          <a:lstStyle/>
          <a:p>
            <a:pPr marL="411480" algn="ctr">
              <a:lnSpc>
                <a:spcPct val="100000"/>
              </a:lnSpc>
              <a:spcBef>
                <a:spcPts val="100"/>
              </a:spcBef>
            </a:pPr>
            <a:r>
              <a:rPr sz="1800" spc="95" dirty="0">
                <a:latin typeface="Century Gothic"/>
                <a:cs typeface="Century Gothic"/>
              </a:rPr>
              <a:t>APPLYING</a:t>
            </a:r>
            <a:r>
              <a:rPr sz="1800" spc="-30" dirty="0">
                <a:latin typeface="Century Gothic"/>
                <a:cs typeface="Century Gothic"/>
              </a:rPr>
              <a:t> </a:t>
            </a:r>
            <a:r>
              <a:rPr sz="1800" spc="140" dirty="0">
                <a:latin typeface="Century Gothic"/>
                <a:cs typeface="Century Gothic"/>
              </a:rPr>
              <a:t>FOR</a:t>
            </a:r>
            <a:r>
              <a:rPr sz="1800" spc="-35" dirty="0">
                <a:latin typeface="Century Gothic"/>
                <a:cs typeface="Century Gothic"/>
              </a:rPr>
              <a:t> </a:t>
            </a:r>
            <a:r>
              <a:rPr sz="1800" spc="150" dirty="0">
                <a:latin typeface="Century Gothic"/>
                <a:cs typeface="Century Gothic"/>
              </a:rPr>
              <a:t>OPPORTUNITIES</a:t>
            </a:r>
            <a:endParaRPr sz="1800">
              <a:latin typeface="Century Gothic"/>
              <a:cs typeface="Century Gothic"/>
            </a:endParaRPr>
          </a:p>
          <a:p>
            <a:pPr marL="410845" algn="ctr">
              <a:lnSpc>
                <a:spcPct val="100000"/>
              </a:lnSpc>
              <a:spcBef>
                <a:spcPts val="60"/>
              </a:spcBef>
            </a:pPr>
            <a:r>
              <a:rPr sz="1400" i="1" spc="90" dirty="0">
                <a:latin typeface="Century Gothic"/>
                <a:cs typeface="Century Gothic"/>
              </a:rPr>
              <a:t>FINAL</a:t>
            </a:r>
            <a:endParaRPr sz="1400">
              <a:latin typeface="Century Gothic"/>
              <a:cs typeface="Century Gothic"/>
            </a:endParaRPr>
          </a:p>
          <a:p>
            <a:pPr marL="12700">
              <a:lnSpc>
                <a:spcPct val="100000"/>
              </a:lnSpc>
              <a:spcBef>
                <a:spcPts val="1555"/>
              </a:spcBef>
              <a:tabLst>
                <a:tab pos="4835525" algn="l"/>
              </a:tabLst>
            </a:pPr>
            <a:r>
              <a:rPr sz="1200" b="1" spc="125" dirty="0">
                <a:latin typeface="Calibri"/>
                <a:cs typeface="Calibri"/>
              </a:rPr>
              <a:t>Q6)</a:t>
            </a:r>
            <a:r>
              <a:rPr sz="1200" b="1" spc="150" dirty="0">
                <a:latin typeface="Calibri"/>
                <a:cs typeface="Calibri"/>
              </a:rPr>
              <a:t> </a:t>
            </a:r>
            <a:r>
              <a:rPr sz="1200" dirty="0">
                <a:latin typeface="Century Gothic"/>
                <a:cs typeface="Century Gothic"/>
              </a:rPr>
              <a:t>Complete</a:t>
            </a:r>
            <a:r>
              <a:rPr sz="1200" spc="70" dirty="0">
                <a:latin typeface="Century Gothic"/>
                <a:cs typeface="Century Gothic"/>
              </a:rPr>
              <a:t> </a:t>
            </a:r>
            <a:r>
              <a:rPr sz="1200" spc="-130" dirty="0">
                <a:latin typeface="Century Gothic"/>
                <a:cs typeface="Century Gothic"/>
              </a:rPr>
              <a:t>a</a:t>
            </a:r>
            <a:r>
              <a:rPr sz="1200" spc="90" dirty="0">
                <a:latin typeface="Century Gothic"/>
                <a:cs typeface="Century Gothic"/>
              </a:rPr>
              <a:t> </a:t>
            </a:r>
            <a:r>
              <a:rPr sz="1200" dirty="0">
                <a:latin typeface="Century Gothic"/>
                <a:cs typeface="Century Gothic"/>
              </a:rPr>
              <a:t>straightforward</a:t>
            </a:r>
            <a:r>
              <a:rPr sz="1200" spc="415" dirty="0">
                <a:latin typeface="Century Gothic"/>
                <a:cs typeface="Century Gothic"/>
              </a:rPr>
              <a:t> </a:t>
            </a:r>
            <a:r>
              <a:rPr sz="1200" spc="-10" dirty="0">
                <a:latin typeface="Century Gothic"/>
                <a:cs typeface="Century Gothic"/>
              </a:rPr>
              <a:t>application</a:t>
            </a:r>
            <a:r>
              <a:rPr sz="1200" spc="20" dirty="0">
                <a:latin typeface="Century Gothic"/>
                <a:cs typeface="Century Gothic"/>
              </a:rPr>
              <a:t> </a:t>
            </a:r>
            <a:r>
              <a:rPr sz="1200" spc="60" dirty="0">
                <a:latin typeface="Century Gothic"/>
                <a:cs typeface="Century Gothic"/>
              </a:rPr>
              <a:t>form</a:t>
            </a:r>
            <a:r>
              <a:rPr sz="1200" spc="-25" dirty="0">
                <a:latin typeface="Century Gothic"/>
                <a:cs typeface="Century Gothic"/>
              </a:rPr>
              <a:t> </a:t>
            </a:r>
            <a:r>
              <a:rPr sz="1200" spc="-10" dirty="0">
                <a:latin typeface="Century Gothic"/>
                <a:cs typeface="Century Gothic"/>
              </a:rPr>
              <a:t>accurately</a:t>
            </a:r>
            <a:r>
              <a:rPr sz="1200" dirty="0">
                <a:latin typeface="Century Gothic"/>
                <a:cs typeface="Century Gothic"/>
              </a:rPr>
              <a:t>	(Ref</a:t>
            </a:r>
            <a:r>
              <a:rPr sz="1200" spc="10" dirty="0">
                <a:latin typeface="Century Gothic"/>
                <a:cs typeface="Century Gothic"/>
              </a:rPr>
              <a:t> </a:t>
            </a:r>
            <a:r>
              <a:rPr sz="1200" spc="-125" dirty="0">
                <a:latin typeface="Century Gothic"/>
                <a:cs typeface="Century Gothic"/>
              </a:rPr>
              <a:t>C</a:t>
            </a:r>
            <a:r>
              <a:rPr sz="1200" spc="-5" dirty="0">
                <a:latin typeface="Century Gothic"/>
                <a:cs typeface="Century Gothic"/>
              </a:rPr>
              <a:t> </a:t>
            </a:r>
            <a:r>
              <a:rPr sz="1200" spc="55" dirty="0">
                <a:latin typeface="Century Gothic"/>
                <a:cs typeface="Century Gothic"/>
              </a:rPr>
              <a:t>-</a:t>
            </a:r>
            <a:r>
              <a:rPr sz="1200" spc="5" dirty="0">
                <a:latin typeface="Century Gothic"/>
                <a:cs typeface="Century Gothic"/>
              </a:rPr>
              <a:t> </a:t>
            </a:r>
            <a:r>
              <a:rPr sz="1200" spc="-90" dirty="0">
                <a:latin typeface="Century Gothic"/>
                <a:cs typeface="Century Gothic"/>
              </a:rPr>
              <a:t>:</a:t>
            </a:r>
            <a:r>
              <a:rPr sz="1200" spc="-15" dirty="0">
                <a:latin typeface="Century Gothic"/>
                <a:cs typeface="Century Gothic"/>
              </a:rPr>
              <a:t> </a:t>
            </a:r>
            <a:r>
              <a:rPr sz="1200" spc="-105" dirty="0">
                <a:latin typeface="Century Gothic"/>
                <a:cs typeface="Century Gothic"/>
              </a:rPr>
              <a:t>1.2,</a:t>
            </a:r>
            <a:r>
              <a:rPr sz="1200" spc="5" dirty="0">
                <a:latin typeface="Century Gothic"/>
                <a:cs typeface="Century Gothic"/>
              </a:rPr>
              <a:t> </a:t>
            </a:r>
            <a:r>
              <a:rPr sz="1200" spc="-70" dirty="0">
                <a:latin typeface="Century Gothic"/>
                <a:cs typeface="Century Gothic"/>
              </a:rPr>
              <a:t>2.1)</a:t>
            </a:r>
            <a:endParaRPr sz="1200">
              <a:latin typeface="Century Gothic"/>
              <a:cs typeface="Century Gothic"/>
            </a:endParaRPr>
          </a:p>
        </p:txBody>
      </p:sp>
      <p:pic>
        <p:nvPicPr>
          <p:cNvPr id="26" name="object 26" descr="A close up of a sign  Description automatically generated"/>
          <p:cNvPicPr/>
          <p:nvPr/>
        </p:nvPicPr>
        <p:blipFill>
          <a:blip r:embed="rId2" cstate="print"/>
          <a:stretch>
            <a:fillRect/>
          </a:stretch>
        </p:blipFill>
        <p:spPr>
          <a:xfrm>
            <a:off x="5588508" y="227075"/>
            <a:ext cx="888491" cy="539495"/>
          </a:xfrm>
          <a:prstGeom prst="rect">
            <a:avLst/>
          </a:prstGeom>
        </p:spPr>
      </p:pic>
      <p:sp>
        <p:nvSpPr>
          <p:cNvPr id="27" name="object 27"/>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28" name="object 28"/>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12</a:t>
            </a:fld>
            <a:endParaRPr spc="-25" dirty="0"/>
          </a:p>
        </p:txBody>
      </p:sp>
      <p:sp>
        <p:nvSpPr>
          <p:cNvPr id="29" name="TextBox 28">
            <a:extLst>
              <a:ext uri="{FF2B5EF4-FFF2-40B4-BE49-F238E27FC236}">
                <a16:creationId xmlns:a16="http://schemas.microsoft.com/office/drawing/2014/main" id="{45AFA60A-DB7C-C8B1-F5DD-2EBF4F004EC0}"/>
              </a:ext>
            </a:extLst>
          </p:cNvPr>
          <p:cNvSpPr txBox="1"/>
          <p:nvPr/>
        </p:nvSpPr>
        <p:spPr>
          <a:xfrm>
            <a:off x="1175360" y="1971784"/>
            <a:ext cx="1872743" cy="199241"/>
          </a:xfrm>
          <a:prstGeom prst="rect">
            <a:avLst/>
          </a:prstGeom>
          <a:noFill/>
          <a:ln>
            <a:solidFill>
              <a:schemeClr val="tx1"/>
            </a:solidFill>
          </a:ln>
        </p:spPr>
        <p:txBody>
          <a:bodyPr wrap="square" rtlCol="0">
            <a:spAutoFit/>
          </a:bodyPr>
          <a:lstStyle/>
          <a:p>
            <a:endParaRPr lang="en-GB" dirty="0"/>
          </a:p>
        </p:txBody>
      </p:sp>
      <p:sp>
        <p:nvSpPr>
          <p:cNvPr id="30" name="TextBox 29">
            <a:extLst>
              <a:ext uri="{FF2B5EF4-FFF2-40B4-BE49-F238E27FC236}">
                <a16:creationId xmlns:a16="http://schemas.microsoft.com/office/drawing/2014/main" id="{95160967-FC84-664F-C9A1-C197F0D794B8}"/>
              </a:ext>
            </a:extLst>
          </p:cNvPr>
          <p:cNvSpPr txBox="1"/>
          <p:nvPr/>
        </p:nvSpPr>
        <p:spPr>
          <a:xfrm>
            <a:off x="1161288" y="2367099"/>
            <a:ext cx="1886815" cy="507615"/>
          </a:xfrm>
          <a:prstGeom prst="rect">
            <a:avLst/>
          </a:prstGeom>
          <a:noFill/>
          <a:ln>
            <a:solidFill>
              <a:schemeClr val="tx1"/>
            </a:solidFill>
          </a:ln>
        </p:spPr>
        <p:txBody>
          <a:bodyPr wrap="square" rtlCol="0">
            <a:spAutoFit/>
          </a:bodyPr>
          <a:lstStyle/>
          <a:p>
            <a:endParaRPr lang="en-GB" dirty="0"/>
          </a:p>
        </p:txBody>
      </p:sp>
      <p:sp>
        <p:nvSpPr>
          <p:cNvPr id="31" name="TextBox 30">
            <a:extLst>
              <a:ext uri="{FF2B5EF4-FFF2-40B4-BE49-F238E27FC236}">
                <a16:creationId xmlns:a16="http://schemas.microsoft.com/office/drawing/2014/main" id="{C01E745A-114F-FD1B-5940-CEB765EE8D58}"/>
              </a:ext>
            </a:extLst>
          </p:cNvPr>
          <p:cNvSpPr txBox="1"/>
          <p:nvPr/>
        </p:nvSpPr>
        <p:spPr>
          <a:xfrm>
            <a:off x="1161287" y="2954695"/>
            <a:ext cx="1886815" cy="507615"/>
          </a:xfrm>
          <a:prstGeom prst="rect">
            <a:avLst/>
          </a:prstGeom>
          <a:noFill/>
          <a:ln>
            <a:solidFill>
              <a:schemeClr val="tx1"/>
            </a:solidFill>
          </a:ln>
        </p:spPr>
        <p:txBody>
          <a:bodyPr wrap="square" rtlCol="0">
            <a:spAutoFit/>
          </a:bodyPr>
          <a:lstStyle/>
          <a:p>
            <a:endParaRPr lang="en-GB" dirty="0"/>
          </a:p>
        </p:txBody>
      </p:sp>
      <p:sp>
        <p:nvSpPr>
          <p:cNvPr id="32" name="TextBox 31">
            <a:extLst>
              <a:ext uri="{FF2B5EF4-FFF2-40B4-BE49-F238E27FC236}">
                <a16:creationId xmlns:a16="http://schemas.microsoft.com/office/drawing/2014/main" id="{C521847A-42C5-454E-6749-3D2E09E98075}"/>
              </a:ext>
            </a:extLst>
          </p:cNvPr>
          <p:cNvSpPr txBox="1"/>
          <p:nvPr/>
        </p:nvSpPr>
        <p:spPr>
          <a:xfrm>
            <a:off x="4734305" y="2403200"/>
            <a:ext cx="962408" cy="198734"/>
          </a:xfrm>
          <a:prstGeom prst="rect">
            <a:avLst/>
          </a:prstGeom>
          <a:noFill/>
          <a:ln>
            <a:solidFill>
              <a:schemeClr val="tx1"/>
            </a:solidFill>
          </a:ln>
        </p:spPr>
        <p:txBody>
          <a:bodyPr wrap="square" rtlCol="0">
            <a:spAutoFit/>
          </a:bodyPr>
          <a:lstStyle/>
          <a:p>
            <a:endParaRPr lang="en-GB" dirty="0"/>
          </a:p>
        </p:txBody>
      </p:sp>
      <p:sp>
        <p:nvSpPr>
          <p:cNvPr id="33" name="TextBox 32">
            <a:extLst>
              <a:ext uri="{FF2B5EF4-FFF2-40B4-BE49-F238E27FC236}">
                <a16:creationId xmlns:a16="http://schemas.microsoft.com/office/drawing/2014/main" id="{B9FEE925-006E-DC08-1788-A89F1ECC27F1}"/>
              </a:ext>
            </a:extLst>
          </p:cNvPr>
          <p:cNvSpPr txBox="1"/>
          <p:nvPr/>
        </p:nvSpPr>
        <p:spPr>
          <a:xfrm>
            <a:off x="4639633" y="2922904"/>
            <a:ext cx="1846763" cy="180339"/>
          </a:xfrm>
          <a:prstGeom prst="rect">
            <a:avLst/>
          </a:prstGeom>
          <a:noFill/>
          <a:ln>
            <a:solidFill>
              <a:schemeClr val="tx1"/>
            </a:solidFill>
          </a:ln>
        </p:spPr>
        <p:txBody>
          <a:bodyPr wrap="square" rtlCol="0">
            <a:spAutoFit/>
          </a:bodyPr>
          <a:lstStyle/>
          <a:p>
            <a:endParaRPr lang="en-GB" dirty="0"/>
          </a:p>
        </p:txBody>
      </p:sp>
      <p:sp>
        <p:nvSpPr>
          <p:cNvPr id="34" name="TextBox 33">
            <a:extLst>
              <a:ext uri="{FF2B5EF4-FFF2-40B4-BE49-F238E27FC236}">
                <a16:creationId xmlns:a16="http://schemas.microsoft.com/office/drawing/2014/main" id="{782A3C3B-5DC2-71DD-A1CE-88A8DB25AC39}"/>
              </a:ext>
            </a:extLst>
          </p:cNvPr>
          <p:cNvSpPr txBox="1"/>
          <p:nvPr/>
        </p:nvSpPr>
        <p:spPr>
          <a:xfrm>
            <a:off x="5458754" y="4012851"/>
            <a:ext cx="1018246" cy="177801"/>
          </a:xfrm>
          <a:prstGeom prst="rect">
            <a:avLst/>
          </a:prstGeom>
          <a:noFill/>
          <a:ln>
            <a:solidFill>
              <a:schemeClr val="tx1"/>
            </a:solidFill>
          </a:ln>
        </p:spPr>
        <p:txBody>
          <a:bodyPr wrap="square" rtlCol="0">
            <a:spAutoFit/>
          </a:bodyPr>
          <a:lstStyle/>
          <a:p>
            <a:endParaRPr lang="en-GB" dirty="0"/>
          </a:p>
        </p:txBody>
      </p:sp>
      <p:sp>
        <p:nvSpPr>
          <p:cNvPr id="36" name="TextBox 35">
            <a:extLst>
              <a:ext uri="{FF2B5EF4-FFF2-40B4-BE49-F238E27FC236}">
                <a16:creationId xmlns:a16="http://schemas.microsoft.com/office/drawing/2014/main" id="{8DF4FAC2-BBC5-23B0-FD15-8844208D0D57}"/>
              </a:ext>
            </a:extLst>
          </p:cNvPr>
          <p:cNvSpPr txBox="1"/>
          <p:nvPr/>
        </p:nvSpPr>
        <p:spPr>
          <a:xfrm>
            <a:off x="4417677" y="4327573"/>
            <a:ext cx="2059322" cy="143210"/>
          </a:xfrm>
          <a:prstGeom prst="rect">
            <a:avLst/>
          </a:prstGeom>
          <a:noFill/>
          <a:ln>
            <a:solidFill>
              <a:schemeClr val="tx1"/>
            </a:solidFill>
          </a:ln>
        </p:spPr>
        <p:txBody>
          <a:bodyPr wrap="square" rtlCol="0">
            <a:spAutoFit/>
          </a:bodyPr>
          <a:lstStyle/>
          <a:p>
            <a:endParaRPr lang="en-GB" dirty="0"/>
          </a:p>
        </p:txBody>
      </p:sp>
      <p:sp>
        <p:nvSpPr>
          <p:cNvPr id="37" name="TextBox 36">
            <a:extLst>
              <a:ext uri="{FF2B5EF4-FFF2-40B4-BE49-F238E27FC236}">
                <a16:creationId xmlns:a16="http://schemas.microsoft.com/office/drawing/2014/main" id="{85EB92C8-544C-B97F-1144-3422C1702215}"/>
              </a:ext>
            </a:extLst>
          </p:cNvPr>
          <p:cNvSpPr txBox="1"/>
          <p:nvPr/>
        </p:nvSpPr>
        <p:spPr>
          <a:xfrm>
            <a:off x="1395072" y="4366788"/>
            <a:ext cx="2059322" cy="143210"/>
          </a:xfrm>
          <a:prstGeom prst="rect">
            <a:avLst/>
          </a:prstGeom>
          <a:noFill/>
          <a:ln>
            <a:solidFill>
              <a:schemeClr val="tx1"/>
            </a:solidFill>
          </a:ln>
        </p:spPr>
        <p:txBody>
          <a:bodyPr wrap="square" rtlCol="0">
            <a:spAutoFit/>
          </a:bodyPr>
          <a:lstStyle/>
          <a:p>
            <a:endParaRPr lang="en-GB" dirty="0"/>
          </a:p>
        </p:txBody>
      </p:sp>
      <p:sp>
        <p:nvSpPr>
          <p:cNvPr id="38" name="TextBox 37">
            <a:extLst>
              <a:ext uri="{FF2B5EF4-FFF2-40B4-BE49-F238E27FC236}">
                <a16:creationId xmlns:a16="http://schemas.microsoft.com/office/drawing/2014/main" id="{92CBEC86-9B7C-DA46-1EFB-20A8BC913B32}"/>
              </a:ext>
            </a:extLst>
          </p:cNvPr>
          <p:cNvSpPr txBox="1"/>
          <p:nvPr/>
        </p:nvSpPr>
        <p:spPr>
          <a:xfrm>
            <a:off x="1367027" y="4604317"/>
            <a:ext cx="3367278" cy="545786"/>
          </a:xfrm>
          <a:prstGeom prst="rect">
            <a:avLst/>
          </a:prstGeom>
          <a:noFill/>
          <a:ln>
            <a:solidFill>
              <a:schemeClr val="tx1"/>
            </a:solidFill>
          </a:ln>
        </p:spPr>
        <p:txBody>
          <a:bodyPr wrap="square" rtlCol="0">
            <a:spAutoFit/>
          </a:bodyPr>
          <a:lstStyle/>
          <a:p>
            <a:endParaRPr lang="en-GB" dirty="0"/>
          </a:p>
        </p:txBody>
      </p:sp>
      <p:sp>
        <p:nvSpPr>
          <p:cNvPr id="41" name="TextBox 40">
            <a:extLst>
              <a:ext uri="{FF2B5EF4-FFF2-40B4-BE49-F238E27FC236}">
                <a16:creationId xmlns:a16="http://schemas.microsoft.com/office/drawing/2014/main" id="{1ADD6D39-3B14-7C81-1CCA-14B71846B455}"/>
              </a:ext>
            </a:extLst>
          </p:cNvPr>
          <p:cNvSpPr txBox="1"/>
          <p:nvPr/>
        </p:nvSpPr>
        <p:spPr>
          <a:xfrm>
            <a:off x="4561303" y="5367572"/>
            <a:ext cx="2059322" cy="143210"/>
          </a:xfrm>
          <a:prstGeom prst="rect">
            <a:avLst/>
          </a:prstGeom>
          <a:noFill/>
          <a:ln>
            <a:solidFill>
              <a:schemeClr val="tx1"/>
            </a:solidFill>
          </a:ln>
        </p:spPr>
        <p:txBody>
          <a:bodyPr wrap="square" rtlCol="0">
            <a:spAutoFit/>
          </a:bodyPr>
          <a:lstStyle/>
          <a:p>
            <a:endParaRPr lang="en-GB" dirty="0"/>
          </a:p>
        </p:txBody>
      </p:sp>
      <p:sp>
        <p:nvSpPr>
          <p:cNvPr id="42" name="TextBox 41">
            <a:extLst>
              <a:ext uri="{FF2B5EF4-FFF2-40B4-BE49-F238E27FC236}">
                <a16:creationId xmlns:a16="http://schemas.microsoft.com/office/drawing/2014/main" id="{105B71E4-60F6-5215-4C05-E554C85E8591}"/>
              </a:ext>
            </a:extLst>
          </p:cNvPr>
          <p:cNvSpPr txBox="1"/>
          <p:nvPr/>
        </p:nvSpPr>
        <p:spPr>
          <a:xfrm>
            <a:off x="1432038" y="5374676"/>
            <a:ext cx="2059322" cy="143210"/>
          </a:xfrm>
          <a:prstGeom prst="rect">
            <a:avLst/>
          </a:prstGeom>
          <a:noFill/>
          <a:ln>
            <a:solidFill>
              <a:schemeClr val="tx1"/>
            </a:solidFill>
          </a:ln>
        </p:spPr>
        <p:txBody>
          <a:bodyPr wrap="square" rtlCol="0">
            <a:spAutoFit/>
          </a:bodyPr>
          <a:lstStyle/>
          <a:p>
            <a:endParaRPr lang="en-GB" dirty="0"/>
          </a:p>
        </p:txBody>
      </p:sp>
      <p:sp>
        <p:nvSpPr>
          <p:cNvPr id="43" name="TextBox 42">
            <a:extLst>
              <a:ext uri="{FF2B5EF4-FFF2-40B4-BE49-F238E27FC236}">
                <a16:creationId xmlns:a16="http://schemas.microsoft.com/office/drawing/2014/main" id="{C053960E-FD80-2F6A-A06C-E0CF043969F4}"/>
              </a:ext>
            </a:extLst>
          </p:cNvPr>
          <p:cNvSpPr txBox="1"/>
          <p:nvPr/>
        </p:nvSpPr>
        <p:spPr>
          <a:xfrm>
            <a:off x="1354291" y="5845521"/>
            <a:ext cx="2059322" cy="143210"/>
          </a:xfrm>
          <a:prstGeom prst="rect">
            <a:avLst/>
          </a:prstGeom>
          <a:noFill/>
          <a:ln>
            <a:solidFill>
              <a:schemeClr val="tx1"/>
            </a:solidFill>
          </a:ln>
        </p:spPr>
        <p:txBody>
          <a:bodyPr wrap="square" rtlCol="0">
            <a:spAutoFit/>
          </a:bodyPr>
          <a:lstStyle/>
          <a:p>
            <a:endParaRPr lang="en-GB" dirty="0"/>
          </a:p>
        </p:txBody>
      </p:sp>
      <p:sp>
        <p:nvSpPr>
          <p:cNvPr id="44" name="TextBox 43">
            <a:extLst>
              <a:ext uri="{FF2B5EF4-FFF2-40B4-BE49-F238E27FC236}">
                <a16:creationId xmlns:a16="http://schemas.microsoft.com/office/drawing/2014/main" id="{D0761F61-67FF-C281-90E0-2642A204B357}"/>
              </a:ext>
            </a:extLst>
          </p:cNvPr>
          <p:cNvSpPr txBox="1"/>
          <p:nvPr/>
        </p:nvSpPr>
        <p:spPr>
          <a:xfrm>
            <a:off x="1390854" y="6244761"/>
            <a:ext cx="5095541" cy="132751"/>
          </a:xfrm>
          <a:prstGeom prst="rect">
            <a:avLst/>
          </a:prstGeom>
          <a:noFill/>
          <a:ln>
            <a:solidFill>
              <a:schemeClr val="tx1"/>
            </a:solidFill>
          </a:ln>
        </p:spPr>
        <p:txBody>
          <a:bodyPr wrap="square" rtlCol="0">
            <a:spAutoFit/>
          </a:bodyPr>
          <a:lstStyle/>
          <a:p>
            <a:endParaRPr lang="en-GB" dirty="0"/>
          </a:p>
        </p:txBody>
      </p:sp>
      <p:sp>
        <p:nvSpPr>
          <p:cNvPr id="45" name="TextBox 44">
            <a:extLst>
              <a:ext uri="{FF2B5EF4-FFF2-40B4-BE49-F238E27FC236}">
                <a16:creationId xmlns:a16="http://schemas.microsoft.com/office/drawing/2014/main" id="{F75231D0-3E83-1644-D751-BEA132C088ED}"/>
              </a:ext>
            </a:extLst>
          </p:cNvPr>
          <p:cNvSpPr txBox="1"/>
          <p:nvPr/>
        </p:nvSpPr>
        <p:spPr>
          <a:xfrm>
            <a:off x="1414208" y="7224908"/>
            <a:ext cx="947549" cy="408315"/>
          </a:xfrm>
          <a:prstGeom prst="rect">
            <a:avLst/>
          </a:prstGeom>
          <a:noFill/>
          <a:ln>
            <a:solidFill>
              <a:schemeClr val="tx1"/>
            </a:solidFill>
          </a:ln>
        </p:spPr>
        <p:txBody>
          <a:bodyPr wrap="square" rtlCol="0">
            <a:spAutoFit/>
          </a:bodyPr>
          <a:lstStyle/>
          <a:p>
            <a:endParaRPr lang="en-GB" dirty="0"/>
          </a:p>
        </p:txBody>
      </p:sp>
      <p:sp>
        <p:nvSpPr>
          <p:cNvPr id="46" name="TextBox 45">
            <a:extLst>
              <a:ext uri="{FF2B5EF4-FFF2-40B4-BE49-F238E27FC236}">
                <a16:creationId xmlns:a16="http://schemas.microsoft.com/office/drawing/2014/main" id="{253A20F7-D95A-CA47-76E9-7CC5C17CA1CC}"/>
              </a:ext>
            </a:extLst>
          </p:cNvPr>
          <p:cNvSpPr txBox="1"/>
          <p:nvPr/>
        </p:nvSpPr>
        <p:spPr>
          <a:xfrm>
            <a:off x="2547715" y="7185692"/>
            <a:ext cx="2127917" cy="447531"/>
          </a:xfrm>
          <a:prstGeom prst="rect">
            <a:avLst/>
          </a:prstGeom>
          <a:noFill/>
          <a:ln>
            <a:solidFill>
              <a:schemeClr val="tx1"/>
            </a:solidFill>
          </a:ln>
        </p:spPr>
        <p:txBody>
          <a:bodyPr wrap="square" rtlCol="0">
            <a:spAutoFit/>
          </a:bodyPr>
          <a:lstStyle/>
          <a:p>
            <a:endParaRPr lang="en-GB" dirty="0"/>
          </a:p>
        </p:txBody>
      </p:sp>
      <p:sp>
        <p:nvSpPr>
          <p:cNvPr id="47" name="TextBox 46">
            <a:extLst>
              <a:ext uri="{FF2B5EF4-FFF2-40B4-BE49-F238E27FC236}">
                <a16:creationId xmlns:a16="http://schemas.microsoft.com/office/drawing/2014/main" id="{4E237D60-E8D2-74A7-BC33-48E114F1B3B2}"/>
              </a:ext>
            </a:extLst>
          </p:cNvPr>
          <p:cNvSpPr txBox="1"/>
          <p:nvPr/>
        </p:nvSpPr>
        <p:spPr>
          <a:xfrm>
            <a:off x="4861503" y="7174551"/>
            <a:ext cx="1463098" cy="447531"/>
          </a:xfrm>
          <a:prstGeom prst="rect">
            <a:avLst/>
          </a:prstGeom>
          <a:noFill/>
          <a:ln>
            <a:solidFill>
              <a:schemeClr val="tx1"/>
            </a:solidFill>
          </a:ln>
        </p:spPr>
        <p:txBody>
          <a:bodyPr wrap="square" rtlCol="0">
            <a:spAutoFit/>
          </a:bodyPr>
          <a:lstStyle/>
          <a:p>
            <a:endParaRPr lang="en-GB" dirty="0"/>
          </a:p>
        </p:txBody>
      </p:sp>
      <p:sp>
        <p:nvSpPr>
          <p:cNvPr id="48" name="TextBox 47">
            <a:extLst>
              <a:ext uri="{FF2B5EF4-FFF2-40B4-BE49-F238E27FC236}">
                <a16:creationId xmlns:a16="http://schemas.microsoft.com/office/drawing/2014/main" id="{CC597546-A8B1-924B-28C1-013BB7B23FC9}"/>
              </a:ext>
            </a:extLst>
          </p:cNvPr>
          <p:cNvSpPr txBox="1"/>
          <p:nvPr/>
        </p:nvSpPr>
        <p:spPr>
          <a:xfrm>
            <a:off x="1371600" y="7746557"/>
            <a:ext cx="947549" cy="408315"/>
          </a:xfrm>
          <a:prstGeom prst="rect">
            <a:avLst/>
          </a:prstGeom>
          <a:noFill/>
          <a:ln>
            <a:solidFill>
              <a:schemeClr val="tx1"/>
            </a:solidFill>
          </a:ln>
        </p:spPr>
        <p:txBody>
          <a:bodyPr wrap="square" rtlCol="0">
            <a:spAutoFit/>
          </a:bodyPr>
          <a:lstStyle/>
          <a:p>
            <a:endParaRPr lang="en-GB" dirty="0"/>
          </a:p>
        </p:txBody>
      </p:sp>
      <p:sp>
        <p:nvSpPr>
          <p:cNvPr id="49" name="TextBox 48">
            <a:extLst>
              <a:ext uri="{FF2B5EF4-FFF2-40B4-BE49-F238E27FC236}">
                <a16:creationId xmlns:a16="http://schemas.microsoft.com/office/drawing/2014/main" id="{39E4CE5C-15CC-65BD-CEC0-00BAFC2A5A2B}"/>
              </a:ext>
            </a:extLst>
          </p:cNvPr>
          <p:cNvSpPr txBox="1"/>
          <p:nvPr/>
        </p:nvSpPr>
        <p:spPr>
          <a:xfrm>
            <a:off x="2590800" y="7707341"/>
            <a:ext cx="2127917" cy="447531"/>
          </a:xfrm>
          <a:prstGeom prst="rect">
            <a:avLst/>
          </a:prstGeom>
          <a:noFill/>
          <a:ln>
            <a:solidFill>
              <a:schemeClr val="tx1"/>
            </a:solidFill>
          </a:ln>
        </p:spPr>
        <p:txBody>
          <a:bodyPr wrap="square" rtlCol="0">
            <a:spAutoFit/>
          </a:bodyPr>
          <a:lstStyle/>
          <a:p>
            <a:endParaRPr lang="en-GB" dirty="0"/>
          </a:p>
        </p:txBody>
      </p:sp>
      <p:sp>
        <p:nvSpPr>
          <p:cNvPr id="50" name="TextBox 49">
            <a:extLst>
              <a:ext uri="{FF2B5EF4-FFF2-40B4-BE49-F238E27FC236}">
                <a16:creationId xmlns:a16="http://schemas.microsoft.com/office/drawing/2014/main" id="{60BE1D35-66A0-2827-DB21-8B0427055F80}"/>
              </a:ext>
            </a:extLst>
          </p:cNvPr>
          <p:cNvSpPr txBox="1"/>
          <p:nvPr/>
        </p:nvSpPr>
        <p:spPr>
          <a:xfrm>
            <a:off x="4861502" y="7696200"/>
            <a:ext cx="1463098" cy="447531"/>
          </a:xfrm>
          <a:prstGeom prst="rect">
            <a:avLst/>
          </a:prstGeom>
          <a:noFill/>
          <a:ln>
            <a:solidFill>
              <a:schemeClr val="tx1"/>
            </a:solidFill>
          </a:ln>
        </p:spPr>
        <p:txBody>
          <a:bodyPr wrap="square" rtlCol="0">
            <a:spAutoFit/>
          </a:bodyPr>
          <a:lstStyle/>
          <a:p>
            <a:endParaRPr lang="en-GB" dirty="0"/>
          </a:p>
        </p:txBody>
      </p:sp>
      <p:sp>
        <p:nvSpPr>
          <p:cNvPr id="51" name="TextBox 50">
            <a:extLst>
              <a:ext uri="{FF2B5EF4-FFF2-40B4-BE49-F238E27FC236}">
                <a16:creationId xmlns:a16="http://schemas.microsoft.com/office/drawing/2014/main" id="{8F8521AA-90E2-4F04-B6D9-D64589F3A5C4}"/>
              </a:ext>
            </a:extLst>
          </p:cNvPr>
          <p:cNvSpPr txBox="1"/>
          <p:nvPr/>
        </p:nvSpPr>
        <p:spPr>
          <a:xfrm>
            <a:off x="1447800" y="8278485"/>
            <a:ext cx="947549" cy="408315"/>
          </a:xfrm>
          <a:prstGeom prst="rect">
            <a:avLst/>
          </a:prstGeom>
          <a:noFill/>
          <a:ln>
            <a:solidFill>
              <a:schemeClr val="tx1"/>
            </a:solidFill>
          </a:ln>
        </p:spPr>
        <p:txBody>
          <a:bodyPr wrap="square" rtlCol="0">
            <a:spAutoFit/>
          </a:bodyPr>
          <a:lstStyle/>
          <a:p>
            <a:endParaRPr lang="en-GB" dirty="0"/>
          </a:p>
        </p:txBody>
      </p:sp>
      <p:sp>
        <p:nvSpPr>
          <p:cNvPr id="52" name="TextBox 51">
            <a:extLst>
              <a:ext uri="{FF2B5EF4-FFF2-40B4-BE49-F238E27FC236}">
                <a16:creationId xmlns:a16="http://schemas.microsoft.com/office/drawing/2014/main" id="{C9B3A1BA-7449-FFE6-B285-6C27FFA6964E}"/>
              </a:ext>
            </a:extLst>
          </p:cNvPr>
          <p:cNvSpPr txBox="1"/>
          <p:nvPr/>
        </p:nvSpPr>
        <p:spPr>
          <a:xfrm>
            <a:off x="2581307" y="8239269"/>
            <a:ext cx="2127917" cy="447531"/>
          </a:xfrm>
          <a:prstGeom prst="rect">
            <a:avLst/>
          </a:prstGeom>
          <a:noFill/>
          <a:ln>
            <a:solidFill>
              <a:schemeClr val="tx1"/>
            </a:solidFill>
          </a:ln>
        </p:spPr>
        <p:txBody>
          <a:bodyPr wrap="square" rtlCol="0">
            <a:spAutoFit/>
          </a:bodyPr>
          <a:lstStyle/>
          <a:p>
            <a:endParaRPr lang="en-GB" dirty="0"/>
          </a:p>
        </p:txBody>
      </p:sp>
      <p:sp>
        <p:nvSpPr>
          <p:cNvPr id="53" name="TextBox 52">
            <a:extLst>
              <a:ext uri="{FF2B5EF4-FFF2-40B4-BE49-F238E27FC236}">
                <a16:creationId xmlns:a16="http://schemas.microsoft.com/office/drawing/2014/main" id="{012DF150-0EA4-8F86-775D-6D973AD700C5}"/>
              </a:ext>
            </a:extLst>
          </p:cNvPr>
          <p:cNvSpPr txBox="1"/>
          <p:nvPr/>
        </p:nvSpPr>
        <p:spPr>
          <a:xfrm>
            <a:off x="4895095" y="8228128"/>
            <a:ext cx="1463098" cy="447531"/>
          </a:xfrm>
          <a:prstGeom prst="rect">
            <a:avLst/>
          </a:prstGeom>
          <a:noFill/>
          <a:ln>
            <a:solidFill>
              <a:schemeClr val="tx1"/>
            </a:solidFill>
          </a:ln>
        </p:spPr>
        <p:txBody>
          <a:bodyPr wrap="square" rtlCol="0">
            <a:spAutoFit/>
          </a:bodyPr>
          <a:lstStyle/>
          <a:p>
            <a:endParaRPr lang="en-GB" dirty="0"/>
          </a:p>
        </p:txBody>
      </p:sp>
      <p:sp>
        <p:nvSpPr>
          <p:cNvPr id="54" name="TextBox 53">
            <a:extLst>
              <a:ext uri="{FF2B5EF4-FFF2-40B4-BE49-F238E27FC236}">
                <a16:creationId xmlns:a16="http://schemas.microsoft.com/office/drawing/2014/main" id="{3C67B88D-D42F-9974-467A-7AB719BC0D6D}"/>
              </a:ext>
            </a:extLst>
          </p:cNvPr>
          <p:cNvSpPr txBox="1"/>
          <p:nvPr/>
        </p:nvSpPr>
        <p:spPr>
          <a:xfrm>
            <a:off x="1414207" y="8737157"/>
            <a:ext cx="947549" cy="408315"/>
          </a:xfrm>
          <a:prstGeom prst="rect">
            <a:avLst/>
          </a:prstGeom>
          <a:noFill/>
          <a:ln>
            <a:solidFill>
              <a:schemeClr val="tx1"/>
            </a:solidFill>
          </a:ln>
        </p:spPr>
        <p:txBody>
          <a:bodyPr wrap="square" rtlCol="0">
            <a:spAutoFit/>
          </a:bodyPr>
          <a:lstStyle/>
          <a:p>
            <a:endParaRPr lang="en-GB" dirty="0"/>
          </a:p>
        </p:txBody>
      </p:sp>
      <p:sp>
        <p:nvSpPr>
          <p:cNvPr id="55" name="TextBox 54">
            <a:extLst>
              <a:ext uri="{FF2B5EF4-FFF2-40B4-BE49-F238E27FC236}">
                <a16:creationId xmlns:a16="http://schemas.microsoft.com/office/drawing/2014/main" id="{338B872E-881E-935B-C1CC-88FFD624E75F}"/>
              </a:ext>
            </a:extLst>
          </p:cNvPr>
          <p:cNvSpPr txBox="1"/>
          <p:nvPr/>
        </p:nvSpPr>
        <p:spPr>
          <a:xfrm>
            <a:off x="2547714" y="8697941"/>
            <a:ext cx="2127917" cy="447531"/>
          </a:xfrm>
          <a:prstGeom prst="rect">
            <a:avLst/>
          </a:prstGeom>
          <a:noFill/>
          <a:ln>
            <a:solidFill>
              <a:schemeClr val="tx1"/>
            </a:solidFill>
          </a:ln>
        </p:spPr>
        <p:txBody>
          <a:bodyPr wrap="square" rtlCol="0">
            <a:spAutoFit/>
          </a:bodyPr>
          <a:lstStyle/>
          <a:p>
            <a:endParaRPr lang="en-GB" dirty="0"/>
          </a:p>
        </p:txBody>
      </p:sp>
      <p:sp>
        <p:nvSpPr>
          <p:cNvPr id="56" name="TextBox 55">
            <a:extLst>
              <a:ext uri="{FF2B5EF4-FFF2-40B4-BE49-F238E27FC236}">
                <a16:creationId xmlns:a16="http://schemas.microsoft.com/office/drawing/2014/main" id="{0FE6E24A-2C32-7D65-0824-8A39C2248BFD}"/>
              </a:ext>
            </a:extLst>
          </p:cNvPr>
          <p:cNvSpPr txBox="1"/>
          <p:nvPr/>
        </p:nvSpPr>
        <p:spPr>
          <a:xfrm>
            <a:off x="4861502" y="8686800"/>
            <a:ext cx="1463098" cy="447531"/>
          </a:xfrm>
          <a:prstGeom prst="rect">
            <a:avLst/>
          </a:prstGeom>
          <a:noFill/>
          <a:ln>
            <a:solidFill>
              <a:schemeClr val="tx1"/>
            </a:solidFill>
          </a:ln>
        </p:spPr>
        <p:txBody>
          <a:bodyPr wrap="square" rtlCol="0">
            <a:spAutoFit/>
          </a:bodyPr>
          <a:lstStyle/>
          <a:p>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91517" y="2305484"/>
            <a:ext cx="257175" cy="480059"/>
          </a:xfrm>
          <a:prstGeom prst="rect">
            <a:avLst/>
          </a:prstGeom>
        </p:spPr>
        <p:txBody>
          <a:bodyPr vert="horz" wrap="square" lIns="0" tIns="12700" rIns="0" bIns="0" rtlCol="0">
            <a:spAutoFit/>
          </a:bodyPr>
          <a:lstStyle/>
          <a:p>
            <a:pPr marL="12700" marR="5080" indent="7620">
              <a:lnSpc>
                <a:spcPct val="149200"/>
              </a:lnSpc>
              <a:spcBef>
                <a:spcPts val="100"/>
              </a:spcBef>
            </a:pPr>
            <a:r>
              <a:rPr sz="1000" b="1" spc="95" dirty="0">
                <a:latin typeface="Calibri"/>
                <a:cs typeface="Calibri"/>
              </a:rPr>
              <a:t>No </a:t>
            </a:r>
            <a:r>
              <a:rPr sz="1000" b="1" spc="105" dirty="0">
                <a:latin typeface="Calibri"/>
                <a:cs typeface="Calibri"/>
              </a:rPr>
              <a:t>Yes</a:t>
            </a:r>
            <a:endParaRPr sz="1000">
              <a:latin typeface="Calibri"/>
              <a:cs typeface="Calibri"/>
            </a:endParaRPr>
          </a:p>
        </p:txBody>
      </p:sp>
      <p:sp>
        <p:nvSpPr>
          <p:cNvPr id="3" name="object 3"/>
          <p:cNvSpPr txBox="1"/>
          <p:nvPr/>
        </p:nvSpPr>
        <p:spPr>
          <a:xfrm>
            <a:off x="1533512" y="489636"/>
            <a:ext cx="3790950" cy="648335"/>
          </a:xfrm>
          <a:prstGeom prst="rect">
            <a:avLst/>
          </a:prstGeom>
        </p:spPr>
        <p:txBody>
          <a:bodyPr vert="horz" wrap="square" lIns="0" tIns="12700" rIns="0" bIns="0" rtlCol="0">
            <a:spAutoFit/>
          </a:bodyPr>
          <a:lstStyle/>
          <a:p>
            <a:pPr algn="ctr">
              <a:lnSpc>
                <a:spcPct val="100000"/>
              </a:lnSpc>
              <a:spcBef>
                <a:spcPts val="100"/>
              </a:spcBef>
            </a:pPr>
            <a:r>
              <a:rPr sz="1800" spc="95" dirty="0">
                <a:latin typeface="Century Gothic"/>
                <a:cs typeface="Century Gothic"/>
              </a:rPr>
              <a:t>APPLYING</a:t>
            </a:r>
            <a:r>
              <a:rPr sz="1800" spc="-30" dirty="0">
                <a:latin typeface="Century Gothic"/>
                <a:cs typeface="Century Gothic"/>
              </a:rPr>
              <a:t> </a:t>
            </a:r>
            <a:r>
              <a:rPr sz="1800" spc="140" dirty="0">
                <a:latin typeface="Century Gothic"/>
                <a:cs typeface="Century Gothic"/>
              </a:rPr>
              <a:t>FOR</a:t>
            </a:r>
            <a:r>
              <a:rPr sz="1800" spc="-35" dirty="0">
                <a:latin typeface="Century Gothic"/>
                <a:cs typeface="Century Gothic"/>
              </a:rPr>
              <a:t> </a:t>
            </a:r>
            <a:r>
              <a:rPr sz="1800" spc="150" dirty="0">
                <a:latin typeface="Century Gothic"/>
                <a:cs typeface="Century Gothic"/>
              </a:rPr>
              <a:t>OPPORTUNITIES</a:t>
            </a:r>
            <a:endParaRPr sz="1800">
              <a:latin typeface="Century Gothic"/>
              <a:cs typeface="Century Gothic"/>
            </a:endParaRPr>
          </a:p>
          <a:p>
            <a:pPr marL="60325" algn="ctr">
              <a:lnSpc>
                <a:spcPct val="100000"/>
              </a:lnSpc>
              <a:spcBef>
                <a:spcPts val="1060"/>
              </a:spcBef>
            </a:pPr>
            <a:r>
              <a:rPr sz="1400" i="1" spc="95" dirty="0">
                <a:latin typeface="Century Gothic"/>
                <a:cs typeface="Century Gothic"/>
              </a:rPr>
              <a:t>FINAL</a:t>
            </a:r>
            <a:endParaRPr sz="1400">
              <a:latin typeface="Century Gothic"/>
              <a:cs typeface="Century Gothic"/>
            </a:endParaRPr>
          </a:p>
        </p:txBody>
      </p:sp>
      <p:graphicFrame>
        <p:nvGraphicFramePr>
          <p:cNvPr id="4" name="object 4"/>
          <p:cNvGraphicFramePr>
            <a:graphicFrameLocks noGrp="1"/>
          </p:cNvGraphicFramePr>
          <p:nvPr/>
        </p:nvGraphicFramePr>
        <p:xfrm>
          <a:off x="1478433" y="1249560"/>
          <a:ext cx="5184140" cy="888365"/>
        </p:xfrm>
        <a:graphic>
          <a:graphicData uri="http://schemas.openxmlformats.org/drawingml/2006/table">
            <a:tbl>
              <a:tblPr firstRow="1" bandRow="1">
                <a:tableStyleId>{2D5ABB26-0587-4C30-8999-92F81FD0307C}</a:tableStyleId>
              </a:tblPr>
              <a:tblGrid>
                <a:gridCol w="2592070">
                  <a:extLst>
                    <a:ext uri="{9D8B030D-6E8A-4147-A177-3AD203B41FA5}">
                      <a16:colId xmlns:a16="http://schemas.microsoft.com/office/drawing/2014/main" val="20000"/>
                    </a:ext>
                  </a:extLst>
                </a:gridCol>
                <a:gridCol w="2592070">
                  <a:extLst>
                    <a:ext uri="{9D8B030D-6E8A-4147-A177-3AD203B41FA5}">
                      <a16:colId xmlns:a16="http://schemas.microsoft.com/office/drawing/2014/main" val="20001"/>
                    </a:ext>
                  </a:extLst>
                </a:gridCol>
              </a:tblGrid>
              <a:tr h="396240">
                <a:tc>
                  <a:txBody>
                    <a:bodyPr/>
                    <a:lstStyle/>
                    <a:p>
                      <a:pPr marL="91440" marR="327025">
                        <a:lnSpc>
                          <a:spcPct val="100000"/>
                        </a:lnSpc>
                        <a:spcBef>
                          <a:spcPts val="305"/>
                        </a:spcBef>
                      </a:pPr>
                      <a:r>
                        <a:rPr sz="1000" dirty="0">
                          <a:latin typeface="Century Gothic"/>
                          <a:cs typeface="Century Gothic"/>
                        </a:rPr>
                        <a:t>University,</a:t>
                      </a:r>
                      <a:r>
                        <a:rPr sz="1000" spc="120" dirty="0">
                          <a:latin typeface="Century Gothic"/>
                          <a:cs typeface="Century Gothic"/>
                        </a:rPr>
                        <a:t> </a:t>
                      </a:r>
                      <a:r>
                        <a:rPr sz="1000" spc="-20" dirty="0">
                          <a:latin typeface="Century Gothic"/>
                          <a:cs typeface="Century Gothic"/>
                        </a:rPr>
                        <a:t>college,</a:t>
                      </a:r>
                      <a:r>
                        <a:rPr sz="1000" spc="160" dirty="0">
                          <a:latin typeface="Century Gothic"/>
                          <a:cs typeface="Century Gothic"/>
                        </a:rPr>
                        <a:t> </a:t>
                      </a:r>
                      <a:r>
                        <a:rPr sz="1000" dirty="0">
                          <a:latin typeface="Century Gothic"/>
                          <a:cs typeface="Century Gothic"/>
                        </a:rPr>
                        <a:t>school</a:t>
                      </a:r>
                      <a:r>
                        <a:rPr sz="1000" spc="130" dirty="0">
                          <a:latin typeface="Century Gothic"/>
                          <a:cs typeface="Century Gothic"/>
                        </a:rPr>
                        <a:t> </a:t>
                      </a:r>
                      <a:r>
                        <a:rPr sz="1000" dirty="0">
                          <a:latin typeface="Century Gothic"/>
                          <a:cs typeface="Century Gothic"/>
                        </a:rPr>
                        <a:t>or</a:t>
                      </a:r>
                      <a:r>
                        <a:rPr sz="1000" spc="110" dirty="0">
                          <a:latin typeface="Century Gothic"/>
                          <a:cs typeface="Century Gothic"/>
                        </a:rPr>
                        <a:t> </a:t>
                      </a:r>
                      <a:r>
                        <a:rPr sz="1000" spc="-10" dirty="0">
                          <a:latin typeface="Century Gothic"/>
                          <a:cs typeface="Century Gothic"/>
                        </a:rPr>
                        <a:t>other place</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marR="373380">
                        <a:lnSpc>
                          <a:spcPct val="100000"/>
                        </a:lnSpc>
                        <a:spcBef>
                          <a:spcPts val="305"/>
                        </a:spcBef>
                      </a:pPr>
                      <a:r>
                        <a:rPr sz="1000" dirty="0">
                          <a:latin typeface="Century Gothic"/>
                          <a:cs typeface="Century Gothic"/>
                        </a:rPr>
                        <a:t>Course</a:t>
                      </a:r>
                      <a:r>
                        <a:rPr sz="1000" spc="70" dirty="0">
                          <a:latin typeface="Century Gothic"/>
                          <a:cs typeface="Century Gothic"/>
                        </a:rPr>
                        <a:t> </a:t>
                      </a:r>
                      <a:r>
                        <a:rPr sz="1000" dirty="0">
                          <a:latin typeface="Century Gothic"/>
                          <a:cs typeface="Century Gothic"/>
                        </a:rPr>
                        <a:t>studied</a:t>
                      </a:r>
                      <a:r>
                        <a:rPr sz="1000" spc="60" dirty="0">
                          <a:latin typeface="Century Gothic"/>
                          <a:cs typeface="Century Gothic"/>
                        </a:rPr>
                        <a:t> </a:t>
                      </a:r>
                      <a:r>
                        <a:rPr sz="1000" spc="-10" dirty="0">
                          <a:latin typeface="Century Gothic"/>
                          <a:cs typeface="Century Gothic"/>
                        </a:rPr>
                        <a:t>and</a:t>
                      </a:r>
                      <a:r>
                        <a:rPr sz="1000" spc="55" dirty="0">
                          <a:latin typeface="Century Gothic"/>
                          <a:cs typeface="Century Gothic"/>
                        </a:rPr>
                        <a:t> </a:t>
                      </a:r>
                      <a:r>
                        <a:rPr sz="1000" spc="-10" dirty="0">
                          <a:latin typeface="Century Gothic"/>
                          <a:cs typeface="Century Gothic"/>
                        </a:rPr>
                        <a:t>qualifications achieved</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92125">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
        <p:nvSpPr>
          <p:cNvPr id="5" name="object 5"/>
          <p:cNvSpPr/>
          <p:nvPr/>
        </p:nvSpPr>
        <p:spPr>
          <a:xfrm>
            <a:off x="1786127" y="2380488"/>
            <a:ext cx="186055" cy="157480"/>
          </a:xfrm>
          <a:custGeom>
            <a:avLst/>
            <a:gdLst/>
            <a:ahLst/>
            <a:cxnLst/>
            <a:rect l="l" t="t" r="r" b="b"/>
            <a:pathLst>
              <a:path w="186055" h="157480">
                <a:moveTo>
                  <a:pt x="0" y="0"/>
                </a:moveTo>
                <a:lnTo>
                  <a:pt x="185927" y="0"/>
                </a:lnTo>
                <a:lnTo>
                  <a:pt x="185927" y="156972"/>
                </a:lnTo>
                <a:lnTo>
                  <a:pt x="0" y="156972"/>
                </a:lnTo>
                <a:lnTo>
                  <a:pt x="0" y="0"/>
                </a:lnTo>
                <a:close/>
              </a:path>
            </a:pathLst>
          </a:custGeom>
          <a:ln w="12700">
            <a:solidFill>
              <a:srgbClr val="000000"/>
            </a:solidFill>
          </a:ln>
        </p:spPr>
        <p:txBody>
          <a:bodyPr wrap="square" lIns="0" tIns="0" rIns="0" bIns="0" rtlCol="0"/>
          <a:lstStyle/>
          <a:p>
            <a:endParaRPr/>
          </a:p>
        </p:txBody>
      </p:sp>
      <p:sp>
        <p:nvSpPr>
          <p:cNvPr id="6" name="object 6"/>
          <p:cNvSpPr/>
          <p:nvPr/>
        </p:nvSpPr>
        <p:spPr>
          <a:xfrm>
            <a:off x="1786127" y="2644139"/>
            <a:ext cx="186055" cy="157480"/>
          </a:xfrm>
          <a:custGeom>
            <a:avLst/>
            <a:gdLst/>
            <a:ahLst/>
            <a:cxnLst/>
            <a:rect l="l" t="t" r="r" b="b"/>
            <a:pathLst>
              <a:path w="186055" h="157480">
                <a:moveTo>
                  <a:pt x="0" y="0"/>
                </a:moveTo>
                <a:lnTo>
                  <a:pt x="185927" y="0"/>
                </a:lnTo>
                <a:lnTo>
                  <a:pt x="185927" y="156972"/>
                </a:lnTo>
                <a:lnTo>
                  <a:pt x="0" y="156972"/>
                </a:lnTo>
                <a:lnTo>
                  <a:pt x="0" y="0"/>
                </a:lnTo>
                <a:close/>
              </a:path>
            </a:pathLst>
          </a:custGeom>
          <a:ln w="12700">
            <a:solidFill>
              <a:srgbClr val="000000"/>
            </a:solidFill>
          </a:ln>
        </p:spPr>
        <p:txBody>
          <a:bodyPr wrap="square" lIns="0" tIns="0" rIns="0" bIns="0" rtlCol="0"/>
          <a:lstStyle/>
          <a:p>
            <a:endParaRPr/>
          </a:p>
        </p:txBody>
      </p:sp>
      <p:sp>
        <p:nvSpPr>
          <p:cNvPr id="7" name="object 7"/>
          <p:cNvSpPr txBox="1"/>
          <p:nvPr/>
        </p:nvSpPr>
        <p:spPr>
          <a:xfrm>
            <a:off x="2940127" y="2445275"/>
            <a:ext cx="1798955" cy="177800"/>
          </a:xfrm>
          <a:prstGeom prst="rect">
            <a:avLst/>
          </a:prstGeom>
        </p:spPr>
        <p:txBody>
          <a:bodyPr vert="horz" wrap="square" lIns="0" tIns="12065" rIns="0" bIns="0" rtlCol="0">
            <a:spAutoFit/>
          </a:bodyPr>
          <a:lstStyle/>
          <a:p>
            <a:pPr marL="12700">
              <a:lnSpc>
                <a:spcPct val="100000"/>
              </a:lnSpc>
              <a:spcBef>
                <a:spcPts val="95"/>
              </a:spcBef>
            </a:pPr>
            <a:r>
              <a:rPr sz="1000" spc="70" dirty="0">
                <a:latin typeface="Century Gothic"/>
                <a:cs typeface="Century Gothic"/>
              </a:rPr>
              <a:t>For</a:t>
            </a:r>
            <a:r>
              <a:rPr sz="1000" dirty="0">
                <a:latin typeface="Century Gothic"/>
                <a:cs typeface="Century Gothic"/>
              </a:rPr>
              <a:t> overseas</a:t>
            </a:r>
            <a:r>
              <a:rPr sz="1000" spc="10" dirty="0">
                <a:latin typeface="Century Gothic"/>
                <a:cs typeface="Century Gothic"/>
              </a:rPr>
              <a:t> </a:t>
            </a:r>
            <a:r>
              <a:rPr sz="1000" spc="-30" dirty="0">
                <a:latin typeface="Century Gothic"/>
                <a:cs typeface="Century Gothic"/>
              </a:rPr>
              <a:t>vacancies</a:t>
            </a:r>
            <a:r>
              <a:rPr sz="1000" spc="10" dirty="0">
                <a:latin typeface="Century Gothic"/>
                <a:cs typeface="Century Gothic"/>
              </a:rPr>
              <a:t> </a:t>
            </a:r>
            <a:r>
              <a:rPr sz="1000" spc="-20" dirty="0">
                <a:latin typeface="Century Gothic"/>
                <a:cs typeface="Century Gothic"/>
              </a:rPr>
              <a:t>only.</a:t>
            </a:r>
            <a:endParaRPr sz="1000">
              <a:latin typeface="Century Gothic"/>
              <a:cs typeface="Century Gothic"/>
            </a:endParaRPr>
          </a:p>
        </p:txBody>
      </p:sp>
      <p:sp>
        <p:nvSpPr>
          <p:cNvPr id="8" name="object 8"/>
          <p:cNvSpPr txBox="1"/>
          <p:nvPr/>
        </p:nvSpPr>
        <p:spPr>
          <a:xfrm>
            <a:off x="191582" y="1086012"/>
            <a:ext cx="1256030" cy="3401060"/>
          </a:xfrm>
          <a:prstGeom prst="rect">
            <a:avLst/>
          </a:prstGeom>
        </p:spPr>
        <p:txBody>
          <a:bodyPr vert="horz" wrap="square" lIns="0" tIns="12065" rIns="0" bIns="0" rtlCol="0">
            <a:spAutoFit/>
          </a:bodyPr>
          <a:lstStyle/>
          <a:p>
            <a:pPr marL="14604" marR="151765" indent="114935">
              <a:lnSpc>
                <a:spcPct val="100000"/>
              </a:lnSpc>
              <a:spcBef>
                <a:spcPts val="95"/>
              </a:spcBef>
              <a:buAutoNum type="arabicPlain" startAt="7"/>
              <a:tabLst>
                <a:tab pos="129539" algn="l"/>
              </a:tabLst>
            </a:pPr>
            <a:r>
              <a:rPr sz="1000" b="1" spc="125" dirty="0">
                <a:latin typeface="Calibri"/>
                <a:cs typeface="Calibri"/>
              </a:rPr>
              <a:t>Education</a:t>
            </a:r>
            <a:r>
              <a:rPr sz="1000" b="1" spc="85" dirty="0">
                <a:latin typeface="Calibri"/>
                <a:cs typeface="Calibri"/>
              </a:rPr>
              <a:t> </a:t>
            </a:r>
            <a:r>
              <a:rPr sz="1000" b="1" spc="110" dirty="0">
                <a:latin typeface="Calibri"/>
                <a:cs typeface="Calibri"/>
              </a:rPr>
              <a:t>and </a:t>
            </a:r>
            <a:r>
              <a:rPr sz="1000" b="1" spc="95" dirty="0">
                <a:latin typeface="Calibri"/>
                <a:cs typeface="Calibri"/>
              </a:rPr>
              <a:t>training</a:t>
            </a:r>
            <a:endParaRPr sz="1000">
              <a:latin typeface="Calibri"/>
              <a:cs typeface="Calibri"/>
            </a:endParaRPr>
          </a:p>
          <a:p>
            <a:pPr marL="14604" marR="5080">
              <a:lnSpc>
                <a:spcPct val="100000"/>
              </a:lnSpc>
            </a:pPr>
            <a:r>
              <a:rPr sz="1000" dirty="0">
                <a:latin typeface="Century Gothic"/>
                <a:cs typeface="Century Gothic"/>
              </a:rPr>
              <a:t>Start</a:t>
            </a:r>
            <a:r>
              <a:rPr sz="1000" spc="70" dirty="0">
                <a:latin typeface="Century Gothic"/>
                <a:cs typeface="Century Gothic"/>
              </a:rPr>
              <a:t> </a:t>
            </a:r>
            <a:r>
              <a:rPr sz="1000" spc="55" dirty="0">
                <a:latin typeface="Century Gothic"/>
                <a:cs typeface="Century Gothic"/>
              </a:rPr>
              <a:t>with</a:t>
            </a:r>
            <a:r>
              <a:rPr sz="1000" spc="80" dirty="0">
                <a:latin typeface="Century Gothic"/>
                <a:cs typeface="Century Gothic"/>
              </a:rPr>
              <a:t> </a:t>
            </a:r>
            <a:r>
              <a:rPr sz="1000" dirty="0">
                <a:latin typeface="Century Gothic"/>
                <a:cs typeface="Century Gothic"/>
              </a:rPr>
              <a:t>the</a:t>
            </a:r>
            <a:r>
              <a:rPr sz="1000" spc="90" dirty="0">
                <a:latin typeface="Century Gothic"/>
                <a:cs typeface="Century Gothic"/>
              </a:rPr>
              <a:t> </a:t>
            </a:r>
            <a:r>
              <a:rPr sz="1000" spc="40" dirty="0">
                <a:latin typeface="Century Gothic"/>
                <a:cs typeface="Century Gothic"/>
              </a:rPr>
              <a:t>most </a:t>
            </a:r>
            <a:r>
              <a:rPr sz="1000" dirty="0">
                <a:latin typeface="Century Gothic"/>
                <a:cs typeface="Century Gothic"/>
              </a:rPr>
              <a:t>recent</a:t>
            </a:r>
            <a:r>
              <a:rPr sz="1000" spc="-10" dirty="0">
                <a:latin typeface="Century Gothic"/>
                <a:cs typeface="Century Gothic"/>
              </a:rPr>
              <a:t> </a:t>
            </a:r>
            <a:r>
              <a:rPr sz="1000" spc="-20" dirty="0">
                <a:latin typeface="Century Gothic"/>
                <a:cs typeface="Century Gothic"/>
              </a:rPr>
              <a:t>and</a:t>
            </a:r>
            <a:r>
              <a:rPr sz="1000" spc="-15" dirty="0">
                <a:latin typeface="Century Gothic"/>
                <a:cs typeface="Century Gothic"/>
              </a:rPr>
              <a:t> </a:t>
            </a:r>
            <a:r>
              <a:rPr sz="1000" spc="30" dirty="0">
                <a:latin typeface="Century Gothic"/>
                <a:cs typeface="Century Gothic"/>
              </a:rPr>
              <a:t>work </a:t>
            </a:r>
            <a:r>
              <a:rPr sz="1000" spc="-35" dirty="0">
                <a:latin typeface="Century Gothic"/>
                <a:cs typeface="Century Gothic"/>
              </a:rPr>
              <a:t>back.</a:t>
            </a:r>
            <a:r>
              <a:rPr sz="1000" spc="35" dirty="0">
                <a:latin typeface="Century Gothic"/>
                <a:cs typeface="Century Gothic"/>
              </a:rPr>
              <a:t> </a:t>
            </a:r>
            <a:r>
              <a:rPr sz="1000" dirty="0">
                <a:latin typeface="Century Gothic"/>
                <a:cs typeface="Century Gothic"/>
              </a:rPr>
              <a:t>Continue</a:t>
            </a:r>
            <a:r>
              <a:rPr sz="1000" spc="45" dirty="0">
                <a:latin typeface="Century Gothic"/>
                <a:cs typeface="Century Gothic"/>
              </a:rPr>
              <a:t> </a:t>
            </a:r>
            <a:r>
              <a:rPr sz="1000" spc="-25" dirty="0">
                <a:latin typeface="Century Gothic"/>
                <a:cs typeface="Century Gothic"/>
              </a:rPr>
              <a:t>on</a:t>
            </a:r>
            <a:r>
              <a:rPr sz="1000" spc="500" dirty="0">
                <a:latin typeface="Century Gothic"/>
                <a:cs typeface="Century Gothic"/>
              </a:rPr>
              <a:t> </a:t>
            </a:r>
            <a:r>
              <a:rPr sz="1000" spc="-110" dirty="0">
                <a:latin typeface="Century Gothic"/>
                <a:cs typeface="Century Gothic"/>
              </a:rPr>
              <a:t>a</a:t>
            </a:r>
            <a:r>
              <a:rPr sz="1000" spc="25" dirty="0">
                <a:latin typeface="Century Gothic"/>
                <a:cs typeface="Century Gothic"/>
              </a:rPr>
              <a:t> </a:t>
            </a:r>
            <a:r>
              <a:rPr sz="1000" spc="-10" dirty="0">
                <a:latin typeface="Century Gothic"/>
                <a:cs typeface="Century Gothic"/>
              </a:rPr>
              <a:t>separate</a:t>
            </a:r>
            <a:r>
              <a:rPr sz="1000" spc="10" dirty="0">
                <a:latin typeface="Century Gothic"/>
                <a:cs typeface="Century Gothic"/>
              </a:rPr>
              <a:t> </a:t>
            </a:r>
            <a:r>
              <a:rPr sz="1000" dirty="0">
                <a:latin typeface="Century Gothic"/>
                <a:cs typeface="Century Gothic"/>
              </a:rPr>
              <a:t>sheet</a:t>
            </a:r>
            <a:r>
              <a:rPr sz="1000" spc="15" dirty="0">
                <a:latin typeface="Century Gothic"/>
                <a:cs typeface="Century Gothic"/>
              </a:rPr>
              <a:t> </a:t>
            </a:r>
            <a:r>
              <a:rPr sz="1000" spc="-25" dirty="0">
                <a:latin typeface="Century Gothic"/>
                <a:cs typeface="Century Gothic"/>
              </a:rPr>
              <a:t>if </a:t>
            </a:r>
            <a:r>
              <a:rPr sz="1000" spc="-10" dirty="0">
                <a:latin typeface="Century Gothic"/>
                <a:cs typeface="Century Gothic"/>
              </a:rPr>
              <a:t>necessary.</a:t>
            </a:r>
            <a:endParaRPr sz="1000">
              <a:latin typeface="Century Gothic"/>
              <a:cs typeface="Century Gothic"/>
            </a:endParaRPr>
          </a:p>
          <a:p>
            <a:pPr marL="15875" marR="384810" indent="119380">
              <a:lnSpc>
                <a:spcPct val="100000"/>
              </a:lnSpc>
              <a:spcBef>
                <a:spcPts val="495"/>
              </a:spcBef>
              <a:buAutoNum type="arabicPlain" startAt="8"/>
              <a:tabLst>
                <a:tab pos="135255" algn="l"/>
              </a:tabLst>
            </a:pPr>
            <a:r>
              <a:rPr sz="1000" b="1" spc="155" dirty="0">
                <a:latin typeface="Calibri"/>
                <a:cs typeface="Calibri"/>
              </a:rPr>
              <a:t>Do</a:t>
            </a:r>
            <a:r>
              <a:rPr sz="1000" b="1" spc="55" dirty="0">
                <a:latin typeface="Calibri"/>
                <a:cs typeface="Calibri"/>
              </a:rPr>
              <a:t> </a:t>
            </a:r>
            <a:r>
              <a:rPr sz="1000" b="1" spc="95" dirty="0">
                <a:latin typeface="Calibri"/>
                <a:cs typeface="Calibri"/>
              </a:rPr>
              <a:t>you </a:t>
            </a:r>
            <a:r>
              <a:rPr sz="1000" b="1" spc="110" dirty="0">
                <a:latin typeface="Calibri"/>
                <a:cs typeface="Calibri"/>
              </a:rPr>
              <a:t>hold</a:t>
            </a:r>
            <a:r>
              <a:rPr sz="1000" b="1" spc="70" dirty="0">
                <a:latin typeface="Calibri"/>
                <a:cs typeface="Calibri"/>
              </a:rPr>
              <a:t> </a:t>
            </a:r>
            <a:r>
              <a:rPr sz="1000" b="1" spc="75" dirty="0">
                <a:latin typeface="Calibri"/>
                <a:cs typeface="Calibri"/>
              </a:rPr>
              <a:t>a </a:t>
            </a:r>
            <a:r>
              <a:rPr sz="1000" b="1" spc="114" dirty="0">
                <a:latin typeface="Calibri"/>
                <a:cs typeface="Calibri"/>
              </a:rPr>
              <a:t>current</a:t>
            </a:r>
            <a:r>
              <a:rPr sz="1000" b="1" spc="65" dirty="0">
                <a:latin typeface="Calibri"/>
                <a:cs typeface="Calibri"/>
              </a:rPr>
              <a:t> </a:t>
            </a:r>
            <a:r>
              <a:rPr sz="1000" b="1" spc="75" dirty="0">
                <a:latin typeface="Calibri"/>
                <a:cs typeface="Calibri"/>
              </a:rPr>
              <a:t>valid </a:t>
            </a:r>
            <a:r>
              <a:rPr sz="1000" b="1" spc="110" dirty="0">
                <a:latin typeface="Calibri"/>
                <a:cs typeface="Calibri"/>
              </a:rPr>
              <a:t>passport</a:t>
            </a:r>
            <a:r>
              <a:rPr sz="1000" b="1" spc="90" dirty="0">
                <a:latin typeface="Calibri"/>
                <a:cs typeface="Calibri"/>
              </a:rPr>
              <a:t> </a:t>
            </a:r>
            <a:r>
              <a:rPr sz="1000" b="1" spc="65" dirty="0">
                <a:latin typeface="Calibri"/>
                <a:cs typeface="Calibri"/>
              </a:rPr>
              <a:t>or </a:t>
            </a:r>
            <a:r>
              <a:rPr sz="1000" b="1" spc="125" dirty="0">
                <a:latin typeface="Calibri"/>
                <a:cs typeface="Calibri"/>
              </a:rPr>
              <a:t>ID</a:t>
            </a:r>
            <a:r>
              <a:rPr sz="1000" b="1" spc="65" dirty="0">
                <a:latin typeface="Calibri"/>
                <a:cs typeface="Calibri"/>
              </a:rPr>
              <a:t> </a:t>
            </a:r>
            <a:r>
              <a:rPr sz="1000" b="1" spc="105" dirty="0">
                <a:latin typeface="Calibri"/>
                <a:cs typeface="Calibri"/>
              </a:rPr>
              <a:t>card?</a:t>
            </a:r>
            <a:endParaRPr sz="1000">
              <a:latin typeface="Calibri"/>
              <a:cs typeface="Calibri"/>
            </a:endParaRPr>
          </a:p>
          <a:p>
            <a:pPr marL="12700" marR="377190" indent="116205">
              <a:lnSpc>
                <a:spcPct val="100000"/>
              </a:lnSpc>
              <a:spcBef>
                <a:spcPts val="885"/>
              </a:spcBef>
              <a:buAutoNum type="arabicPlain" startAt="8"/>
              <a:tabLst>
                <a:tab pos="128905" algn="l"/>
              </a:tabLst>
            </a:pPr>
            <a:r>
              <a:rPr sz="1000" b="1" spc="140" dirty="0">
                <a:latin typeface="Calibri"/>
                <a:cs typeface="Calibri"/>
              </a:rPr>
              <a:t>Any</a:t>
            </a:r>
            <a:r>
              <a:rPr sz="1000" b="1" spc="70" dirty="0">
                <a:latin typeface="Calibri"/>
                <a:cs typeface="Calibri"/>
              </a:rPr>
              <a:t> </a:t>
            </a:r>
            <a:r>
              <a:rPr sz="1000" b="1" spc="80" dirty="0">
                <a:latin typeface="Calibri"/>
                <a:cs typeface="Calibri"/>
              </a:rPr>
              <a:t>other </a:t>
            </a:r>
            <a:r>
              <a:rPr sz="1000" b="1" spc="120" dirty="0">
                <a:latin typeface="Calibri"/>
                <a:cs typeface="Calibri"/>
              </a:rPr>
              <a:t>evidence</a:t>
            </a:r>
            <a:r>
              <a:rPr sz="1000" b="1" spc="85" dirty="0">
                <a:latin typeface="Calibri"/>
                <a:cs typeface="Calibri"/>
              </a:rPr>
              <a:t> </a:t>
            </a:r>
            <a:r>
              <a:rPr sz="1000" b="1" spc="65" dirty="0">
                <a:latin typeface="Calibri"/>
                <a:cs typeface="Calibri"/>
              </a:rPr>
              <a:t>to </a:t>
            </a:r>
            <a:r>
              <a:rPr sz="1000" b="1" spc="114" dirty="0">
                <a:latin typeface="Calibri"/>
                <a:cs typeface="Calibri"/>
              </a:rPr>
              <a:t>support</a:t>
            </a:r>
            <a:r>
              <a:rPr sz="1000" b="1" spc="70" dirty="0">
                <a:latin typeface="Calibri"/>
                <a:cs typeface="Calibri"/>
              </a:rPr>
              <a:t> </a:t>
            </a:r>
            <a:r>
              <a:rPr sz="1000" b="1" spc="90" dirty="0">
                <a:latin typeface="Calibri"/>
                <a:cs typeface="Calibri"/>
              </a:rPr>
              <a:t>your </a:t>
            </a:r>
            <a:r>
              <a:rPr sz="1000" b="1" spc="95" dirty="0">
                <a:latin typeface="Calibri"/>
                <a:cs typeface="Calibri"/>
              </a:rPr>
              <a:t>application </a:t>
            </a:r>
            <a:r>
              <a:rPr sz="1000" spc="70" dirty="0">
                <a:latin typeface="Century Gothic"/>
                <a:cs typeface="Century Gothic"/>
              </a:rPr>
              <a:t>For</a:t>
            </a:r>
            <a:r>
              <a:rPr sz="1000" spc="-20" dirty="0">
                <a:latin typeface="Century Gothic"/>
                <a:cs typeface="Century Gothic"/>
              </a:rPr>
              <a:t> </a:t>
            </a:r>
            <a:r>
              <a:rPr sz="1000" spc="-10" dirty="0">
                <a:latin typeface="Century Gothic"/>
                <a:cs typeface="Century Gothic"/>
              </a:rPr>
              <a:t>example, experience </a:t>
            </a:r>
            <a:r>
              <a:rPr sz="1000" dirty="0">
                <a:latin typeface="Century Gothic"/>
                <a:cs typeface="Century Gothic"/>
              </a:rPr>
              <a:t>relevant</a:t>
            </a:r>
            <a:r>
              <a:rPr sz="1000" spc="40" dirty="0">
                <a:latin typeface="Century Gothic"/>
                <a:cs typeface="Century Gothic"/>
              </a:rPr>
              <a:t> </a:t>
            </a:r>
            <a:r>
              <a:rPr sz="1000" spc="-25" dirty="0">
                <a:latin typeface="Century Gothic"/>
                <a:cs typeface="Century Gothic"/>
              </a:rPr>
              <a:t>to the</a:t>
            </a:r>
            <a:endParaRPr sz="1000">
              <a:latin typeface="Century Gothic"/>
              <a:cs typeface="Century Gothic"/>
            </a:endParaRPr>
          </a:p>
          <a:p>
            <a:pPr marL="12700">
              <a:lnSpc>
                <a:spcPct val="100000"/>
              </a:lnSpc>
            </a:pPr>
            <a:r>
              <a:rPr sz="1000" dirty="0">
                <a:latin typeface="Century Gothic"/>
                <a:cs typeface="Century Gothic"/>
              </a:rPr>
              <a:t>job</a:t>
            </a:r>
            <a:r>
              <a:rPr sz="1000" spc="5" dirty="0">
                <a:latin typeface="Century Gothic"/>
                <a:cs typeface="Century Gothic"/>
              </a:rPr>
              <a:t> </a:t>
            </a:r>
            <a:r>
              <a:rPr sz="1000" dirty="0">
                <a:latin typeface="Century Gothic"/>
                <a:cs typeface="Century Gothic"/>
              </a:rPr>
              <a:t>you</a:t>
            </a:r>
            <a:r>
              <a:rPr sz="1000" spc="10" dirty="0">
                <a:latin typeface="Century Gothic"/>
                <a:cs typeface="Century Gothic"/>
              </a:rPr>
              <a:t> </a:t>
            </a:r>
            <a:r>
              <a:rPr sz="1000" spc="-25" dirty="0">
                <a:latin typeface="Century Gothic"/>
                <a:cs typeface="Century Gothic"/>
              </a:rPr>
              <a:t>are</a:t>
            </a:r>
            <a:endParaRPr sz="1000">
              <a:latin typeface="Century Gothic"/>
              <a:cs typeface="Century Gothic"/>
            </a:endParaRPr>
          </a:p>
        </p:txBody>
      </p:sp>
      <p:sp>
        <p:nvSpPr>
          <p:cNvPr id="9" name="object 9"/>
          <p:cNvSpPr/>
          <p:nvPr/>
        </p:nvSpPr>
        <p:spPr>
          <a:xfrm>
            <a:off x="1484375" y="3133344"/>
            <a:ext cx="5184775" cy="1315720"/>
          </a:xfrm>
          <a:custGeom>
            <a:avLst/>
            <a:gdLst/>
            <a:ahLst/>
            <a:cxnLst/>
            <a:rect l="l" t="t" r="r" b="b"/>
            <a:pathLst>
              <a:path w="5184775" h="1315720">
                <a:moveTo>
                  <a:pt x="0" y="0"/>
                </a:moveTo>
                <a:lnTo>
                  <a:pt x="5184648" y="0"/>
                </a:lnTo>
                <a:lnTo>
                  <a:pt x="5184648" y="1315212"/>
                </a:lnTo>
                <a:lnTo>
                  <a:pt x="0" y="1315212"/>
                </a:lnTo>
                <a:lnTo>
                  <a:pt x="0" y="0"/>
                </a:lnTo>
                <a:close/>
              </a:path>
            </a:pathLst>
          </a:custGeom>
          <a:ln w="12700">
            <a:solidFill>
              <a:srgbClr val="000000"/>
            </a:solidFill>
          </a:ln>
        </p:spPr>
        <p:txBody>
          <a:bodyPr wrap="square" lIns="0" tIns="0" rIns="0" bIns="0" rtlCol="0"/>
          <a:lstStyle/>
          <a:p>
            <a:endParaRPr/>
          </a:p>
        </p:txBody>
      </p:sp>
      <p:sp>
        <p:nvSpPr>
          <p:cNvPr id="10" name="object 10"/>
          <p:cNvSpPr txBox="1"/>
          <p:nvPr/>
        </p:nvSpPr>
        <p:spPr>
          <a:xfrm>
            <a:off x="191575" y="4461811"/>
            <a:ext cx="5836285" cy="307975"/>
          </a:xfrm>
          <a:prstGeom prst="rect">
            <a:avLst/>
          </a:prstGeom>
        </p:spPr>
        <p:txBody>
          <a:bodyPr vert="horz" wrap="square" lIns="0" tIns="12065" rIns="0" bIns="0" rtlCol="0">
            <a:spAutoFit/>
          </a:bodyPr>
          <a:lstStyle/>
          <a:p>
            <a:pPr marL="12700">
              <a:lnSpc>
                <a:spcPts val="1115"/>
              </a:lnSpc>
              <a:spcBef>
                <a:spcPts val="95"/>
              </a:spcBef>
            </a:pPr>
            <a:r>
              <a:rPr sz="1000" dirty="0">
                <a:latin typeface="Century Gothic"/>
                <a:cs typeface="Century Gothic"/>
              </a:rPr>
              <a:t>applying</a:t>
            </a:r>
            <a:r>
              <a:rPr sz="1000" spc="45" dirty="0">
                <a:latin typeface="Century Gothic"/>
                <a:cs typeface="Century Gothic"/>
              </a:rPr>
              <a:t> </a:t>
            </a:r>
            <a:r>
              <a:rPr sz="1000" spc="-20" dirty="0">
                <a:latin typeface="Century Gothic"/>
                <a:cs typeface="Century Gothic"/>
              </a:rPr>
              <a:t>for.</a:t>
            </a:r>
            <a:endParaRPr sz="1000">
              <a:latin typeface="Century Gothic"/>
              <a:cs typeface="Century Gothic"/>
            </a:endParaRPr>
          </a:p>
          <a:p>
            <a:pPr marL="12700">
              <a:lnSpc>
                <a:spcPts val="1115"/>
              </a:lnSpc>
            </a:pPr>
            <a:r>
              <a:rPr sz="1000" b="1" dirty="0">
                <a:latin typeface="Calibri"/>
                <a:cs typeface="Calibri"/>
              </a:rPr>
              <a:t>10</a:t>
            </a:r>
            <a:r>
              <a:rPr sz="1000" b="1" spc="55" dirty="0">
                <a:latin typeface="Calibri"/>
                <a:cs typeface="Calibri"/>
              </a:rPr>
              <a:t> </a:t>
            </a:r>
            <a:r>
              <a:rPr sz="1000" b="1" spc="60" dirty="0">
                <a:latin typeface="Calibri"/>
                <a:cs typeface="Calibri"/>
              </a:rPr>
              <a:t>If</a:t>
            </a:r>
            <a:r>
              <a:rPr sz="1000" b="1" spc="80" dirty="0">
                <a:latin typeface="Calibri"/>
                <a:cs typeface="Calibri"/>
              </a:rPr>
              <a:t> </a:t>
            </a:r>
            <a:r>
              <a:rPr sz="1000" b="1" spc="105" dirty="0">
                <a:latin typeface="Calibri"/>
                <a:cs typeface="Calibri"/>
              </a:rPr>
              <a:t>there</a:t>
            </a:r>
            <a:r>
              <a:rPr sz="1000" b="1" spc="65" dirty="0">
                <a:latin typeface="Calibri"/>
                <a:cs typeface="Calibri"/>
              </a:rPr>
              <a:t> </a:t>
            </a:r>
            <a:r>
              <a:rPr sz="1000" b="1" spc="85" dirty="0">
                <a:latin typeface="Calibri"/>
                <a:cs typeface="Calibri"/>
              </a:rPr>
              <a:t>is</a:t>
            </a:r>
            <a:r>
              <a:rPr sz="1000" b="1" spc="70" dirty="0">
                <a:latin typeface="Calibri"/>
                <a:cs typeface="Calibri"/>
              </a:rPr>
              <a:t> </a:t>
            </a:r>
            <a:r>
              <a:rPr sz="1000" b="1" spc="125" dirty="0">
                <a:latin typeface="Calibri"/>
                <a:cs typeface="Calibri"/>
              </a:rPr>
              <a:t>on</a:t>
            </a:r>
            <a:r>
              <a:rPr sz="1000" b="1" spc="65" dirty="0">
                <a:latin typeface="Calibri"/>
                <a:cs typeface="Calibri"/>
              </a:rPr>
              <a:t> </a:t>
            </a:r>
            <a:r>
              <a:rPr sz="1000" b="1" spc="150" dirty="0">
                <a:latin typeface="Calibri"/>
                <a:cs typeface="Calibri"/>
              </a:rPr>
              <a:t>age</a:t>
            </a:r>
            <a:r>
              <a:rPr sz="1000" b="1" spc="80" dirty="0">
                <a:latin typeface="Calibri"/>
                <a:cs typeface="Calibri"/>
              </a:rPr>
              <a:t> </a:t>
            </a:r>
            <a:r>
              <a:rPr sz="1000" b="1" spc="85" dirty="0">
                <a:latin typeface="Calibri"/>
                <a:cs typeface="Calibri"/>
              </a:rPr>
              <a:t>limit</a:t>
            </a:r>
            <a:r>
              <a:rPr sz="1000" b="1" spc="80" dirty="0">
                <a:latin typeface="Calibri"/>
                <a:cs typeface="Calibri"/>
              </a:rPr>
              <a:t> </a:t>
            </a:r>
            <a:r>
              <a:rPr sz="1000" b="1" spc="125" dirty="0">
                <a:latin typeface="Calibri"/>
                <a:cs typeface="Calibri"/>
              </a:rPr>
              <a:t>on</a:t>
            </a:r>
            <a:r>
              <a:rPr sz="1000" b="1" spc="65" dirty="0">
                <a:latin typeface="Calibri"/>
                <a:cs typeface="Calibri"/>
              </a:rPr>
              <a:t> </a:t>
            </a:r>
            <a:r>
              <a:rPr sz="1000" b="1" spc="110" dirty="0">
                <a:latin typeface="Calibri"/>
                <a:cs typeface="Calibri"/>
              </a:rPr>
              <a:t>the</a:t>
            </a:r>
            <a:r>
              <a:rPr sz="1000" b="1" spc="75" dirty="0">
                <a:latin typeface="Calibri"/>
                <a:cs typeface="Calibri"/>
              </a:rPr>
              <a:t> </a:t>
            </a:r>
            <a:r>
              <a:rPr sz="1000" b="1" spc="120" dirty="0">
                <a:latin typeface="Calibri"/>
                <a:cs typeface="Calibri"/>
              </a:rPr>
              <a:t>vacancy,</a:t>
            </a:r>
            <a:r>
              <a:rPr sz="1000" b="1" spc="80" dirty="0">
                <a:latin typeface="Calibri"/>
                <a:cs typeface="Calibri"/>
              </a:rPr>
              <a:t> </a:t>
            </a:r>
            <a:r>
              <a:rPr sz="1000" b="1" spc="114" dirty="0">
                <a:latin typeface="Calibri"/>
                <a:cs typeface="Calibri"/>
              </a:rPr>
              <a:t>tick</a:t>
            </a:r>
            <a:r>
              <a:rPr sz="1000" b="1" spc="85" dirty="0">
                <a:latin typeface="Calibri"/>
                <a:cs typeface="Calibri"/>
              </a:rPr>
              <a:t> </a:t>
            </a:r>
            <a:r>
              <a:rPr sz="1000" b="1" spc="95" dirty="0">
                <a:latin typeface="Calibri"/>
                <a:cs typeface="Calibri"/>
              </a:rPr>
              <a:t>this</a:t>
            </a:r>
            <a:r>
              <a:rPr sz="1000" b="1" spc="70" dirty="0">
                <a:latin typeface="Calibri"/>
                <a:cs typeface="Calibri"/>
              </a:rPr>
              <a:t> </a:t>
            </a:r>
            <a:r>
              <a:rPr sz="1000" b="1" spc="125" dirty="0">
                <a:latin typeface="Calibri"/>
                <a:cs typeface="Calibri"/>
              </a:rPr>
              <a:t>box</a:t>
            </a:r>
            <a:r>
              <a:rPr sz="1000" b="1" spc="75" dirty="0">
                <a:latin typeface="Calibri"/>
                <a:cs typeface="Calibri"/>
              </a:rPr>
              <a:t> </a:t>
            </a:r>
            <a:r>
              <a:rPr sz="1000" b="1" spc="90" dirty="0">
                <a:latin typeface="Calibri"/>
                <a:cs typeface="Calibri"/>
              </a:rPr>
              <a:t>to</a:t>
            </a:r>
            <a:r>
              <a:rPr sz="1000" b="1" spc="80" dirty="0">
                <a:latin typeface="Calibri"/>
                <a:cs typeface="Calibri"/>
              </a:rPr>
              <a:t> </a:t>
            </a:r>
            <a:r>
              <a:rPr sz="1000" b="1" spc="114" dirty="0">
                <a:latin typeface="Calibri"/>
                <a:cs typeface="Calibri"/>
              </a:rPr>
              <a:t>confirm</a:t>
            </a:r>
            <a:r>
              <a:rPr sz="1000" b="1" spc="80" dirty="0">
                <a:latin typeface="Calibri"/>
                <a:cs typeface="Calibri"/>
              </a:rPr>
              <a:t> </a:t>
            </a:r>
            <a:r>
              <a:rPr sz="1000" b="1" spc="105" dirty="0">
                <a:latin typeface="Calibri"/>
                <a:cs typeface="Calibri"/>
              </a:rPr>
              <a:t>that</a:t>
            </a:r>
            <a:r>
              <a:rPr sz="1000" b="1" spc="80" dirty="0">
                <a:latin typeface="Calibri"/>
                <a:cs typeface="Calibri"/>
              </a:rPr>
              <a:t> </a:t>
            </a:r>
            <a:r>
              <a:rPr sz="1000" b="1" spc="120" dirty="0">
                <a:latin typeface="Calibri"/>
                <a:cs typeface="Calibri"/>
              </a:rPr>
              <a:t>you</a:t>
            </a:r>
            <a:r>
              <a:rPr sz="1000" b="1" spc="70" dirty="0">
                <a:latin typeface="Calibri"/>
                <a:cs typeface="Calibri"/>
              </a:rPr>
              <a:t> </a:t>
            </a:r>
            <a:r>
              <a:rPr sz="1000" b="1" spc="135" dirty="0">
                <a:latin typeface="Calibri"/>
                <a:cs typeface="Calibri"/>
              </a:rPr>
              <a:t>meet</a:t>
            </a:r>
            <a:r>
              <a:rPr sz="1000" b="1" spc="85" dirty="0">
                <a:latin typeface="Calibri"/>
                <a:cs typeface="Calibri"/>
              </a:rPr>
              <a:t> </a:t>
            </a:r>
            <a:r>
              <a:rPr sz="1000" b="1" spc="110" dirty="0">
                <a:latin typeface="Calibri"/>
                <a:cs typeface="Calibri"/>
              </a:rPr>
              <a:t>the</a:t>
            </a:r>
            <a:r>
              <a:rPr sz="1000" b="1" spc="75" dirty="0">
                <a:latin typeface="Calibri"/>
                <a:cs typeface="Calibri"/>
              </a:rPr>
              <a:t> </a:t>
            </a:r>
            <a:r>
              <a:rPr sz="1000" b="1" spc="125" dirty="0">
                <a:latin typeface="Calibri"/>
                <a:cs typeface="Calibri"/>
              </a:rPr>
              <a:t>age</a:t>
            </a:r>
            <a:endParaRPr sz="1000">
              <a:latin typeface="Calibri"/>
              <a:cs typeface="Calibri"/>
            </a:endParaRPr>
          </a:p>
        </p:txBody>
      </p:sp>
      <p:sp>
        <p:nvSpPr>
          <p:cNvPr id="11" name="object 11"/>
          <p:cNvSpPr txBox="1"/>
          <p:nvPr/>
        </p:nvSpPr>
        <p:spPr>
          <a:xfrm>
            <a:off x="191575" y="4744918"/>
            <a:ext cx="859155" cy="177800"/>
          </a:xfrm>
          <a:prstGeom prst="rect">
            <a:avLst/>
          </a:prstGeom>
        </p:spPr>
        <p:txBody>
          <a:bodyPr vert="horz" wrap="square" lIns="0" tIns="12065" rIns="0" bIns="0" rtlCol="0">
            <a:spAutoFit/>
          </a:bodyPr>
          <a:lstStyle/>
          <a:p>
            <a:pPr marL="12700">
              <a:lnSpc>
                <a:spcPct val="100000"/>
              </a:lnSpc>
              <a:spcBef>
                <a:spcPts val="95"/>
              </a:spcBef>
            </a:pPr>
            <a:r>
              <a:rPr sz="1000" b="1" spc="105" dirty="0">
                <a:latin typeface="Calibri"/>
                <a:cs typeface="Calibri"/>
              </a:rPr>
              <a:t>requirement</a:t>
            </a:r>
            <a:endParaRPr sz="1000">
              <a:latin typeface="Calibri"/>
              <a:cs typeface="Calibri"/>
            </a:endParaRPr>
          </a:p>
        </p:txBody>
      </p:sp>
      <p:sp>
        <p:nvSpPr>
          <p:cNvPr id="12" name="object 12"/>
          <p:cNvSpPr/>
          <p:nvPr/>
        </p:nvSpPr>
        <p:spPr>
          <a:xfrm>
            <a:off x="6441947" y="4607052"/>
            <a:ext cx="186055" cy="157480"/>
          </a:xfrm>
          <a:custGeom>
            <a:avLst/>
            <a:gdLst/>
            <a:ahLst/>
            <a:cxnLst/>
            <a:rect l="l" t="t" r="r" b="b"/>
            <a:pathLst>
              <a:path w="186054" h="157479">
                <a:moveTo>
                  <a:pt x="0" y="0"/>
                </a:moveTo>
                <a:lnTo>
                  <a:pt x="185927" y="0"/>
                </a:lnTo>
                <a:lnTo>
                  <a:pt x="185927" y="156972"/>
                </a:lnTo>
                <a:lnTo>
                  <a:pt x="0" y="156972"/>
                </a:lnTo>
                <a:lnTo>
                  <a:pt x="0" y="0"/>
                </a:lnTo>
                <a:close/>
              </a:path>
            </a:pathLst>
          </a:custGeom>
          <a:ln w="12700">
            <a:solidFill>
              <a:srgbClr val="000000"/>
            </a:solidFill>
          </a:ln>
        </p:spPr>
        <p:txBody>
          <a:bodyPr wrap="square" lIns="0" tIns="0" rIns="0" bIns="0" rtlCol="0"/>
          <a:lstStyle/>
          <a:p>
            <a:endParaRPr/>
          </a:p>
        </p:txBody>
      </p:sp>
      <p:sp>
        <p:nvSpPr>
          <p:cNvPr id="13" name="object 13"/>
          <p:cNvSpPr txBox="1"/>
          <p:nvPr/>
        </p:nvSpPr>
        <p:spPr>
          <a:xfrm>
            <a:off x="191576" y="4835907"/>
            <a:ext cx="903605" cy="177800"/>
          </a:xfrm>
          <a:prstGeom prst="rect">
            <a:avLst/>
          </a:prstGeom>
        </p:spPr>
        <p:txBody>
          <a:bodyPr vert="horz" wrap="square" lIns="0" tIns="12065" rIns="0" bIns="0" rtlCol="0">
            <a:spAutoFit/>
          </a:bodyPr>
          <a:lstStyle/>
          <a:p>
            <a:pPr marL="12700">
              <a:lnSpc>
                <a:spcPct val="100000"/>
              </a:lnSpc>
              <a:spcBef>
                <a:spcPts val="95"/>
              </a:spcBef>
            </a:pPr>
            <a:r>
              <a:rPr sz="1000" b="1" spc="-130" dirty="0">
                <a:latin typeface="Calibri"/>
                <a:cs typeface="Calibri"/>
              </a:rPr>
              <a:t>11</a:t>
            </a:r>
            <a:r>
              <a:rPr sz="1000" b="1" spc="70" dirty="0">
                <a:latin typeface="Calibri"/>
                <a:cs typeface="Calibri"/>
              </a:rPr>
              <a:t> </a:t>
            </a:r>
            <a:r>
              <a:rPr sz="1000" b="1" spc="110" dirty="0">
                <a:latin typeface="Calibri"/>
                <a:cs typeface="Calibri"/>
              </a:rPr>
              <a:t>References</a:t>
            </a:r>
            <a:endParaRPr sz="1000">
              <a:latin typeface="Calibri"/>
              <a:cs typeface="Calibri"/>
            </a:endParaRPr>
          </a:p>
        </p:txBody>
      </p:sp>
      <p:graphicFrame>
        <p:nvGraphicFramePr>
          <p:cNvPr id="14" name="object 14"/>
          <p:cNvGraphicFramePr>
            <a:graphicFrameLocks noGrp="1"/>
          </p:cNvGraphicFramePr>
          <p:nvPr/>
        </p:nvGraphicFramePr>
        <p:xfrm>
          <a:off x="1478433" y="4862512"/>
          <a:ext cx="5184140" cy="951865"/>
        </p:xfrm>
        <a:graphic>
          <a:graphicData uri="http://schemas.openxmlformats.org/drawingml/2006/table">
            <a:tbl>
              <a:tblPr firstRow="1" bandRow="1">
                <a:tableStyleId>{2D5ABB26-0587-4C30-8999-92F81FD0307C}</a:tableStyleId>
              </a:tblPr>
              <a:tblGrid>
                <a:gridCol w="2592070">
                  <a:extLst>
                    <a:ext uri="{9D8B030D-6E8A-4147-A177-3AD203B41FA5}">
                      <a16:colId xmlns:a16="http://schemas.microsoft.com/office/drawing/2014/main" val="20000"/>
                    </a:ext>
                  </a:extLst>
                </a:gridCol>
                <a:gridCol w="2592070">
                  <a:extLst>
                    <a:ext uri="{9D8B030D-6E8A-4147-A177-3AD203B41FA5}">
                      <a16:colId xmlns:a16="http://schemas.microsoft.com/office/drawing/2014/main" val="20001"/>
                    </a:ext>
                  </a:extLst>
                </a:gridCol>
              </a:tblGrid>
              <a:tr h="700405">
                <a:tc>
                  <a:txBody>
                    <a:bodyPr/>
                    <a:lstStyle/>
                    <a:p>
                      <a:pPr marL="91440">
                        <a:lnSpc>
                          <a:spcPct val="100000"/>
                        </a:lnSpc>
                        <a:spcBef>
                          <a:spcPts val="305"/>
                        </a:spcBef>
                      </a:pPr>
                      <a:r>
                        <a:rPr sz="1000" spc="-50" dirty="0">
                          <a:latin typeface="Century Gothic"/>
                          <a:cs typeface="Century Gothic"/>
                        </a:rPr>
                        <a:t>1</a:t>
                      </a:r>
                      <a:endParaRPr sz="1000">
                        <a:latin typeface="Century Gothic"/>
                        <a:cs typeface="Century Gothic"/>
                      </a:endParaRPr>
                    </a:p>
                    <a:p>
                      <a:pPr>
                        <a:lnSpc>
                          <a:spcPct val="100000"/>
                        </a:lnSpc>
                      </a:pPr>
                      <a:endParaRPr sz="1000">
                        <a:latin typeface="Times New Roman"/>
                        <a:cs typeface="Times New Roman"/>
                      </a:endParaRPr>
                    </a:p>
                    <a:p>
                      <a:pPr>
                        <a:lnSpc>
                          <a:spcPct val="100000"/>
                        </a:lnSpc>
                        <a:spcBef>
                          <a:spcPts val="100"/>
                        </a:spcBef>
                      </a:pPr>
                      <a:endParaRPr sz="1000">
                        <a:latin typeface="Times New Roman"/>
                        <a:cs typeface="Times New Roman"/>
                      </a:endParaRPr>
                    </a:p>
                    <a:p>
                      <a:pPr marL="91440">
                        <a:lnSpc>
                          <a:spcPct val="100000"/>
                        </a:lnSpc>
                      </a:pPr>
                      <a:r>
                        <a:rPr sz="1000" dirty="0">
                          <a:latin typeface="Century Gothic"/>
                          <a:cs typeface="Century Gothic"/>
                        </a:rPr>
                        <a:t>Phone</a:t>
                      </a:r>
                      <a:r>
                        <a:rPr sz="1000" spc="130" dirty="0">
                          <a:latin typeface="Century Gothic"/>
                          <a:cs typeface="Century Gothic"/>
                        </a:rPr>
                        <a:t> </a:t>
                      </a:r>
                      <a:r>
                        <a:rPr sz="1000" spc="-10" dirty="0">
                          <a:latin typeface="Century Gothic"/>
                          <a:cs typeface="Century Gothic"/>
                        </a:rPr>
                        <a:t>number</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05"/>
                        </a:spcBef>
                      </a:pPr>
                      <a:r>
                        <a:rPr sz="1000" spc="-50" dirty="0">
                          <a:latin typeface="Century Gothic"/>
                          <a:cs typeface="Century Gothic"/>
                        </a:rPr>
                        <a:t>2</a:t>
                      </a:r>
                      <a:endParaRPr sz="1000">
                        <a:latin typeface="Century Gothic"/>
                        <a:cs typeface="Century Gothic"/>
                      </a:endParaRPr>
                    </a:p>
                    <a:p>
                      <a:pPr>
                        <a:lnSpc>
                          <a:spcPct val="100000"/>
                        </a:lnSpc>
                      </a:pPr>
                      <a:endParaRPr sz="1000">
                        <a:latin typeface="Times New Roman"/>
                        <a:cs typeface="Times New Roman"/>
                      </a:endParaRPr>
                    </a:p>
                    <a:p>
                      <a:pPr>
                        <a:lnSpc>
                          <a:spcPct val="100000"/>
                        </a:lnSpc>
                        <a:spcBef>
                          <a:spcPts val="100"/>
                        </a:spcBef>
                      </a:pPr>
                      <a:endParaRPr sz="1000">
                        <a:latin typeface="Times New Roman"/>
                        <a:cs typeface="Times New Roman"/>
                      </a:endParaRPr>
                    </a:p>
                    <a:p>
                      <a:pPr marL="90805">
                        <a:lnSpc>
                          <a:spcPct val="100000"/>
                        </a:lnSpc>
                      </a:pPr>
                      <a:r>
                        <a:rPr sz="1000" dirty="0">
                          <a:latin typeface="Century Gothic"/>
                          <a:cs typeface="Century Gothic"/>
                        </a:rPr>
                        <a:t>Phone</a:t>
                      </a:r>
                      <a:r>
                        <a:rPr sz="1000" spc="130" dirty="0">
                          <a:latin typeface="Century Gothic"/>
                          <a:cs typeface="Century Gothic"/>
                        </a:rPr>
                        <a:t> </a:t>
                      </a:r>
                      <a:r>
                        <a:rPr sz="1000" spc="-10" dirty="0">
                          <a:latin typeface="Century Gothic"/>
                          <a:cs typeface="Century Gothic"/>
                        </a:rPr>
                        <a:t>number</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51460">
                <a:tc>
                  <a:txBody>
                    <a:bodyPr/>
                    <a:lstStyle/>
                    <a:p>
                      <a:pPr marL="90805">
                        <a:lnSpc>
                          <a:spcPct val="100000"/>
                        </a:lnSpc>
                        <a:spcBef>
                          <a:spcPts val="305"/>
                        </a:spcBef>
                      </a:pPr>
                      <a:r>
                        <a:rPr sz="1000" spc="-10" dirty="0">
                          <a:latin typeface="Century Gothic"/>
                          <a:cs typeface="Century Gothic"/>
                        </a:rPr>
                        <a:t>Occupation</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0805">
                        <a:lnSpc>
                          <a:spcPct val="100000"/>
                        </a:lnSpc>
                        <a:spcBef>
                          <a:spcPts val="305"/>
                        </a:spcBef>
                      </a:pPr>
                      <a:r>
                        <a:rPr sz="1000" spc="-10" dirty="0">
                          <a:latin typeface="Century Gothic"/>
                          <a:cs typeface="Century Gothic"/>
                        </a:rPr>
                        <a:t>Occupation</a:t>
                      </a:r>
                      <a:endParaRPr sz="1000">
                        <a:latin typeface="Century Gothic"/>
                        <a:cs typeface="Century Gothic"/>
                      </a:endParaRPr>
                    </a:p>
                  </a:txBody>
                  <a:tcPr marL="0" marR="0" marT="387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
        <p:nvSpPr>
          <p:cNvPr id="15" name="object 15"/>
          <p:cNvSpPr/>
          <p:nvPr/>
        </p:nvSpPr>
        <p:spPr>
          <a:xfrm>
            <a:off x="1484375" y="5955791"/>
            <a:ext cx="5184775" cy="1228725"/>
          </a:xfrm>
          <a:custGeom>
            <a:avLst/>
            <a:gdLst/>
            <a:ahLst/>
            <a:cxnLst/>
            <a:rect l="l" t="t" r="r" b="b"/>
            <a:pathLst>
              <a:path w="5184775" h="1228725">
                <a:moveTo>
                  <a:pt x="0" y="0"/>
                </a:moveTo>
                <a:lnTo>
                  <a:pt x="5184648" y="0"/>
                </a:lnTo>
                <a:lnTo>
                  <a:pt x="5184648" y="1228344"/>
                </a:lnTo>
                <a:lnTo>
                  <a:pt x="0" y="1228344"/>
                </a:lnTo>
                <a:lnTo>
                  <a:pt x="0" y="0"/>
                </a:lnTo>
                <a:close/>
              </a:path>
            </a:pathLst>
          </a:custGeom>
          <a:ln w="12700">
            <a:solidFill>
              <a:srgbClr val="000000"/>
            </a:solidFill>
          </a:ln>
        </p:spPr>
        <p:txBody>
          <a:bodyPr wrap="square" lIns="0" tIns="0" rIns="0" bIns="0" rtlCol="0"/>
          <a:lstStyle/>
          <a:p>
            <a:endParaRPr/>
          </a:p>
        </p:txBody>
      </p:sp>
      <p:sp>
        <p:nvSpPr>
          <p:cNvPr id="16" name="object 16"/>
          <p:cNvSpPr/>
          <p:nvPr/>
        </p:nvSpPr>
        <p:spPr>
          <a:xfrm>
            <a:off x="4631435" y="7513319"/>
            <a:ext cx="187960" cy="157480"/>
          </a:xfrm>
          <a:custGeom>
            <a:avLst/>
            <a:gdLst/>
            <a:ahLst/>
            <a:cxnLst/>
            <a:rect l="l" t="t" r="r" b="b"/>
            <a:pathLst>
              <a:path w="187960" h="157479">
                <a:moveTo>
                  <a:pt x="0" y="0"/>
                </a:moveTo>
                <a:lnTo>
                  <a:pt x="187451" y="0"/>
                </a:lnTo>
                <a:lnTo>
                  <a:pt x="187451" y="156971"/>
                </a:lnTo>
                <a:lnTo>
                  <a:pt x="0" y="156971"/>
                </a:lnTo>
                <a:lnTo>
                  <a:pt x="0" y="0"/>
                </a:lnTo>
                <a:close/>
              </a:path>
            </a:pathLst>
          </a:custGeom>
          <a:ln w="12700">
            <a:solidFill>
              <a:srgbClr val="000000"/>
            </a:solidFill>
          </a:ln>
        </p:spPr>
        <p:txBody>
          <a:bodyPr wrap="square" lIns="0" tIns="0" rIns="0" bIns="0" rtlCol="0"/>
          <a:lstStyle/>
          <a:p>
            <a:endParaRPr/>
          </a:p>
        </p:txBody>
      </p:sp>
      <p:sp>
        <p:nvSpPr>
          <p:cNvPr id="17" name="object 17"/>
          <p:cNvSpPr txBox="1"/>
          <p:nvPr/>
        </p:nvSpPr>
        <p:spPr>
          <a:xfrm>
            <a:off x="191464" y="5930364"/>
            <a:ext cx="6243955" cy="2212975"/>
          </a:xfrm>
          <a:prstGeom prst="rect">
            <a:avLst/>
          </a:prstGeom>
        </p:spPr>
        <p:txBody>
          <a:bodyPr vert="horz" wrap="square" lIns="0" tIns="12065" rIns="0" bIns="0" rtlCol="0">
            <a:spAutoFit/>
          </a:bodyPr>
          <a:lstStyle/>
          <a:p>
            <a:pPr marL="12700" marR="5172710" indent="158750">
              <a:lnSpc>
                <a:spcPct val="100000"/>
              </a:lnSpc>
              <a:spcBef>
                <a:spcPts val="95"/>
              </a:spcBef>
              <a:buAutoNum type="arabicPlain" startAt="12"/>
              <a:tabLst>
                <a:tab pos="171450" algn="l"/>
              </a:tabLst>
            </a:pPr>
            <a:r>
              <a:rPr sz="1000" b="1" spc="60" dirty="0">
                <a:latin typeface="Calibri"/>
                <a:cs typeface="Calibri"/>
              </a:rPr>
              <a:t>If</a:t>
            </a:r>
            <a:r>
              <a:rPr sz="1000" b="1" spc="80" dirty="0">
                <a:latin typeface="Calibri"/>
                <a:cs typeface="Calibri"/>
              </a:rPr>
              <a:t> </a:t>
            </a:r>
            <a:r>
              <a:rPr sz="1000" b="1" spc="120" dirty="0">
                <a:latin typeface="Calibri"/>
                <a:cs typeface="Calibri"/>
              </a:rPr>
              <a:t>you</a:t>
            </a:r>
            <a:r>
              <a:rPr sz="1000" b="1" spc="70" dirty="0">
                <a:latin typeface="Calibri"/>
                <a:cs typeface="Calibri"/>
              </a:rPr>
              <a:t> </a:t>
            </a:r>
            <a:r>
              <a:rPr sz="1000" b="1" spc="95" dirty="0">
                <a:latin typeface="Calibri"/>
                <a:cs typeface="Calibri"/>
              </a:rPr>
              <a:t>require </a:t>
            </a:r>
            <a:r>
              <a:rPr sz="1000" b="1" spc="125" dirty="0">
                <a:latin typeface="Calibri"/>
                <a:cs typeface="Calibri"/>
              </a:rPr>
              <a:t>any</a:t>
            </a:r>
            <a:r>
              <a:rPr sz="1000" b="1" spc="75" dirty="0">
                <a:latin typeface="Calibri"/>
                <a:cs typeface="Calibri"/>
              </a:rPr>
              <a:t> </a:t>
            </a:r>
            <a:r>
              <a:rPr sz="1000" b="1" spc="90" dirty="0">
                <a:latin typeface="Calibri"/>
                <a:cs typeface="Calibri"/>
              </a:rPr>
              <a:t>particular </a:t>
            </a:r>
            <a:r>
              <a:rPr sz="1000" b="1" spc="120" dirty="0">
                <a:latin typeface="Calibri"/>
                <a:cs typeface="Calibri"/>
              </a:rPr>
              <a:t>arrangements </a:t>
            </a:r>
            <a:r>
              <a:rPr sz="1000" b="1" spc="125" dirty="0">
                <a:latin typeface="Calibri"/>
                <a:cs typeface="Calibri"/>
              </a:rPr>
              <a:t>when</a:t>
            </a:r>
            <a:r>
              <a:rPr sz="1000" b="1" spc="500" dirty="0">
                <a:latin typeface="Calibri"/>
                <a:cs typeface="Calibri"/>
              </a:rPr>
              <a:t> </a:t>
            </a:r>
            <a:r>
              <a:rPr sz="1000" b="1" spc="120" dirty="0">
                <a:latin typeface="Calibri"/>
                <a:cs typeface="Calibri"/>
              </a:rPr>
              <a:t>attending</a:t>
            </a:r>
            <a:r>
              <a:rPr sz="1000" b="1" spc="85" dirty="0">
                <a:latin typeface="Calibri"/>
                <a:cs typeface="Calibri"/>
              </a:rPr>
              <a:t> </a:t>
            </a:r>
            <a:r>
              <a:rPr sz="1000" b="1" spc="95" dirty="0">
                <a:latin typeface="Calibri"/>
                <a:cs typeface="Calibri"/>
              </a:rPr>
              <a:t>on </a:t>
            </a:r>
            <a:r>
              <a:rPr sz="1000" b="1" spc="80" dirty="0">
                <a:latin typeface="Calibri"/>
                <a:cs typeface="Calibri"/>
              </a:rPr>
              <a:t>interview, </a:t>
            </a:r>
            <a:r>
              <a:rPr sz="1000" b="1" spc="110" dirty="0">
                <a:latin typeface="Calibri"/>
                <a:cs typeface="Calibri"/>
              </a:rPr>
              <a:t>please</a:t>
            </a:r>
            <a:r>
              <a:rPr sz="1000" b="1" spc="70" dirty="0">
                <a:latin typeface="Calibri"/>
                <a:cs typeface="Calibri"/>
              </a:rPr>
              <a:t> </a:t>
            </a:r>
            <a:r>
              <a:rPr sz="1000" b="1" spc="105" dirty="0">
                <a:latin typeface="Calibri"/>
                <a:cs typeface="Calibri"/>
              </a:rPr>
              <a:t>give </a:t>
            </a:r>
            <a:r>
              <a:rPr sz="1000" b="1" spc="70" dirty="0">
                <a:latin typeface="Calibri"/>
                <a:cs typeface="Calibri"/>
              </a:rPr>
              <a:t>details.</a:t>
            </a:r>
            <a:endParaRPr sz="1000">
              <a:latin typeface="Calibri"/>
              <a:cs typeface="Calibri"/>
            </a:endParaRPr>
          </a:p>
          <a:p>
            <a:pPr>
              <a:lnSpc>
                <a:spcPct val="100000"/>
              </a:lnSpc>
              <a:spcBef>
                <a:spcPts val="235"/>
              </a:spcBef>
              <a:buFont typeface="Calibri"/>
              <a:buAutoNum type="arabicPlain" startAt="12"/>
            </a:pPr>
            <a:endParaRPr sz="1000">
              <a:latin typeface="Calibri"/>
              <a:cs typeface="Calibri"/>
            </a:endParaRPr>
          </a:p>
          <a:p>
            <a:pPr marL="52069" marR="5080" indent="159385">
              <a:lnSpc>
                <a:spcPct val="100000"/>
              </a:lnSpc>
              <a:spcBef>
                <a:spcPts val="5"/>
              </a:spcBef>
              <a:buAutoNum type="arabicPlain" startAt="12"/>
              <a:tabLst>
                <a:tab pos="211454" algn="l"/>
              </a:tabLst>
            </a:pPr>
            <a:r>
              <a:rPr sz="1000" b="1" spc="60" dirty="0">
                <a:latin typeface="Calibri"/>
                <a:cs typeface="Calibri"/>
              </a:rPr>
              <a:t>If</a:t>
            </a:r>
            <a:r>
              <a:rPr sz="1000" b="1" spc="80" dirty="0">
                <a:latin typeface="Calibri"/>
                <a:cs typeface="Calibri"/>
              </a:rPr>
              <a:t> </a:t>
            </a:r>
            <a:r>
              <a:rPr sz="1000" b="1" spc="114" dirty="0">
                <a:latin typeface="Calibri"/>
                <a:cs typeface="Calibri"/>
              </a:rPr>
              <a:t>the</a:t>
            </a:r>
            <a:r>
              <a:rPr sz="1000" b="1" spc="65" dirty="0">
                <a:latin typeface="Calibri"/>
                <a:cs typeface="Calibri"/>
              </a:rPr>
              <a:t> </a:t>
            </a:r>
            <a:r>
              <a:rPr sz="1000" b="1" spc="114" dirty="0">
                <a:latin typeface="Calibri"/>
                <a:cs typeface="Calibri"/>
              </a:rPr>
              <a:t>employer</a:t>
            </a:r>
            <a:r>
              <a:rPr sz="1000" b="1" spc="85" dirty="0">
                <a:latin typeface="Calibri"/>
                <a:cs typeface="Calibri"/>
              </a:rPr>
              <a:t> </a:t>
            </a:r>
            <a:r>
              <a:rPr sz="1000" b="1" spc="125" dirty="0">
                <a:latin typeface="Calibri"/>
                <a:cs typeface="Calibri"/>
              </a:rPr>
              <a:t>uses</a:t>
            </a:r>
            <a:r>
              <a:rPr sz="1000" b="1" spc="70" dirty="0">
                <a:latin typeface="Calibri"/>
                <a:cs typeface="Calibri"/>
              </a:rPr>
              <a:t> </a:t>
            </a:r>
            <a:r>
              <a:rPr sz="1000" b="1" spc="114" dirty="0">
                <a:latin typeface="Calibri"/>
                <a:cs typeface="Calibri"/>
              </a:rPr>
              <a:t>the</a:t>
            </a:r>
            <a:r>
              <a:rPr sz="1000" b="1" spc="65" dirty="0">
                <a:latin typeface="Calibri"/>
                <a:cs typeface="Calibri"/>
              </a:rPr>
              <a:t> </a:t>
            </a:r>
            <a:r>
              <a:rPr sz="1000" b="1" spc="90" dirty="0">
                <a:latin typeface="Calibri"/>
                <a:cs typeface="Calibri"/>
              </a:rPr>
              <a:t>disability</a:t>
            </a:r>
            <a:r>
              <a:rPr sz="1000" b="1" spc="85" dirty="0">
                <a:latin typeface="Calibri"/>
                <a:cs typeface="Calibri"/>
              </a:rPr>
              <a:t> </a:t>
            </a:r>
            <a:r>
              <a:rPr sz="1000" b="1" spc="105" dirty="0">
                <a:latin typeface="Calibri"/>
                <a:cs typeface="Calibri"/>
              </a:rPr>
              <a:t>symbol,</a:t>
            </a:r>
            <a:r>
              <a:rPr sz="1000" b="1" spc="85" dirty="0">
                <a:latin typeface="Calibri"/>
                <a:cs typeface="Calibri"/>
              </a:rPr>
              <a:t> </a:t>
            </a:r>
            <a:r>
              <a:rPr sz="1000" b="1" spc="114" dirty="0">
                <a:latin typeface="Calibri"/>
                <a:cs typeface="Calibri"/>
              </a:rPr>
              <a:t>tick</a:t>
            </a:r>
            <a:r>
              <a:rPr sz="1000" b="1" spc="75" dirty="0">
                <a:latin typeface="Calibri"/>
                <a:cs typeface="Calibri"/>
              </a:rPr>
              <a:t> </a:t>
            </a:r>
            <a:r>
              <a:rPr sz="1000" b="1" spc="95" dirty="0">
                <a:latin typeface="Calibri"/>
                <a:cs typeface="Calibri"/>
              </a:rPr>
              <a:t>this</a:t>
            </a:r>
            <a:r>
              <a:rPr sz="1000" b="1" spc="80" dirty="0">
                <a:latin typeface="Calibri"/>
                <a:cs typeface="Calibri"/>
              </a:rPr>
              <a:t> </a:t>
            </a:r>
            <a:r>
              <a:rPr sz="1000" b="1" spc="125" dirty="0">
                <a:latin typeface="Calibri"/>
                <a:cs typeface="Calibri"/>
              </a:rPr>
              <a:t>box</a:t>
            </a:r>
            <a:r>
              <a:rPr sz="1000" b="1" spc="75" dirty="0">
                <a:latin typeface="Calibri"/>
                <a:cs typeface="Calibri"/>
              </a:rPr>
              <a:t> </a:t>
            </a:r>
            <a:r>
              <a:rPr sz="1000" b="1" spc="55" dirty="0">
                <a:latin typeface="Calibri"/>
                <a:cs typeface="Calibri"/>
              </a:rPr>
              <a:t>if</a:t>
            </a:r>
            <a:r>
              <a:rPr sz="1000" b="1" spc="80" dirty="0">
                <a:latin typeface="Calibri"/>
                <a:cs typeface="Calibri"/>
              </a:rPr>
              <a:t> </a:t>
            </a:r>
            <a:r>
              <a:rPr sz="1000" b="1" spc="120" dirty="0">
                <a:latin typeface="Calibri"/>
                <a:cs typeface="Calibri"/>
              </a:rPr>
              <a:t>you</a:t>
            </a:r>
            <a:r>
              <a:rPr sz="1000" b="1" spc="70" dirty="0">
                <a:latin typeface="Calibri"/>
                <a:cs typeface="Calibri"/>
              </a:rPr>
              <a:t> </a:t>
            </a:r>
            <a:r>
              <a:rPr sz="1000" b="1" spc="125" dirty="0">
                <a:latin typeface="Calibri"/>
                <a:cs typeface="Calibri"/>
              </a:rPr>
              <a:t>have</a:t>
            </a:r>
            <a:r>
              <a:rPr sz="1000" b="1" spc="65" dirty="0">
                <a:latin typeface="Calibri"/>
                <a:cs typeface="Calibri"/>
              </a:rPr>
              <a:t> </a:t>
            </a:r>
            <a:r>
              <a:rPr sz="1000" b="1" spc="125" dirty="0">
                <a:latin typeface="Calibri"/>
                <a:cs typeface="Calibri"/>
              </a:rPr>
              <a:t>a</a:t>
            </a:r>
            <a:r>
              <a:rPr sz="1000" b="1" spc="65" dirty="0">
                <a:latin typeface="Calibri"/>
                <a:cs typeface="Calibri"/>
              </a:rPr>
              <a:t> </a:t>
            </a:r>
            <a:r>
              <a:rPr sz="1000" b="1" spc="90" dirty="0">
                <a:latin typeface="Calibri"/>
                <a:cs typeface="Calibri"/>
              </a:rPr>
              <a:t>disability</a:t>
            </a:r>
            <a:r>
              <a:rPr sz="1000" b="1" spc="85" dirty="0">
                <a:latin typeface="Calibri"/>
                <a:cs typeface="Calibri"/>
              </a:rPr>
              <a:t> </a:t>
            </a:r>
            <a:r>
              <a:rPr sz="1000" b="1" spc="135" dirty="0">
                <a:latin typeface="Calibri"/>
                <a:cs typeface="Calibri"/>
              </a:rPr>
              <a:t>and</a:t>
            </a:r>
            <a:r>
              <a:rPr sz="1000" b="1" spc="75" dirty="0">
                <a:latin typeface="Calibri"/>
                <a:cs typeface="Calibri"/>
              </a:rPr>
              <a:t> </a:t>
            </a:r>
            <a:r>
              <a:rPr sz="1000" b="1" spc="130" dirty="0">
                <a:latin typeface="Calibri"/>
                <a:cs typeface="Calibri"/>
              </a:rPr>
              <a:t>want</a:t>
            </a:r>
            <a:r>
              <a:rPr sz="1000" b="1" spc="85" dirty="0">
                <a:latin typeface="Calibri"/>
                <a:cs typeface="Calibri"/>
              </a:rPr>
              <a:t> </a:t>
            </a:r>
            <a:r>
              <a:rPr sz="1000" b="1" spc="65" dirty="0">
                <a:latin typeface="Calibri"/>
                <a:cs typeface="Calibri"/>
              </a:rPr>
              <a:t>to </a:t>
            </a:r>
            <a:r>
              <a:rPr sz="1000" b="1" spc="140" dirty="0">
                <a:latin typeface="Calibri"/>
                <a:cs typeface="Calibri"/>
              </a:rPr>
              <a:t>ask</a:t>
            </a:r>
            <a:r>
              <a:rPr sz="1000" b="1" spc="70" dirty="0">
                <a:latin typeface="Calibri"/>
                <a:cs typeface="Calibri"/>
              </a:rPr>
              <a:t> </a:t>
            </a:r>
            <a:r>
              <a:rPr sz="1000" b="1" spc="80" dirty="0">
                <a:latin typeface="Calibri"/>
                <a:cs typeface="Calibri"/>
              </a:rPr>
              <a:t>for</a:t>
            </a:r>
            <a:r>
              <a:rPr sz="1000" b="1" spc="70" dirty="0">
                <a:latin typeface="Calibri"/>
                <a:cs typeface="Calibri"/>
              </a:rPr>
              <a:t> </a:t>
            </a:r>
            <a:r>
              <a:rPr sz="1000" b="1" spc="125" dirty="0">
                <a:latin typeface="Calibri"/>
                <a:cs typeface="Calibri"/>
              </a:rPr>
              <a:t>a</a:t>
            </a:r>
            <a:r>
              <a:rPr sz="1000" b="1" spc="65" dirty="0">
                <a:latin typeface="Calibri"/>
                <a:cs typeface="Calibri"/>
              </a:rPr>
              <a:t> </a:t>
            </a:r>
            <a:r>
              <a:rPr sz="1000" b="1" spc="125" dirty="0">
                <a:latin typeface="Calibri"/>
                <a:cs typeface="Calibri"/>
              </a:rPr>
              <a:t>guaranteed</a:t>
            </a:r>
            <a:r>
              <a:rPr sz="1000" b="1" spc="80" dirty="0">
                <a:latin typeface="Calibri"/>
                <a:cs typeface="Calibri"/>
              </a:rPr>
              <a:t> </a:t>
            </a:r>
            <a:r>
              <a:rPr sz="1000" b="1" spc="100" dirty="0">
                <a:latin typeface="Calibri"/>
                <a:cs typeface="Calibri"/>
              </a:rPr>
              <a:t>interview</a:t>
            </a:r>
            <a:r>
              <a:rPr sz="1000" b="1" spc="85" dirty="0">
                <a:latin typeface="Calibri"/>
                <a:cs typeface="Calibri"/>
              </a:rPr>
              <a:t> </a:t>
            </a:r>
            <a:r>
              <a:rPr sz="1000" b="1" spc="55" dirty="0">
                <a:latin typeface="Calibri"/>
                <a:cs typeface="Calibri"/>
              </a:rPr>
              <a:t>if</a:t>
            </a:r>
            <a:r>
              <a:rPr sz="1000" b="1" spc="75" dirty="0">
                <a:latin typeface="Calibri"/>
                <a:cs typeface="Calibri"/>
              </a:rPr>
              <a:t> </a:t>
            </a:r>
            <a:r>
              <a:rPr sz="1000" b="1" spc="120" dirty="0">
                <a:latin typeface="Calibri"/>
                <a:cs typeface="Calibri"/>
              </a:rPr>
              <a:t>you</a:t>
            </a:r>
            <a:r>
              <a:rPr sz="1000" b="1" spc="70" dirty="0">
                <a:latin typeface="Calibri"/>
                <a:cs typeface="Calibri"/>
              </a:rPr>
              <a:t> </a:t>
            </a:r>
            <a:r>
              <a:rPr sz="1000" b="1" spc="135" dirty="0">
                <a:latin typeface="Calibri"/>
                <a:cs typeface="Calibri"/>
              </a:rPr>
              <a:t>meet</a:t>
            </a:r>
            <a:r>
              <a:rPr sz="1000" b="1" spc="80" dirty="0">
                <a:latin typeface="Calibri"/>
                <a:cs typeface="Calibri"/>
              </a:rPr>
              <a:t> </a:t>
            </a:r>
            <a:r>
              <a:rPr sz="1000" b="1" spc="110" dirty="0">
                <a:latin typeface="Calibri"/>
                <a:cs typeface="Calibri"/>
              </a:rPr>
              <a:t>the</a:t>
            </a:r>
            <a:r>
              <a:rPr sz="1000" b="1" spc="80" dirty="0">
                <a:latin typeface="Calibri"/>
                <a:cs typeface="Calibri"/>
              </a:rPr>
              <a:t> </a:t>
            </a:r>
            <a:r>
              <a:rPr sz="1000" b="1" spc="150" dirty="0">
                <a:latin typeface="Calibri"/>
                <a:cs typeface="Calibri"/>
              </a:rPr>
              <a:t>minimum</a:t>
            </a:r>
            <a:r>
              <a:rPr sz="1000" b="1" spc="95" dirty="0">
                <a:latin typeface="Calibri"/>
                <a:cs typeface="Calibri"/>
              </a:rPr>
              <a:t> </a:t>
            </a:r>
            <a:r>
              <a:rPr sz="1000" b="1" spc="70" dirty="0">
                <a:latin typeface="Calibri"/>
                <a:cs typeface="Calibri"/>
              </a:rPr>
              <a:t>criteria.</a:t>
            </a:r>
            <a:endParaRPr sz="1000">
              <a:latin typeface="Calibri"/>
              <a:cs typeface="Calibri"/>
            </a:endParaRPr>
          </a:p>
          <a:p>
            <a:pPr>
              <a:lnSpc>
                <a:spcPct val="100000"/>
              </a:lnSpc>
              <a:spcBef>
                <a:spcPts val="145"/>
              </a:spcBef>
              <a:buFont typeface="Calibri"/>
              <a:buAutoNum type="arabicPlain" startAt="12"/>
            </a:pPr>
            <a:endParaRPr sz="1000">
              <a:latin typeface="Calibri"/>
              <a:cs typeface="Calibri"/>
            </a:endParaRPr>
          </a:p>
          <a:p>
            <a:pPr marL="12700" marR="349250" indent="172720">
              <a:lnSpc>
                <a:spcPct val="100000"/>
              </a:lnSpc>
              <a:buAutoNum type="arabicPlain" startAt="12"/>
              <a:tabLst>
                <a:tab pos="185420" algn="l"/>
              </a:tabLst>
            </a:pPr>
            <a:r>
              <a:rPr sz="1000" b="1" spc="60" dirty="0">
                <a:latin typeface="Calibri"/>
                <a:cs typeface="Calibri"/>
              </a:rPr>
              <a:t>I</a:t>
            </a:r>
            <a:r>
              <a:rPr sz="1000" b="1" spc="65" dirty="0">
                <a:latin typeface="Calibri"/>
                <a:cs typeface="Calibri"/>
              </a:rPr>
              <a:t> </a:t>
            </a:r>
            <a:r>
              <a:rPr sz="1000" b="1" spc="114" dirty="0">
                <a:latin typeface="Calibri"/>
                <a:cs typeface="Calibri"/>
              </a:rPr>
              <a:t>confirm</a:t>
            </a:r>
            <a:r>
              <a:rPr sz="1000" b="1" spc="70" dirty="0">
                <a:latin typeface="Calibri"/>
                <a:cs typeface="Calibri"/>
              </a:rPr>
              <a:t> </a:t>
            </a:r>
            <a:r>
              <a:rPr sz="1000" b="1" spc="80" dirty="0">
                <a:latin typeface="Calibri"/>
                <a:cs typeface="Calibri"/>
              </a:rPr>
              <a:t>that,</a:t>
            </a:r>
            <a:r>
              <a:rPr sz="1000" b="1" spc="85" dirty="0">
                <a:latin typeface="Calibri"/>
                <a:cs typeface="Calibri"/>
              </a:rPr>
              <a:t> </a:t>
            </a:r>
            <a:r>
              <a:rPr sz="1000" b="1" spc="90" dirty="0">
                <a:latin typeface="Calibri"/>
                <a:cs typeface="Calibri"/>
              </a:rPr>
              <a:t>to</a:t>
            </a:r>
            <a:r>
              <a:rPr sz="1000" b="1" spc="75" dirty="0">
                <a:latin typeface="Calibri"/>
                <a:cs typeface="Calibri"/>
              </a:rPr>
              <a:t> </a:t>
            </a:r>
            <a:r>
              <a:rPr sz="1000" b="1" spc="110" dirty="0">
                <a:latin typeface="Calibri"/>
                <a:cs typeface="Calibri"/>
              </a:rPr>
              <a:t>the</a:t>
            </a:r>
            <a:r>
              <a:rPr sz="1000" b="1" spc="75" dirty="0">
                <a:latin typeface="Calibri"/>
                <a:cs typeface="Calibri"/>
              </a:rPr>
              <a:t> </a:t>
            </a:r>
            <a:r>
              <a:rPr sz="1000" b="1" spc="114" dirty="0">
                <a:latin typeface="Calibri"/>
                <a:cs typeface="Calibri"/>
              </a:rPr>
              <a:t>best</a:t>
            </a:r>
            <a:r>
              <a:rPr sz="1000" b="1" spc="70" dirty="0">
                <a:latin typeface="Calibri"/>
                <a:cs typeface="Calibri"/>
              </a:rPr>
              <a:t> </a:t>
            </a:r>
            <a:r>
              <a:rPr sz="1000" b="1" spc="90" dirty="0">
                <a:latin typeface="Calibri"/>
                <a:cs typeface="Calibri"/>
              </a:rPr>
              <a:t>of</a:t>
            </a:r>
            <a:r>
              <a:rPr sz="1000" b="1" spc="85" dirty="0">
                <a:latin typeface="Calibri"/>
                <a:cs typeface="Calibri"/>
              </a:rPr>
              <a:t> </a:t>
            </a:r>
            <a:r>
              <a:rPr sz="1000" b="1" spc="170" dirty="0">
                <a:latin typeface="Calibri"/>
                <a:cs typeface="Calibri"/>
              </a:rPr>
              <a:t>my</a:t>
            </a:r>
            <a:r>
              <a:rPr sz="1000" b="1" spc="75" dirty="0">
                <a:latin typeface="Calibri"/>
                <a:cs typeface="Calibri"/>
              </a:rPr>
              <a:t> </a:t>
            </a:r>
            <a:r>
              <a:rPr sz="1000" b="1" spc="120" dirty="0">
                <a:latin typeface="Calibri"/>
                <a:cs typeface="Calibri"/>
              </a:rPr>
              <a:t>knowledge,</a:t>
            </a:r>
            <a:r>
              <a:rPr sz="1000" b="1" spc="85" dirty="0">
                <a:latin typeface="Calibri"/>
                <a:cs typeface="Calibri"/>
              </a:rPr>
              <a:t> </a:t>
            </a:r>
            <a:r>
              <a:rPr sz="1000" b="1" spc="110" dirty="0">
                <a:latin typeface="Calibri"/>
                <a:cs typeface="Calibri"/>
              </a:rPr>
              <a:t>the</a:t>
            </a:r>
            <a:r>
              <a:rPr sz="1000" b="1" spc="75" dirty="0">
                <a:latin typeface="Calibri"/>
                <a:cs typeface="Calibri"/>
              </a:rPr>
              <a:t> </a:t>
            </a:r>
            <a:r>
              <a:rPr sz="1000" b="1" spc="105" dirty="0">
                <a:latin typeface="Calibri"/>
                <a:cs typeface="Calibri"/>
              </a:rPr>
              <a:t>information</a:t>
            </a:r>
            <a:r>
              <a:rPr sz="1000" b="1" spc="90" dirty="0">
                <a:latin typeface="Calibri"/>
                <a:cs typeface="Calibri"/>
              </a:rPr>
              <a:t> </a:t>
            </a:r>
            <a:r>
              <a:rPr sz="1000" b="1" spc="60" dirty="0">
                <a:latin typeface="Calibri"/>
                <a:cs typeface="Calibri"/>
              </a:rPr>
              <a:t>I</a:t>
            </a:r>
            <a:r>
              <a:rPr sz="1000" b="1" spc="65" dirty="0">
                <a:latin typeface="Calibri"/>
                <a:cs typeface="Calibri"/>
              </a:rPr>
              <a:t> </a:t>
            </a:r>
            <a:r>
              <a:rPr sz="1000" b="1" spc="125" dirty="0">
                <a:latin typeface="Calibri"/>
                <a:cs typeface="Calibri"/>
              </a:rPr>
              <a:t>have</a:t>
            </a:r>
            <a:r>
              <a:rPr sz="1000" b="1" spc="65" dirty="0">
                <a:latin typeface="Calibri"/>
                <a:cs typeface="Calibri"/>
              </a:rPr>
              <a:t> </a:t>
            </a:r>
            <a:r>
              <a:rPr sz="1000" b="1" spc="130" dirty="0">
                <a:latin typeface="Calibri"/>
                <a:cs typeface="Calibri"/>
              </a:rPr>
              <a:t>given</a:t>
            </a:r>
            <a:r>
              <a:rPr sz="1000" b="1" spc="85" dirty="0">
                <a:latin typeface="Calibri"/>
                <a:cs typeface="Calibri"/>
              </a:rPr>
              <a:t> </a:t>
            </a:r>
            <a:r>
              <a:rPr sz="1000" b="1" spc="125" dirty="0">
                <a:latin typeface="Calibri"/>
                <a:cs typeface="Calibri"/>
              </a:rPr>
              <a:t>on</a:t>
            </a:r>
            <a:r>
              <a:rPr sz="1000" b="1" spc="65" dirty="0">
                <a:latin typeface="Calibri"/>
                <a:cs typeface="Calibri"/>
              </a:rPr>
              <a:t> </a:t>
            </a:r>
            <a:r>
              <a:rPr sz="1000" b="1" spc="95" dirty="0">
                <a:latin typeface="Calibri"/>
                <a:cs typeface="Calibri"/>
              </a:rPr>
              <a:t>this</a:t>
            </a:r>
            <a:r>
              <a:rPr sz="1000" b="1" spc="80" dirty="0">
                <a:latin typeface="Calibri"/>
                <a:cs typeface="Calibri"/>
              </a:rPr>
              <a:t> </a:t>
            </a:r>
            <a:r>
              <a:rPr sz="1000" b="1" spc="95" dirty="0">
                <a:latin typeface="Calibri"/>
                <a:cs typeface="Calibri"/>
              </a:rPr>
              <a:t>form </a:t>
            </a:r>
            <a:r>
              <a:rPr sz="1000" b="1" spc="85" dirty="0">
                <a:latin typeface="Calibri"/>
                <a:cs typeface="Calibri"/>
              </a:rPr>
              <a:t>is</a:t>
            </a:r>
            <a:r>
              <a:rPr sz="1000" b="1" spc="65" dirty="0">
                <a:latin typeface="Calibri"/>
                <a:cs typeface="Calibri"/>
              </a:rPr>
              <a:t> </a:t>
            </a:r>
            <a:r>
              <a:rPr sz="1000" b="1" spc="85" dirty="0">
                <a:latin typeface="Calibri"/>
                <a:cs typeface="Calibri"/>
              </a:rPr>
              <a:t>correct.</a:t>
            </a:r>
            <a:endParaRPr sz="1000">
              <a:latin typeface="Calibri"/>
              <a:cs typeface="Calibri"/>
            </a:endParaRPr>
          </a:p>
        </p:txBody>
      </p:sp>
      <p:sp>
        <p:nvSpPr>
          <p:cNvPr id="18" name="object 18"/>
          <p:cNvSpPr txBox="1"/>
          <p:nvPr/>
        </p:nvSpPr>
        <p:spPr>
          <a:xfrm>
            <a:off x="201948" y="8329048"/>
            <a:ext cx="647700" cy="177800"/>
          </a:xfrm>
          <a:prstGeom prst="rect">
            <a:avLst/>
          </a:prstGeom>
        </p:spPr>
        <p:txBody>
          <a:bodyPr vert="horz" wrap="square" lIns="0" tIns="12065" rIns="0" bIns="0" rtlCol="0">
            <a:spAutoFit/>
          </a:bodyPr>
          <a:lstStyle/>
          <a:p>
            <a:pPr marL="12700">
              <a:lnSpc>
                <a:spcPct val="100000"/>
              </a:lnSpc>
              <a:spcBef>
                <a:spcPts val="95"/>
              </a:spcBef>
            </a:pPr>
            <a:r>
              <a:rPr sz="1000" spc="-10" dirty="0">
                <a:latin typeface="Century Gothic"/>
                <a:cs typeface="Century Gothic"/>
              </a:rPr>
              <a:t>Signature</a:t>
            </a:r>
            <a:endParaRPr sz="1000">
              <a:latin typeface="Century Gothic"/>
              <a:cs typeface="Century Gothic"/>
            </a:endParaRPr>
          </a:p>
        </p:txBody>
      </p:sp>
      <p:sp>
        <p:nvSpPr>
          <p:cNvPr id="19" name="object 19"/>
          <p:cNvSpPr txBox="1"/>
          <p:nvPr/>
        </p:nvSpPr>
        <p:spPr>
          <a:xfrm>
            <a:off x="3928528" y="8292365"/>
            <a:ext cx="334010" cy="177800"/>
          </a:xfrm>
          <a:prstGeom prst="rect">
            <a:avLst/>
          </a:prstGeom>
        </p:spPr>
        <p:txBody>
          <a:bodyPr vert="horz" wrap="square" lIns="0" tIns="12065" rIns="0" bIns="0" rtlCol="0">
            <a:spAutoFit/>
          </a:bodyPr>
          <a:lstStyle/>
          <a:p>
            <a:pPr marL="12700">
              <a:lnSpc>
                <a:spcPct val="100000"/>
              </a:lnSpc>
              <a:spcBef>
                <a:spcPts val="95"/>
              </a:spcBef>
            </a:pPr>
            <a:r>
              <a:rPr sz="1000" spc="-20" dirty="0">
                <a:latin typeface="Century Gothic"/>
                <a:cs typeface="Century Gothic"/>
              </a:rPr>
              <a:t>Date</a:t>
            </a:r>
            <a:endParaRPr sz="1000">
              <a:latin typeface="Century Gothic"/>
              <a:cs typeface="Century Gothic"/>
            </a:endParaRPr>
          </a:p>
        </p:txBody>
      </p:sp>
      <p:sp>
        <p:nvSpPr>
          <p:cNvPr id="20" name="object 20"/>
          <p:cNvSpPr txBox="1"/>
          <p:nvPr/>
        </p:nvSpPr>
        <p:spPr>
          <a:xfrm>
            <a:off x="4724400" y="8298180"/>
            <a:ext cx="1811020" cy="161925"/>
          </a:xfrm>
          <a:prstGeom prst="rect">
            <a:avLst/>
          </a:prstGeom>
          <a:ln w="12700">
            <a:solidFill>
              <a:srgbClr val="000000"/>
            </a:solidFill>
          </a:ln>
        </p:spPr>
        <p:txBody>
          <a:bodyPr vert="horz" wrap="square" lIns="0" tIns="0" rIns="0" bIns="0" rtlCol="0">
            <a:spAutoFit/>
          </a:bodyPr>
          <a:lstStyle/>
          <a:p>
            <a:pPr marL="635" algn="ctr">
              <a:lnSpc>
                <a:spcPts val="1245"/>
              </a:lnSpc>
              <a:tabLst>
                <a:tab pos="521970" algn="l"/>
              </a:tabLst>
            </a:pPr>
            <a:r>
              <a:rPr sz="1100" spc="-50" dirty="0">
                <a:latin typeface="Century Gothic"/>
                <a:cs typeface="Century Gothic"/>
              </a:rPr>
              <a:t>/</a:t>
            </a:r>
            <a:r>
              <a:rPr sz="1100" dirty="0">
                <a:latin typeface="Century Gothic"/>
                <a:cs typeface="Century Gothic"/>
              </a:rPr>
              <a:t>	</a:t>
            </a:r>
            <a:r>
              <a:rPr sz="1100" spc="-50" dirty="0">
                <a:latin typeface="Century Gothic"/>
                <a:cs typeface="Century Gothic"/>
              </a:rPr>
              <a:t>/</a:t>
            </a:r>
            <a:endParaRPr sz="1100">
              <a:latin typeface="Century Gothic"/>
              <a:cs typeface="Century Gothic"/>
            </a:endParaRPr>
          </a:p>
        </p:txBody>
      </p:sp>
      <p:grpSp>
        <p:nvGrpSpPr>
          <p:cNvPr id="21" name="object 21"/>
          <p:cNvGrpSpPr/>
          <p:nvPr/>
        </p:nvGrpSpPr>
        <p:grpSpPr>
          <a:xfrm>
            <a:off x="1506982" y="227075"/>
            <a:ext cx="4970145" cy="8634095"/>
            <a:chOff x="1506982" y="227075"/>
            <a:chExt cx="4970145" cy="8634095"/>
          </a:xfrm>
        </p:grpSpPr>
        <p:sp>
          <p:nvSpPr>
            <p:cNvPr id="22" name="object 22"/>
            <p:cNvSpPr/>
            <p:nvPr/>
          </p:nvSpPr>
          <p:spPr>
            <a:xfrm>
              <a:off x="1513332" y="8313419"/>
              <a:ext cx="1800225" cy="541020"/>
            </a:xfrm>
            <a:custGeom>
              <a:avLst/>
              <a:gdLst/>
              <a:ahLst/>
              <a:cxnLst/>
              <a:rect l="l" t="t" r="r" b="b"/>
              <a:pathLst>
                <a:path w="1800225" h="541020">
                  <a:moveTo>
                    <a:pt x="0" y="0"/>
                  </a:moveTo>
                  <a:lnTo>
                    <a:pt x="1799844" y="0"/>
                  </a:lnTo>
                  <a:lnTo>
                    <a:pt x="1799844" y="541019"/>
                  </a:lnTo>
                  <a:lnTo>
                    <a:pt x="0" y="541019"/>
                  </a:lnTo>
                  <a:lnTo>
                    <a:pt x="0" y="0"/>
                  </a:lnTo>
                  <a:close/>
                </a:path>
              </a:pathLst>
            </a:custGeom>
            <a:ln w="12700">
              <a:solidFill>
                <a:srgbClr val="000000"/>
              </a:solidFill>
            </a:ln>
          </p:spPr>
          <p:txBody>
            <a:bodyPr wrap="square" lIns="0" tIns="0" rIns="0" bIns="0" rtlCol="0"/>
            <a:lstStyle/>
            <a:p>
              <a:endParaRPr/>
            </a:p>
          </p:txBody>
        </p:sp>
        <p:pic>
          <p:nvPicPr>
            <p:cNvPr id="23" name="object 23" descr="A close up of a sign  Description automatically generated"/>
            <p:cNvPicPr/>
            <p:nvPr/>
          </p:nvPicPr>
          <p:blipFill>
            <a:blip r:embed="rId2" cstate="print"/>
            <a:stretch>
              <a:fillRect/>
            </a:stretch>
          </p:blipFill>
          <p:spPr>
            <a:xfrm>
              <a:off x="5588508" y="227075"/>
              <a:ext cx="888491" cy="539495"/>
            </a:xfrm>
            <a:prstGeom prst="rect">
              <a:avLst/>
            </a:prstGeom>
          </p:spPr>
        </p:pic>
      </p:grpSp>
      <p:sp>
        <p:nvSpPr>
          <p:cNvPr id="24" name="object 24"/>
          <p:cNvSpPr txBox="1"/>
          <p:nvPr/>
        </p:nvSpPr>
        <p:spPr>
          <a:xfrm>
            <a:off x="4999484" y="9013952"/>
            <a:ext cx="1159510"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entury Gothic"/>
                <a:cs typeface="Century Gothic"/>
              </a:rPr>
              <a:t>(Ref</a:t>
            </a:r>
            <a:r>
              <a:rPr sz="1200" spc="10" dirty="0">
                <a:latin typeface="Century Gothic"/>
                <a:cs typeface="Century Gothic"/>
              </a:rPr>
              <a:t> </a:t>
            </a:r>
            <a:r>
              <a:rPr sz="1200" spc="-125" dirty="0">
                <a:latin typeface="Century Gothic"/>
                <a:cs typeface="Century Gothic"/>
              </a:rPr>
              <a:t>C</a:t>
            </a:r>
            <a:r>
              <a:rPr sz="1200" spc="-5" dirty="0">
                <a:latin typeface="Century Gothic"/>
                <a:cs typeface="Century Gothic"/>
              </a:rPr>
              <a:t> </a:t>
            </a:r>
            <a:r>
              <a:rPr sz="1200" spc="55" dirty="0">
                <a:latin typeface="Century Gothic"/>
                <a:cs typeface="Century Gothic"/>
              </a:rPr>
              <a:t>-</a:t>
            </a:r>
            <a:r>
              <a:rPr sz="1200" spc="5" dirty="0">
                <a:latin typeface="Century Gothic"/>
                <a:cs typeface="Century Gothic"/>
              </a:rPr>
              <a:t> </a:t>
            </a:r>
            <a:r>
              <a:rPr sz="1200" spc="-90" dirty="0">
                <a:latin typeface="Century Gothic"/>
                <a:cs typeface="Century Gothic"/>
              </a:rPr>
              <a:t>:</a:t>
            </a:r>
            <a:r>
              <a:rPr sz="1200" spc="-15" dirty="0">
                <a:latin typeface="Century Gothic"/>
                <a:cs typeface="Century Gothic"/>
              </a:rPr>
              <a:t> </a:t>
            </a:r>
            <a:r>
              <a:rPr sz="1200" spc="-105" dirty="0">
                <a:latin typeface="Century Gothic"/>
                <a:cs typeface="Century Gothic"/>
              </a:rPr>
              <a:t>1.2,</a:t>
            </a:r>
            <a:r>
              <a:rPr sz="1200" spc="5" dirty="0">
                <a:latin typeface="Century Gothic"/>
                <a:cs typeface="Century Gothic"/>
              </a:rPr>
              <a:t> </a:t>
            </a:r>
            <a:r>
              <a:rPr sz="1200" spc="-70" dirty="0">
                <a:latin typeface="Century Gothic"/>
                <a:cs typeface="Century Gothic"/>
              </a:rPr>
              <a:t>2.1)</a:t>
            </a:r>
            <a:endParaRPr sz="1200">
              <a:latin typeface="Century Gothic"/>
              <a:cs typeface="Century Gothic"/>
            </a:endParaRPr>
          </a:p>
        </p:txBody>
      </p:sp>
      <p:sp>
        <p:nvSpPr>
          <p:cNvPr id="25" name="object 25"/>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26" name="object 26"/>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13</a:t>
            </a:fld>
            <a:endParaRPr spc="-25" dirty="0"/>
          </a:p>
        </p:txBody>
      </p:sp>
      <p:sp>
        <p:nvSpPr>
          <p:cNvPr id="27" name="TextBox 26">
            <a:extLst>
              <a:ext uri="{FF2B5EF4-FFF2-40B4-BE49-F238E27FC236}">
                <a16:creationId xmlns:a16="http://schemas.microsoft.com/office/drawing/2014/main" id="{29AC9610-C4FD-A3F2-5772-B77C2E351D04}"/>
              </a:ext>
            </a:extLst>
          </p:cNvPr>
          <p:cNvSpPr txBox="1"/>
          <p:nvPr/>
        </p:nvSpPr>
        <p:spPr>
          <a:xfrm>
            <a:off x="1491516" y="5966790"/>
            <a:ext cx="5184775" cy="1198486"/>
          </a:xfrm>
          <a:prstGeom prst="rect">
            <a:avLst/>
          </a:prstGeom>
          <a:noFill/>
          <a:ln>
            <a:solidFill>
              <a:schemeClr val="tx1"/>
            </a:solidFill>
          </a:ln>
        </p:spPr>
        <p:txBody>
          <a:bodyPr wrap="square" rtlCol="0">
            <a:spAutoFit/>
          </a:bodyPr>
          <a:lstStyle/>
          <a:p>
            <a:endParaRPr lang="en-GB" dirty="0"/>
          </a:p>
        </p:txBody>
      </p:sp>
      <p:sp>
        <p:nvSpPr>
          <p:cNvPr id="28" name="TextBox 27">
            <a:extLst>
              <a:ext uri="{FF2B5EF4-FFF2-40B4-BE49-F238E27FC236}">
                <a16:creationId xmlns:a16="http://schemas.microsoft.com/office/drawing/2014/main" id="{2B054297-5987-B47D-69FA-6563D1510AF6}"/>
              </a:ext>
            </a:extLst>
          </p:cNvPr>
          <p:cNvSpPr txBox="1"/>
          <p:nvPr/>
        </p:nvSpPr>
        <p:spPr>
          <a:xfrm>
            <a:off x="1533512" y="8307594"/>
            <a:ext cx="1780045" cy="541020"/>
          </a:xfrm>
          <a:prstGeom prst="rect">
            <a:avLst/>
          </a:prstGeom>
          <a:noFill/>
          <a:ln>
            <a:solidFill>
              <a:schemeClr val="tx1"/>
            </a:solidFill>
          </a:ln>
        </p:spPr>
        <p:txBody>
          <a:bodyPr wrap="square" rtlCol="0">
            <a:spAutoFit/>
          </a:bodyPr>
          <a:lstStyle/>
          <a:p>
            <a:endParaRPr lang="en-GB" dirty="0"/>
          </a:p>
        </p:txBody>
      </p:sp>
      <p:sp>
        <p:nvSpPr>
          <p:cNvPr id="29" name="TextBox 28">
            <a:extLst>
              <a:ext uri="{FF2B5EF4-FFF2-40B4-BE49-F238E27FC236}">
                <a16:creationId xmlns:a16="http://schemas.microsoft.com/office/drawing/2014/main" id="{0B527D68-5A4E-F9D3-4119-3C3602CF964A}"/>
              </a:ext>
            </a:extLst>
          </p:cNvPr>
          <p:cNvSpPr txBox="1"/>
          <p:nvPr/>
        </p:nvSpPr>
        <p:spPr>
          <a:xfrm>
            <a:off x="4688131" y="8307594"/>
            <a:ext cx="1847289" cy="161925"/>
          </a:xfrm>
          <a:prstGeom prst="rect">
            <a:avLst/>
          </a:prstGeom>
          <a:noFill/>
          <a:ln>
            <a:solidFill>
              <a:schemeClr val="tx1"/>
            </a:solidFill>
          </a:ln>
        </p:spPr>
        <p:txBody>
          <a:bodyPr wrap="square" rtlCol="0">
            <a:spAutoFit/>
          </a:bodyPr>
          <a:lstStyle/>
          <a:p>
            <a:endParaRPr lang="en-GB" dirty="0"/>
          </a:p>
        </p:txBody>
      </p:sp>
      <p:sp>
        <p:nvSpPr>
          <p:cNvPr id="30" name="TextBox 29">
            <a:extLst>
              <a:ext uri="{FF2B5EF4-FFF2-40B4-BE49-F238E27FC236}">
                <a16:creationId xmlns:a16="http://schemas.microsoft.com/office/drawing/2014/main" id="{372FC7BF-E223-470D-6A19-D5924F83912B}"/>
              </a:ext>
            </a:extLst>
          </p:cNvPr>
          <p:cNvSpPr txBox="1"/>
          <p:nvPr/>
        </p:nvSpPr>
        <p:spPr>
          <a:xfrm>
            <a:off x="1671700" y="4885773"/>
            <a:ext cx="2256828" cy="479948"/>
          </a:xfrm>
          <a:prstGeom prst="rect">
            <a:avLst/>
          </a:prstGeom>
          <a:noFill/>
          <a:ln>
            <a:solidFill>
              <a:schemeClr val="tx1"/>
            </a:solidFill>
          </a:ln>
        </p:spPr>
        <p:txBody>
          <a:bodyPr wrap="square" rtlCol="0">
            <a:spAutoFit/>
          </a:bodyPr>
          <a:lstStyle/>
          <a:p>
            <a:endParaRPr lang="en-GB" dirty="0"/>
          </a:p>
        </p:txBody>
      </p:sp>
      <p:sp>
        <p:nvSpPr>
          <p:cNvPr id="31" name="TextBox 30">
            <a:extLst>
              <a:ext uri="{FF2B5EF4-FFF2-40B4-BE49-F238E27FC236}">
                <a16:creationId xmlns:a16="http://schemas.microsoft.com/office/drawing/2014/main" id="{769B1B30-9CCA-C557-6EFB-F5997DEA091B}"/>
              </a:ext>
            </a:extLst>
          </p:cNvPr>
          <p:cNvSpPr txBox="1"/>
          <p:nvPr/>
        </p:nvSpPr>
        <p:spPr>
          <a:xfrm>
            <a:off x="4319922" y="4905946"/>
            <a:ext cx="2256828" cy="479948"/>
          </a:xfrm>
          <a:prstGeom prst="rect">
            <a:avLst/>
          </a:prstGeom>
          <a:noFill/>
          <a:ln>
            <a:solidFill>
              <a:schemeClr val="tx1"/>
            </a:solidFill>
          </a:ln>
        </p:spPr>
        <p:txBody>
          <a:bodyPr wrap="square" rtlCol="0">
            <a:spAutoFit/>
          </a:bodyPr>
          <a:lstStyle/>
          <a:p>
            <a:endParaRPr lang="en-GB" dirty="0"/>
          </a:p>
        </p:txBody>
      </p:sp>
      <p:sp>
        <p:nvSpPr>
          <p:cNvPr id="32" name="TextBox 31">
            <a:extLst>
              <a:ext uri="{FF2B5EF4-FFF2-40B4-BE49-F238E27FC236}">
                <a16:creationId xmlns:a16="http://schemas.microsoft.com/office/drawing/2014/main" id="{BE5F0736-4DB2-D395-5FC9-A29F94FD2C45}"/>
              </a:ext>
            </a:extLst>
          </p:cNvPr>
          <p:cNvSpPr txBox="1"/>
          <p:nvPr/>
        </p:nvSpPr>
        <p:spPr>
          <a:xfrm>
            <a:off x="2566052" y="5359509"/>
            <a:ext cx="1476033" cy="182505"/>
          </a:xfrm>
          <a:prstGeom prst="rect">
            <a:avLst/>
          </a:prstGeom>
          <a:noFill/>
          <a:ln>
            <a:solidFill>
              <a:schemeClr val="tx1"/>
            </a:solidFill>
          </a:ln>
        </p:spPr>
        <p:txBody>
          <a:bodyPr wrap="square" rtlCol="0">
            <a:spAutoFit/>
          </a:bodyPr>
          <a:lstStyle/>
          <a:p>
            <a:endParaRPr lang="en-GB" dirty="0"/>
          </a:p>
        </p:txBody>
      </p:sp>
      <p:sp>
        <p:nvSpPr>
          <p:cNvPr id="33" name="TextBox 32">
            <a:extLst>
              <a:ext uri="{FF2B5EF4-FFF2-40B4-BE49-F238E27FC236}">
                <a16:creationId xmlns:a16="http://schemas.microsoft.com/office/drawing/2014/main" id="{024C541B-8832-62E5-2085-EB9BF8F66631}"/>
              </a:ext>
            </a:extLst>
          </p:cNvPr>
          <p:cNvSpPr txBox="1"/>
          <p:nvPr/>
        </p:nvSpPr>
        <p:spPr>
          <a:xfrm>
            <a:off x="2363571" y="5589118"/>
            <a:ext cx="1678514" cy="155537"/>
          </a:xfrm>
          <a:prstGeom prst="rect">
            <a:avLst/>
          </a:prstGeom>
          <a:noFill/>
          <a:ln>
            <a:solidFill>
              <a:schemeClr val="tx1"/>
            </a:solidFill>
          </a:ln>
        </p:spPr>
        <p:txBody>
          <a:bodyPr wrap="square" rtlCol="0">
            <a:spAutoFit/>
          </a:bodyPr>
          <a:lstStyle/>
          <a:p>
            <a:endParaRPr lang="en-GB" dirty="0"/>
          </a:p>
        </p:txBody>
      </p:sp>
      <p:sp>
        <p:nvSpPr>
          <p:cNvPr id="34" name="TextBox 33">
            <a:extLst>
              <a:ext uri="{FF2B5EF4-FFF2-40B4-BE49-F238E27FC236}">
                <a16:creationId xmlns:a16="http://schemas.microsoft.com/office/drawing/2014/main" id="{C549D7D8-1D1A-B748-9A80-01FE08285825}"/>
              </a:ext>
            </a:extLst>
          </p:cNvPr>
          <p:cNvSpPr txBox="1"/>
          <p:nvPr/>
        </p:nvSpPr>
        <p:spPr>
          <a:xfrm>
            <a:off x="5138918" y="5406588"/>
            <a:ext cx="1476033" cy="182505"/>
          </a:xfrm>
          <a:prstGeom prst="rect">
            <a:avLst/>
          </a:prstGeom>
          <a:noFill/>
          <a:ln>
            <a:solidFill>
              <a:schemeClr val="tx1"/>
            </a:solidFill>
          </a:ln>
        </p:spPr>
        <p:txBody>
          <a:bodyPr wrap="square" rtlCol="0">
            <a:spAutoFit/>
          </a:bodyPr>
          <a:lstStyle/>
          <a:p>
            <a:endParaRPr lang="en-GB" dirty="0"/>
          </a:p>
        </p:txBody>
      </p:sp>
      <p:sp>
        <p:nvSpPr>
          <p:cNvPr id="35" name="TextBox 34">
            <a:extLst>
              <a:ext uri="{FF2B5EF4-FFF2-40B4-BE49-F238E27FC236}">
                <a16:creationId xmlns:a16="http://schemas.microsoft.com/office/drawing/2014/main" id="{D94D9E43-B18E-C603-D5DA-6A7562BE0EF1}"/>
              </a:ext>
            </a:extLst>
          </p:cNvPr>
          <p:cNvSpPr txBox="1"/>
          <p:nvPr/>
        </p:nvSpPr>
        <p:spPr>
          <a:xfrm>
            <a:off x="4936437" y="5636197"/>
            <a:ext cx="1678514" cy="155537"/>
          </a:xfrm>
          <a:prstGeom prst="rect">
            <a:avLst/>
          </a:prstGeom>
          <a:noFill/>
          <a:ln>
            <a:solidFill>
              <a:schemeClr val="tx1"/>
            </a:solidFill>
          </a:ln>
        </p:spPr>
        <p:txBody>
          <a:bodyPr wrap="square" rtlCol="0">
            <a:spAutoFit/>
          </a:bodyPr>
          <a:lstStyle/>
          <a:p>
            <a:endParaRPr lang="en-GB" dirty="0"/>
          </a:p>
        </p:txBody>
      </p:sp>
      <p:sp>
        <p:nvSpPr>
          <p:cNvPr id="36" name="TextBox 35">
            <a:extLst>
              <a:ext uri="{FF2B5EF4-FFF2-40B4-BE49-F238E27FC236}">
                <a16:creationId xmlns:a16="http://schemas.microsoft.com/office/drawing/2014/main" id="{7E89A2B0-2F95-EBB6-96B2-F4D7E77AA5A1}"/>
              </a:ext>
            </a:extLst>
          </p:cNvPr>
          <p:cNvSpPr txBox="1"/>
          <p:nvPr/>
        </p:nvSpPr>
        <p:spPr>
          <a:xfrm>
            <a:off x="1447612" y="3138919"/>
            <a:ext cx="5180390" cy="1315720"/>
          </a:xfrm>
          <a:prstGeom prst="rect">
            <a:avLst/>
          </a:prstGeom>
          <a:noFill/>
          <a:ln>
            <a:solidFill>
              <a:schemeClr val="tx1"/>
            </a:solidFill>
          </a:ln>
        </p:spPr>
        <p:txBody>
          <a:bodyPr wrap="square" rtlCol="0">
            <a:spAutoFit/>
          </a:bodyPr>
          <a:lstStyle/>
          <a:p>
            <a:endParaRPr lang="en-GB" dirty="0"/>
          </a:p>
        </p:txBody>
      </p:sp>
      <p:sp>
        <p:nvSpPr>
          <p:cNvPr id="37" name="TextBox 36">
            <a:extLst>
              <a:ext uri="{FF2B5EF4-FFF2-40B4-BE49-F238E27FC236}">
                <a16:creationId xmlns:a16="http://schemas.microsoft.com/office/drawing/2014/main" id="{687059DA-3198-68BA-67CD-0A6BBA80FE6B}"/>
              </a:ext>
            </a:extLst>
          </p:cNvPr>
          <p:cNvSpPr txBox="1"/>
          <p:nvPr/>
        </p:nvSpPr>
        <p:spPr>
          <a:xfrm>
            <a:off x="1564794" y="1766826"/>
            <a:ext cx="2363734" cy="239429"/>
          </a:xfrm>
          <a:prstGeom prst="rect">
            <a:avLst/>
          </a:prstGeom>
          <a:noFill/>
          <a:ln>
            <a:solidFill>
              <a:schemeClr val="tx1"/>
            </a:solidFill>
          </a:ln>
        </p:spPr>
        <p:txBody>
          <a:bodyPr wrap="square" rtlCol="0">
            <a:spAutoFit/>
          </a:bodyPr>
          <a:lstStyle/>
          <a:p>
            <a:endParaRPr lang="en-GB" dirty="0"/>
          </a:p>
        </p:txBody>
      </p:sp>
      <p:sp>
        <p:nvSpPr>
          <p:cNvPr id="38" name="TextBox 37">
            <a:extLst>
              <a:ext uri="{FF2B5EF4-FFF2-40B4-BE49-F238E27FC236}">
                <a16:creationId xmlns:a16="http://schemas.microsoft.com/office/drawing/2014/main" id="{EB5527F0-72E4-CF24-B062-DAC962BBDADD}"/>
              </a:ext>
            </a:extLst>
          </p:cNvPr>
          <p:cNvSpPr txBox="1"/>
          <p:nvPr/>
        </p:nvSpPr>
        <p:spPr>
          <a:xfrm>
            <a:off x="4173706" y="1788348"/>
            <a:ext cx="2363734" cy="239429"/>
          </a:xfrm>
          <a:prstGeom prst="rect">
            <a:avLst/>
          </a:prstGeom>
          <a:noFill/>
          <a:ln>
            <a:solidFill>
              <a:schemeClr val="tx1"/>
            </a:solidFill>
          </a:ln>
        </p:spPr>
        <p:txBody>
          <a:bodyPr wrap="square" rtlCol="0">
            <a:spAutoFit/>
          </a:bodyPr>
          <a:lstStyle/>
          <a:p>
            <a:endParaRPr lang="en-GB" dirty="0"/>
          </a:p>
        </p:txBody>
      </p:sp>
      <mc:AlternateContent xmlns:mc="http://schemas.openxmlformats.org/markup-compatibility/2006">
        <mc:Choice xmlns:p14="http://schemas.microsoft.com/office/powerpoint/2010/main" Requires="p14">
          <p:contentPart p14:bwMode="auto" r:id="rId3">
            <p14:nvContentPartPr>
              <p14:cNvPr id="39" name="Ink 38">
                <a:extLst>
                  <a:ext uri="{FF2B5EF4-FFF2-40B4-BE49-F238E27FC236}">
                    <a16:creationId xmlns:a16="http://schemas.microsoft.com/office/drawing/2014/main" id="{76B8FDCE-71D5-47E4-5F18-D44A3E55B101}"/>
                  </a:ext>
                </a:extLst>
              </p14:cNvPr>
              <p14:cNvContentPartPr/>
              <p14:nvPr/>
            </p14:nvContentPartPr>
            <p14:xfrm>
              <a:off x="1780662" y="2674019"/>
              <a:ext cx="194760" cy="133560"/>
            </p14:xfrm>
          </p:contentPart>
        </mc:Choice>
        <mc:Fallback>
          <p:pic>
            <p:nvPicPr>
              <p:cNvPr id="39" name="Ink 38">
                <a:extLst>
                  <a:ext uri="{FF2B5EF4-FFF2-40B4-BE49-F238E27FC236}">
                    <a16:creationId xmlns:a16="http://schemas.microsoft.com/office/drawing/2014/main" id="{76B8FDCE-71D5-47E4-5F18-D44A3E55B101}"/>
                  </a:ext>
                </a:extLst>
              </p:cNvPr>
              <p:cNvPicPr/>
              <p:nvPr/>
            </p:nvPicPr>
            <p:blipFill>
              <a:blip r:embed="rId4"/>
              <a:stretch>
                <a:fillRect/>
              </a:stretch>
            </p:blipFill>
            <p:spPr>
              <a:xfrm>
                <a:off x="1776342" y="2669699"/>
                <a:ext cx="203400" cy="14220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06499" y="530873"/>
            <a:ext cx="3793490" cy="299720"/>
          </a:xfrm>
          <a:prstGeom prst="rect">
            <a:avLst/>
          </a:prstGeom>
        </p:spPr>
        <p:txBody>
          <a:bodyPr vert="horz" wrap="square" lIns="0" tIns="12700" rIns="0" bIns="0" rtlCol="0">
            <a:spAutoFit/>
          </a:bodyPr>
          <a:lstStyle/>
          <a:p>
            <a:pPr marL="12700">
              <a:lnSpc>
                <a:spcPct val="100000"/>
              </a:lnSpc>
              <a:spcBef>
                <a:spcPts val="100"/>
              </a:spcBef>
            </a:pPr>
            <a:r>
              <a:rPr sz="1800" spc="95" dirty="0">
                <a:latin typeface="Century Gothic"/>
                <a:cs typeface="Century Gothic"/>
              </a:rPr>
              <a:t>APPLYING</a:t>
            </a:r>
            <a:r>
              <a:rPr sz="1800" spc="-30" dirty="0">
                <a:latin typeface="Century Gothic"/>
                <a:cs typeface="Century Gothic"/>
              </a:rPr>
              <a:t> </a:t>
            </a:r>
            <a:r>
              <a:rPr sz="1800" spc="140" dirty="0">
                <a:latin typeface="Century Gothic"/>
                <a:cs typeface="Century Gothic"/>
              </a:rPr>
              <a:t>FOR</a:t>
            </a:r>
            <a:r>
              <a:rPr sz="1800" spc="-15" dirty="0">
                <a:latin typeface="Century Gothic"/>
                <a:cs typeface="Century Gothic"/>
              </a:rPr>
              <a:t> </a:t>
            </a:r>
            <a:r>
              <a:rPr sz="1800" spc="150" dirty="0">
                <a:latin typeface="Century Gothic"/>
                <a:cs typeface="Century Gothic"/>
              </a:rPr>
              <a:t>OPPORTUNITIES</a:t>
            </a:r>
            <a:endParaRPr sz="1800">
              <a:latin typeface="Century Gothic"/>
              <a:cs typeface="Century Gothic"/>
            </a:endParaRPr>
          </a:p>
        </p:txBody>
      </p:sp>
      <p:sp>
        <p:nvSpPr>
          <p:cNvPr id="3" name="object 3"/>
          <p:cNvSpPr txBox="1"/>
          <p:nvPr/>
        </p:nvSpPr>
        <p:spPr>
          <a:xfrm>
            <a:off x="244615" y="1179102"/>
            <a:ext cx="6134735" cy="950594"/>
          </a:xfrm>
          <a:prstGeom prst="rect">
            <a:avLst/>
          </a:prstGeom>
        </p:spPr>
        <p:txBody>
          <a:bodyPr vert="horz" wrap="square" lIns="0" tIns="12700" rIns="0" bIns="0" rtlCol="0">
            <a:spAutoFit/>
          </a:bodyPr>
          <a:lstStyle/>
          <a:p>
            <a:pPr marL="12700" marR="5080" algn="just">
              <a:lnSpc>
                <a:spcPct val="100000"/>
              </a:lnSpc>
              <a:spcBef>
                <a:spcPts val="100"/>
              </a:spcBef>
            </a:pPr>
            <a:r>
              <a:rPr sz="1200" b="1" spc="120" dirty="0">
                <a:latin typeface="Calibri"/>
                <a:cs typeface="Calibri"/>
              </a:rPr>
              <a:t>Q7)</a:t>
            </a:r>
            <a:r>
              <a:rPr sz="1200" b="1" spc="65" dirty="0">
                <a:latin typeface="Calibri"/>
                <a:cs typeface="Calibri"/>
              </a:rPr>
              <a:t> </a:t>
            </a:r>
            <a:r>
              <a:rPr sz="1200" dirty="0">
                <a:latin typeface="Century Gothic"/>
                <a:cs typeface="Century Gothic"/>
              </a:rPr>
              <a:t>Complete</a:t>
            </a:r>
            <a:r>
              <a:rPr sz="1200" spc="-25" dirty="0">
                <a:latin typeface="Century Gothic"/>
                <a:cs typeface="Century Gothic"/>
              </a:rPr>
              <a:t> </a:t>
            </a:r>
            <a:r>
              <a:rPr sz="1200" spc="-125" dirty="0">
                <a:latin typeface="Century Gothic"/>
                <a:cs typeface="Century Gothic"/>
              </a:rPr>
              <a:t>a</a:t>
            </a:r>
            <a:r>
              <a:rPr sz="1200" spc="-10" dirty="0">
                <a:latin typeface="Century Gothic"/>
                <a:cs typeface="Century Gothic"/>
              </a:rPr>
              <a:t> </a:t>
            </a:r>
            <a:r>
              <a:rPr sz="1200" spc="15" dirty="0">
                <a:latin typeface="Century Gothic"/>
                <a:cs typeface="Century Gothic"/>
              </a:rPr>
              <a:t>template</a:t>
            </a:r>
            <a:r>
              <a:rPr sz="1200" spc="-65" dirty="0">
                <a:latin typeface="Century Gothic"/>
                <a:cs typeface="Century Gothic"/>
              </a:rPr>
              <a:t> </a:t>
            </a:r>
            <a:r>
              <a:rPr sz="1200" spc="-5" dirty="0">
                <a:latin typeface="Century Gothic"/>
                <a:cs typeface="Century Gothic"/>
              </a:rPr>
              <a:t>application</a:t>
            </a:r>
            <a:r>
              <a:rPr sz="1200" spc="-65" dirty="0">
                <a:latin typeface="Century Gothic"/>
                <a:cs typeface="Century Gothic"/>
              </a:rPr>
              <a:t> </a:t>
            </a:r>
            <a:r>
              <a:rPr sz="1200" spc="15" dirty="0">
                <a:latin typeface="Century Gothic"/>
                <a:cs typeface="Century Gothic"/>
              </a:rPr>
              <a:t>to</a:t>
            </a:r>
            <a:r>
              <a:rPr sz="1200" spc="-55" dirty="0">
                <a:latin typeface="Century Gothic"/>
                <a:cs typeface="Century Gothic"/>
              </a:rPr>
              <a:t> </a:t>
            </a:r>
            <a:r>
              <a:rPr sz="1200" spc="30" dirty="0">
                <a:latin typeface="Century Gothic"/>
                <a:cs typeface="Century Gothic"/>
              </a:rPr>
              <a:t>the</a:t>
            </a:r>
            <a:r>
              <a:rPr sz="1200" spc="-25" dirty="0">
                <a:latin typeface="Century Gothic"/>
                <a:cs typeface="Century Gothic"/>
              </a:rPr>
              <a:t> </a:t>
            </a:r>
            <a:r>
              <a:rPr sz="1200" spc="30" dirty="0">
                <a:latin typeface="Century Gothic"/>
                <a:cs typeface="Century Gothic"/>
              </a:rPr>
              <a:t>required</a:t>
            </a:r>
            <a:r>
              <a:rPr sz="1200" spc="-70" dirty="0">
                <a:latin typeface="Century Gothic"/>
                <a:cs typeface="Century Gothic"/>
              </a:rPr>
              <a:t> </a:t>
            </a:r>
            <a:r>
              <a:rPr sz="1200" spc="20" dirty="0">
                <a:latin typeface="Century Gothic"/>
                <a:cs typeface="Century Gothic"/>
              </a:rPr>
              <a:t>standards</a:t>
            </a:r>
            <a:r>
              <a:rPr sz="1200" spc="-70" dirty="0">
                <a:latin typeface="Century Gothic"/>
                <a:cs typeface="Century Gothic"/>
              </a:rPr>
              <a:t> </a:t>
            </a:r>
            <a:r>
              <a:rPr sz="1200" spc="15" dirty="0">
                <a:latin typeface="Century Gothic"/>
                <a:cs typeface="Century Gothic"/>
              </a:rPr>
              <a:t>to</a:t>
            </a:r>
            <a:r>
              <a:rPr sz="1200" spc="-30" dirty="0">
                <a:latin typeface="Century Gothic"/>
                <a:cs typeface="Century Gothic"/>
              </a:rPr>
              <a:t> </a:t>
            </a:r>
            <a:r>
              <a:rPr sz="1200" spc="80" dirty="0">
                <a:latin typeface="Century Gothic"/>
                <a:cs typeface="Century Gothic"/>
              </a:rPr>
              <a:t>submit</a:t>
            </a:r>
            <a:r>
              <a:rPr sz="1200" spc="-30" dirty="0">
                <a:latin typeface="Century Gothic"/>
                <a:cs typeface="Century Gothic"/>
              </a:rPr>
              <a:t> </a:t>
            </a:r>
            <a:r>
              <a:rPr sz="1200" spc="35" dirty="0">
                <a:latin typeface="Century Gothic"/>
                <a:cs typeface="Century Gothic"/>
              </a:rPr>
              <a:t>online</a:t>
            </a:r>
            <a:r>
              <a:rPr sz="1200" dirty="0">
                <a:latin typeface="Century Gothic"/>
                <a:cs typeface="Century Gothic"/>
              </a:rPr>
              <a:t> </a:t>
            </a:r>
            <a:r>
              <a:rPr sz="1200" spc="-25" dirty="0">
                <a:latin typeface="Century Gothic"/>
                <a:cs typeface="Century Gothic"/>
              </a:rPr>
              <a:t>and</a:t>
            </a:r>
            <a:r>
              <a:rPr sz="1200" spc="-45" dirty="0">
                <a:latin typeface="Century Gothic"/>
                <a:cs typeface="Century Gothic"/>
              </a:rPr>
              <a:t> </a:t>
            </a:r>
            <a:r>
              <a:rPr sz="1200" spc="30" dirty="0">
                <a:latin typeface="Century Gothic"/>
                <a:cs typeface="Century Gothic"/>
              </a:rPr>
              <a:t>identify</a:t>
            </a:r>
            <a:r>
              <a:rPr sz="1200" spc="-25" dirty="0">
                <a:latin typeface="Century Gothic"/>
                <a:cs typeface="Century Gothic"/>
              </a:rPr>
              <a:t> </a:t>
            </a:r>
            <a:r>
              <a:rPr sz="1200" spc="30" dirty="0">
                <a:latin typeface="Century Gothic"/>
                <a:cs typeface="Century Gothic"/>
              </a:rPr>
              <a:t>sources</a:t>
            </a:r>
            <a:r>
              <a:rPr sz="1200" spc="-55" dirty="0">
                <a:latin typeface="Century Gothic"/>
                <a:cs typeface="Century Gothic"/>
              </a:rPr>
              <a:t> </a:t>
            </a:r>
            <a:r>
              <a:rPr sz="1200" spc="-10" dirty="0">
                <a:latin typeface="Century Gothic"/>
                <a:cs typeface="Century Gothic"/>
              </a:rPr>
              <a:t>of</a:t>
            </a:r>
            <a:r>
              <a:rPr sz="1200" spc="-35" dirty="0">
                <a:latin typeface="Century Gothic"/>
                <a:cs typeface="Century Gothic"/>
              </a:rPr>
              <a:t> </a:t>
            </a:r>
            <a:r>
              <a:rPr sz="1200" spc="35" dirty="0">
                <a:latin typeface="Century Gothic"/>
                <a:cs typeface="Century Gothic"/>
              </a:rPr>
              <a:t>opportunities</a:t>
            </a:r>
            <a:r>
              <a:rPr sz="1200" spc="-70" dirty="0">
                <a:latin typeface="Century Gothic"/>
                <a:cs typeface="Century Gothic"/>
              </a:rPr>
              <a:t> </a:t>
            </a:r>
            <a:r>
              <a:rPr sz="1200" spc="20" dirty="0">
                <a:latin typeface="Century Gothic"/>
                <a:cs typeface="Century Gothic"/>
              </a:rPr>
              <a:t>that</a:t>
            </a:r>
            <a:r>
              <a:rPr sz="1200" spc="-20" dirty="0">
                <a:latin typeface="Century Gothic"/>
                <a:cs typeface="Century Gothic"/>
              </a:rPr>
              <a:t> </a:t>
            </a:r>
            <a:r>
              <a:rPr sz="1200" spc="15" dirty="0">
                <a:latin typeface="Century Gothic"/>
                <a:cs typeface="Century Gothic"/>
              </a:rPr>
              <a:t>include</a:t>
            </a:r>
            <a:r>
              <a:rPr sz="1200" spc="-15" dirty="0">
                <a:latin typeface="Century Gothic"/>
                <a:cs typeface="Century Gothic"/>
              </a:rPr>
              <a:t> </a:t>
            </a:r>
            <a:r>
              <a:rPr sz="1200" spc="5" dirty="0">
                <a:latin typeface="Century Gothic"/>
                <a:cs typeface="Century Gothic"/>
              </a:rPr>
              <a:t>generic</a:t>
            </a:r>
            <a:r>
              <a:rPr sz="1200" spc="-60" dirty="0">
                <a:latin typeface="Century Gothic"/>
                <a:cs typeface="Century Gothic"/>
              </a:rPr>
              <a:t> </a:t>
            </a:r>
            <a:r>
              <a:rPr sz="1200" spc="10" dirty="0">
                <a:latin typeface="Century Gothic"/>
                <a:cs typeface="Century Gothic"/>
              </a:rPr>
              <a:t>job</a:t>
            </a:r>
            <a:r>
              <a:rPr sz="1200" spc="-30" dirty="0">
                <a:latin typeface="Century Gothic"/>
                <a:cs typeface="Century Gothic"/>
              </a:rPr>
              <a:t> </a:t>
            </a:r>
            <a:r>
              <a:rPr sz="1200" spc="65" dirty="0">
                <a:latin typeface="Century Gothic"/>
                <a:cs typeface="Century Gothic"/>
              </a:rPr>
              <a:t>sites</a:t>
            </a:r>
            <a:r>
              <a:rPr sz="1200" spc="-45" dirty="0">
                <a:latin typeface="Century Gothic"/>
                <a:cs typeface="Century Gothic"/>
              </a:rPr>
              <a:t> </a:t>
            </a:r>
            <a:r>
              <a:rPr sz="1200" spc="-25" dirty="0">
                <a:latin typeface="Century Gothic"/>
                <a:cs typeface="Century Gothic"/>
              </a:rPr>
              <a:t>and</a:t>
            </a:r>
            <a:r>
              <a:rPr sz="1200" spc="-20" dirty="0">
                <a:latin typeface="Century Gothic"/>
                <a:cs typeface="Century Gothic"/>
              </a:rPr>
              <a:t> </a:t>
            </a:r>
            <a:r>
              <a:rPr sz="1200" spc="-10" dirty="0">
                <a:latin typeface="Century Gothic"/>
                <a:cs typeface="Century Gothic"/>
              </a:rPr>
              <a:t>agencies</a:t>
            </a:r>
            <a:r>
              <a:rPr sz="1200" spc="10" dirty="0">
                <a:latin typeface="Century Gothic"/>
                <a:cs typeface="Century Gothic"/>
              </a:rPr>
              <a:t> </a:t>
            </a:r>
            <a:r>
              <a:rPr sz="1200" spc="-10" dirty="0">
                <a:latin typeface="Century Gothic"/>
                <a:cs typeface="Century Gothic"/>
              </a:rPr>
              <a:t>(Ref:</a:t>
            </a:r>
            <a:r>
              <a:rPr sz="1200" spc="-50" dirty="0">
                <a:latin typeface="Century Gothic"/>
                <a:cs typeface="Century Gothic"/>
              </a:rPr>
              <a:t> </a:t>
            </a:r>
            <a:r>
              <a:rPr sz="1200" spc="-105" dirty="0">
                <a:latin typeface="Century Gothic"/>
                <a:cs typeface="Century Gothic"/>
              </a:rPr>
              <a:t>3.1</a:t>
            </a:r>
            <a:r>
              <a:rPr sz="1200" spc="-35" dirty="0">
                <a:latin typeface="Century Gothic"/>
                <a:cs typeface="Century Gothic"/>
              </a:rPr>
              <a:t> </a:t>
            </a:r>
            <a:r>
              <a:rPr sz="1200" spc="-45" dirty="0">
                <a:latin typeface="Century Gothic"/>
                <a:cs typeface="Century Gothic"/>
              </a:rPr>
              <a:t>)</a:t>
            </a:r>
            <a:endParaRPr sz="1200">
              <a:latin typeface="Century Gothic"/>
              <a:cs typeface="Century Gothic"/>
            </a:endParaRPr>
          </a:p>
          <a:p>
            <a:pPr marL="31750" marR="25400" algn="just">
              <a:lnSpc>
                <a:spcPct val="100000"/>
              </a:lnSpc>
              <a:spcBef>
                <a:spcPts val="80"/>
              </a:spcBef>
            </a:pPr>
            <a:r>
              <a:rPr sz="1200" spc="85" dirty="0">
                <a:latin typeface="Century Gothic"/>
                <a:cs typeface="Century Gothic"/>
              </a:rPr>
              <a:t>I</a:t>
            </a:r>
            <a:r>
              <a:rPr sz="1200" spc="-65" dirty="0">
                <a:latin typeface="Century Gothic"/>
                <a:cs typeface="Century Gothic"/>
              </a:rPr>
              <a:t> </a:t>
            </a:r>
            <a:r>
              <a:rPr sz="1200" spc="-45" dirty="0">
                <a:latin typeface="Century Gothic"/>
                <a:cs typeface="Century Gothic"/>
              </a:rPr>
              <a:t>can</a:t>
            </a:r>
            <a:r>
              <a:rPr sz="1200" spc="130" dirty="0">
                <a:latin typeface="Century Gothic"/>
                <a:cs typeface="Century Gothic"/>
              </a:rPr>
              <a:t> </a:t>
            </a:r>
            <a:r>
              <a:rPr sz="1200" dirty="0">
                <a:latin typeface="Century Gothic"/>
                <a:cs typeface="Century Gothic"/>
              </a:rPr>
              <a:t>confirm</a:t>
            </a:r>
            <a:r>
              <a:rPr sz="1200" spc="85" dirty="0">
                <a:latin typeface="Century Gothic"/>
                <a:cs typeface="Century Gothic"/>
              </a:rPr>
              <a:t> </a:t>
            </a:r>
            <a:r>
              <a:rPr sz="1200" dirty="0">
                <a:latin typeface="Century Gothic"/>
                <a:cs typeface="Century Gothic"/>
              </a:rPr>
              <a:t>that</a:t>
            </a:r>
            <a:r>
              <a:rPr sz="1200" spc="105" dirty="0">
                <a:latin typeface="Century Gothic"/>
                <a:cs typeface="Century Gothic"/>
              </a:rPr>
              <a:t> </a:t>
            </a:r>
            <a:r>
              <a:rPr sz="1200" spc="-295" dirty="0">
                <a:latin typeface="Century Gothic"/>
                <a:cs typeface="Century Gothic"/>
              </a:rPr>
              <a:t>………………………………………………..............</a:t>
            </a:r>
            <a:r>
              <a:rPr sz="1200" spc="210" dirty="0">
                <a:latin typeface="Century Gothic"/>
                <a:cs typeface="Century Gothic"/>
              </a:rPr>
              <a:t> </a:t>
            </a:r>
            <a:r>
              <a:rPr sz="1200" dirty="0">
                <a:latin typeface="Century Gothic"/>
                <a:cs typeface="Century Gothic"/>
              </a:rPr>
              <a:t>has</a:t>
            </a:r>
            <a:r>
              <a:rPr sz="1200" spc="110" dirty="0">
                <a:latin typeface="Century Gothic"/>
                <a:cs typeface="Century Gothic"/>
              </a:rPr>
              <a:t> </a:t>
            </a:r>
            <a:r>
              <a:rPr sz="1200" dirty="0">
                <a:latin typeface="Century Gothic"/>
                <a:cs typeface="Century Gothic"/>
              </a:rPr>
              <a:t>applied</a:t>
            </a:r>
            <a:r>
              <a:rPr sz="1200" spc="105" dirty="0">
                <a:latin typeface="Century Gothic"/>
                <a:cs typeface="Century Gothic"/>
              </a:rPr>
              <a:t> </a:t>
            </a:r>
            <a:r>
              <a:rPr sz="1200" dirty="0">
                <a:latin typeface="Century Gothic"/>
                <a:cs typeface="Century Gothic"/>
              </a:rPr>
              <a:t>for</a:t>
            </a:r>
            <a:r>
              <a:rPr sz="1200" spc="100" dirty="0">
                <a:latin typeface="Century Gothic"/>
                <a:cs typeface="Century Gothic"/>
              </a:rPr>
              <a:t> </a:t>
            </a:r>
            <a:r>
              <a:rPr sz="1200" dirty="0">
                <a:latin typeface="Century Gothic"/>
                <a:cs typeface="Century Gothic"/>
              </a:rPr>
              <a:t>jobs</a:t>
            </a:r>
            <a:r>
              <a:rPr sz="1200" spc="85" dirty="0">
                <a:latin typeface="Century Gothic"/>
                <a:cs typeface="Century Gothic"/>
              </a:rPr>
              <a:t> </a:t>
            </a:r>
            <a:r>
              <a:rPr sz="1200" dirty="0">
                <a:latin typeface="Century Gothic"/>
                <a:cs typeface="Century Gothic"/>
              </a:rPr>
              <a:t>online</a:t>
            </a:r>
            <a:r>
              <a:rPr sz="1200" spc="100" dirty="0">
                <a:latin typeface="Century Gothic"/>
                <a:cs typeface="Century Gothic"/>
              </a:rPr>
              <a:t> </a:t>
            </a:r>
            <a:r>
              <a:rPr sz="1200" spc="35" dirty="0">
                <a:latin typeface="Century Gothic"/>
                <a:cs typeface="Century Gothic"/>
              </a:rPr>
              <a:t>from </a:t>
            </a:r>
            <a:r>
              <a:rPr sz="1200" spc="10" dirty="0">
                <a:latin typeface="Century Gothic"/>
                <a:cs typeface="Century Gothic"/>
              </a:rPr>
              <a:t>the</a:t>
            </a:r>
            <a:r>
              <a:rPr sz="1200" spc="110" dirty="0">
                <a:latin typeface="Century Gothic"/>
                <a:cs typeface="Century Gothic"/>
              </a:rPr>
              <a:t> </a:t>
            </a:r>
            <a:r>
              <a:rPr sz="1200" spc="10" dirty="0">
                <a:latin typeface="Century Gothic"/>
                <a:cs typeface="Century Gothic"/>
              </a:rPr>
              <a:t>following</a:t>
            </a:r>
            <a:r>
              <a:rPr sz="1200" spc="90" dirty="0">
                <a:latin typeface="Century Gothic"/>
                <a:cs typeface="Century Gothic"/>
              </a:rPr>
              <a:t> </a:t>
            </a:r>
            <a:r>
              <a:rPr sz="1200" spc="10" dirty="0">
                <a:latin typeface="Century Gothic"/>
                <a:cs typeface="Century Gothic"/>
              </a:rPr>
              <a:t>websites</a:t>
            </a:r>
            <a:r>
              <a:rPr sz="1200" spc="120" dirty="0">
                <a:latin typeface="Century Gothic"/>
                <a:cs typeface="Century Gothic"/>
              </a:rPr>
              <a:t> </a:t>
            </a:r>
            <a:r>
              <a:rPr sz="1200" spc="10" dirty="0">
                <a:latin typeface="Century Gothic"/>
                <a:cs typeface="Century Gothic"/>
              </a:rPr>
              <a:t>to</a:t>
            </a:r>
            <a:r>
              <a:rPr sz="1200" spc="105" dirty="0">
                <a:latin typeface="Century Gothic"/>
                <a:cs typeface="Century Gothic"/>
              </a:rPr>
              <a:t> </a:t>
            </a:r>
            <a:r>
              <a:rPr sz="1200" spc="10" dirty="0">
                <a:latin typeface="Century Gothic"/>
                <a:cs typeface="Century Gothic"/>
              </a:rPr>
              <a:t>gain</a:t>
            </a:r>
            <a:r>
              <a:rPr sz="1200" spc="120" dirty="0">
                <a:latin typeface="Century Gothic"/>
                <a:cs typeface="Century Gothic"/>
              </a:rPr>
              <a:t> </a:t>
            </a:r>
            <a:r>
              <a:rPr sz="1200" spc="10" dirty="0">
                <a:latin typeface="Century Gothic"/>
                <a:cs typeface="Century Gothic"/>
              </a:rPr>
              <a:t>employment</a:t>
            </a:r>
            <a:r>
              <a:rPr sz="1200" spc="120" dirty="0">
                <a:latin typeface="Century Gothic"/>
                <a:cs typeface="Century Gothic"/>
              </a:rPr>
              <a:t> </a:t>
            </a:r>
            <a:r>
              <a:rPr sz="1200" spc="-50" dirty="0">
                <a:latin typeface="Century Gothic"/>
                <a:cs typeface="Century Gothic"/>
              </a:rPr>
              <a:t>:</a:t>
            </a:r>
            <a:endParaRPr sz="1200">
              <a:latin typeface="Century Gothic"/>
              <a:cs typeface="Century Gothic"/>
            </a:endParaRPr>
          </a:p>
        </p:txBody>
      </p:sp>
      <p:sp>
        <p:nvSpPr>
          <p:cNvPr id="4" name="object 4"/>
          <p:cNvSpPr txBox="1"/>
          <p:nvPr/>
        </p:nvSpPr>
        <p:spPr>
          <a:xfrm>
            <a:off x="264275" y="4847370"/>
            <a:ext cx="6068060" cy="391160"/>
          </a:xfrm>
          <a:prstGeom prst="rect">
            <a:avLst/>
          </a:prstGeom>
        </p:spPr>
        <p:txBody>
          <a:bodyPr vert="horz" wrap="square" lIns="0" tIns="12700" rIns="0" bIns="0" rtlCol="0">
            <a:spAutoFit/>
          </a:bodyPr>
          <a:lstStyle/>
          <a:p>
            <a:pPr marL="12700" marR="5080">
              <a:lnSpc>
                <a:spcPct val="100000"/>
              </a:lnSpc>
              <a:spcBef>
                <a:spcPts val="100"/>
              </a:spcBef>
            </a:pPr>
            <a:r>
              <a:rPr sz="1200" spc="85" dirty="0">
                <a:latin typeface="Century Gothic"/>
                <a:cs typeface="Century Gothic"/>
              </a:rPr>
              <a:t>I</a:t>
            </a:r>
            <a:r>
              <a:rPr sz="1200" spc="60" dirty="0">
                <a:latin typeface="Century Gothic"/>
                <a:cs typeface="Century Gothic"/>
              </a:rPr>
              <a:t> </a:t>
            </a:r>
            <a:r>
              <a:rPr sz="1200" spc="-45" dirty="0">
                <a:latin typeface="Century Gothic"/>
                <a:cs typeface="Century Gothic"/>
              </a:rPr>
              <a:t>can</a:t>
            </a:r>
            <a:r>
              <a:rPr sz="1200" spc="85" dirty="0">
                <a:latin typeface="Century Gothic"/>
                <a:cs typeface="Century Gothic"/>
              </a:rPr>
              <a:t> </a:t>
            </a:r>
            <a:r>
              <a:rPr sz="1200" dirty="0">
                <a:latin typeface="Century Gothic"/>
                <a:cs typeface="Century Gothic"/>
              </a:rPr>
              <a:t>also</a:t>
            </a:r>
            <a:r>
              <a:rPr sz="1200" spc="65" dirty="0">
                <a:latin typeface="Century Gothic"/>
                <a:cs typeface="Century Gothic"/>
              </a:rPr>
              <a:t> </a:t>
            </a:r>
            <a:r>
              <a:rPr sz="1200" dirty="0">
                <a:latin typeface="Century Gothic"/>
                <a:cs typeface="Century Gothic"/>
              </a:rPr>
              <a:t>confirm</a:t>
            </a:r>
            <a:r>
              <a:rPr sz="1200" spc="45" dirty="0">
                <a:latin typeface="Century Gothic"/>
                <a:cs typeface="Century Gothic"/>
              </a:rPr>
              <a:t> </a:t>
            </a:r>
            <a:r>
              <a:rPr sz="1200" dirty="0">
                <a:latin typeface="Century Gothic"/>
                <a:cs typeface="Century Gothic"/>
              </a:rPr>
              <a:t>that</a:t>
            </a:r>
            <a:r>
              <a:rPr sz="1200" spc="70" dirty="0">
                <a:latin typeface="Century Gothic"/>
                <a:cs typeface="Century Gothic"/>
              </a:rPr>
              <a:t> </a:t>
            </a:r>
            <a:r>
              <a:rPr sz="1200" spc="-434" dirty="0">
                <a:latin typeface="Century Gothic"/>
                <a:cs typeface="Century Gothic"/>
              </a:rPr>
              <a:t>………………………………………………………</a:t>
            </a:r>
            <a:r>
              <a:rPr sz="1200" spc="20" dirty="0">
                <a:latin typeface="Century Gothic"/>
                <a:cs typeface="Century Gothic"/>
              </a:rPr>
              <a:t> </a:t>
            </a:r>
            <a:r>
              <a:rPr sz="1200" dirty="0">
                <a:latin typeface="Century Gothic"/>
                <a:cs typeface="Century Gothic"/>
              </a:rPr>
              <a:t>has</a:t>
            </a:r>
            <a:r>
              <a:rPr sz="1200" spc="65" dirty="0">
                <a:latin typeface="Century Gothic"/>
                <a:cs typeface="Century Gothic"/>
              </a:rPr>
              <a:t> </a:t>
            </a:r>
            <a:r>
              <a:rPr sz="1200" dirty="0">
                <a:latin typeface="Century Gothic"/>
                <a:cs typeface="Century Gothic"/>
              </a:rPr>
              <a:t>registered</a:t>
            </a:r>
            <a:r>
              <a:rPr sz="1200" spc="70" dirty="0">
                <a:latin typeface="Century Gothic"/>
                <a:cs typeface="Century Gothic"/>
              </a:rPr>
              <a:t> </a:t>
            </a:r>
            <a:r>
              <a:rPr sz="1200" spc="65" dirty="0">
                <a:latin typeface="Century Gothic"/>
                <a:cs typeface="Century Gothic"/>
              </a:rPr>
              <a:t>himself</a:t>
            </a:r>
            <a:r>
              <a:rPr sz="1200" spc="80" dirty="0">
                <a:latin typeface="Century Gothic"/>
                <a:cs typeface="Century Gothic"/>
              </a:rPr>
              <a:t> </a:t>
            </a:r>
            <a:r>
              <a:rPr sz="1200" dirty="0">
                <a:latin typeface="Century Gothic"/>
                <a:cs typeface="Century Gothic"/>
              </a:rPr>
              <a:t>to</a:t>
            </a:r>
            <a:r>
              <a:rPr sz="1200" spc="50" dirty="0">
                <a:latin typeface="Century Gothic"/>
                <a:cs typeface="Century Gothic"/>
              </a:rPr>
              <a:t> </a:t>
            </a:r>
            <a:r>
              <a:rPr sz="1200" spc="-25" dirty="0">
                <a:latin typeface="Century Gothic"/>
                <a:cs typeface="Century Gothic"/>
              </a:rPr>
              <a:t>the </a:t>
            </a:r>
            <a:r>
              <a:rPr sz="1200" dirty="0">
                <a:latin typeface="Century Gothic"/>
                <a:cs typeface="Century Gothic"/>
              </a:rPr>
              <a:t>following</a:t>
            </a:r>
            <a:r>
              <a:rPr sz="1200" spc="75" dirty="0">
                <a:latin typeface="Century Gothic"/>
                <a:cs typeface="Century Gothic"/>
              </a:rPr>
              <a:t> </a:t>
            </a:r>
            <a:r>
              <a:rPr sz="1200" spc="-30" dirty="0">
                <a:latin typeface="Century Gothic"/>
                <a:cs typeface="Century Gothic"/>
              </a:rPr>
              <a:t>agency</a:t>
            </a:r>
            <a:r>
              <a:rPr sz="1200" spc="85" dirty="0">
                <a:latin typeface="Century Gothic"/>
                <a:cs typeface="Century Gothic"/>
              </a:rPr>
              <a:t> </a:t>
            </a:r>
            <a:r>
              <a:rPr sz="1200" dirty="0">
                <a:latin typeface="Century Gothic"/>
                <a:cs typeface="Century Gothic"/>
              </a:rPr>
              <a:t>companies,</a:t>
            </a:r>
            <a:r>
              <a:rPr sz="1200" spc="85" dirty="0">
                <a:latin typeface="Century Gothic"/>
                <a:cs typeface="Century Gothic"/>
              </a:rPr>
              <a:t> </a:t>
            </a:r>
            <a:r>
              <a:rPr sz="1200" dirty="0">
                <a:latin typeface="Century Gothic"/>
                <a:cs typeface="Century Gothic"/>
              </a:rPr>
              <a:t>to</a:t>
            </a:r>
            <a:r>
              <a:rPr sz="1200" spc="90" dirty="0">
                <a:latin typeface="Century Gothic"/>
                <a:cs typeface="Century Gothic"/>
              </a:rPr>
              <a:t> </a:t>
            </a:r>
            <a:r>
              <a:rPr sz="1200" dirty="0">
                <a:latin typeface="Century Gothic"/>
                <a:cs typeface="Century Gothic"/>
              </a:rPr>
              <a:t>find</a:t>
            </a:r>
            <a:r>
              <a:rPr sz="1200" spc="95" dirty="0">
                <a:latin typeface="Century Gothic"/>
                <a:cs typeface="Century Gothic"/>
              </a:rPr>
              <a:t> </a:t>
            </a:r>
            <a:r>
              <a:rPr sz="1200" dirty="0">
                <a:latin typeface="Century Gothic"/>
                <a:cs typeface="Century Gothic"/>
              </a:rPr>
              <a:t>employment</a:t>
            </a:r>
            <a:r>
              <a:rPr sz="1200" spc="90" dirty="0">
                <a:latin typeface="Century Gothic"/>
                <a:cs typeface="Century Gothic"/>
              </a:rPr>
              <a:t> </a:t>
            </a:r>
            <a:r>
              <a:rPr sz="1200" spc="75" dirty="0">
                <a:latin typeface="Century Gothic"/>
                <a:cs typeface="Century Gothic"/>
              </a:rPr>
              <a:t>in</a:t>
            </a:r>
            <a:r>
              <a:rPr sz="1200" spc="90" dirty="0">
                <a:latin typeface="Century Gothic"/>
                <a:cs typeface="Century Gothic"/>
              </a:rPr>
              <a:t> </a:t>
            </a:r>
            <a:r>
              <a:rPr sz="1200" spc="-20" dirty="0">
                <a:latin typeface="Century Gothic"/>
                <a:cs typeface="Century Gothic"/>
              </a:rPr>
              <a:t>local</a:t>
            </a:r>
            <a:r>
              <a:rPr sz="1200" spc="95" dirty="0">
                <a:latin typeface="Century Gothic"/>
                <a:cs typeface="Century Gothic"/>
              </a:rPr>
              <a:t> </a:t>
            </a:r>
            <a:r>
              <a:rPr sz="1200" spc="-10" dirty="0">
                <a:latin typeface="Century Gothic"/>
                <a:cs typeface="Century Gothic"/>
              </a:rPr>
              <a:t>areas:</a:t>
            </a:r>
            <a:endParaRPr sz="1200">
              <a:latin typeface="Century Gothic"/>
              <a:cs typeface="Century Gothic"/>
            </a:endParaRPr>
          </a:p>
        </p:txBody>
      </p:sp>
      <p:sp>
        <p:nvSpPr>
          <p:cNvPr id="5" name="object 5"/>
          <p:cNvSpPr txBox="1"/>
          <p:nvPr/>
        </p:nvSpPr>
        <p:spPr>
          <a:xfrm>
            <a:off x="264275" y="8504970"/>
            <a:ext cx="1416685" cy="208279"/>
          </a:xfrm>
          <a:prstGeom prst="rect">
            <a:avLst/>
          </a:prstGeom>
        </p:spPr>
        <p:txBody>
          <a:bodyPr vert="horz" wrap="square" lIns="0" tIns="12700" rIns="0" bIns="0" rtlCol="0">
            <a:spAutoFit/>
          </a:bodyPr>
          <a:lstStyle/>
          <a:p>
            <a:pPr marL="12700">
              <a:lnSpc>
                <a:spcPct val="100000"/>
              </a:lnSpc>
              <a:spcBef>
                <a:spcPts val="100"/>
              </a:spcBef>
            </a:pPr>
            <a:r>
              <a:rPr sz="1200" dirty="0">
                <a:latin typeface="Century Gothic"/>
                <a:cs typeface="Century Gothic"/>
              </a:rPr>
              <a:t>Learner</a:t>
            </a:r>
            <a:r>
              <a:rPr sz="1200" spc="195" dirty="0">
                <a:latin typeface="Century Gothic"/>
                <a:cs typeface="Century Gothic"/>
              </a:rPr>
              <a:t> </a:t>
            </a:r>
            <a:r>
              <a:rPr sz="1200" spc="-10" dirty="0">
                <a:latin typeface="Century Gothic"/>
                <a:cs typeface="Century Gothic"/>
              </a:rPr>
              <a:t>signature:</a:t>
            </a:r>
            <a:endParaRPr sz="1200">
              <a:latin typeface="Century Gothic"/>
              <a:cs typeface="Century Gothic"/>
            </a:endParaRPr>
          </a:p>
        </p:txBody>
      </p:sp>
      <p:sp>
        <p:nvSpPr>
          <p:cNvPr id="6" name="object 6"/>
          <p:cNvSpPr txBox="1"/>
          <p:nvPr/>
        </p:nvSpPr>
        <p:spPr>
          <a:xfrm>
            <a:off x="4990199" y="8504970"/>
            <a:ext cx="427990" cy="208279"/>
          </a:xfrm>
          <a:prstGeom prst="rect">
            <a:avLst/>
          </a:prstGeom>
        </p:spPr>
        <p:txBody>
          <a:bodyPr vert="horz" wrap="square" lIns="0" tIns="12700" rIns="0" bIns="0" rtlCol="0">
            <a:spAutoFit/>
          </a:bodyPr>
          <a:lstStyle/>
          <a:p>
            <a:pPr marL="12700">
              <a:lnSpc>
                <a:spcPct val="100000"/>
              </a:lnSpc>
              <a:spcBef>
                <a:spcPts val="100"/>
              </a:spcBef>
            </a:pPr>
            <a:r>
              <a:rPr sz="1200" spc="-20" dirty="0">
                <a:latin typeface="Century Gothic"/>
                <a:cs typeface="Century Gothic"/>
              </a:rPr>
              <a:t>Date:</a:t>
            </a:r>
            <a:endParaRPr sz="1200">
              <a:latin typeface="Century Gothic"/>
              <a:cs typeface="Century Gothic"/>
            </a:endParaRPr>
          </a:p>
        </p:txBody>
      </p:sp>
      <p:sp>
        <p:nvSpPr>
          <p:cNvPr id="7" name="object 7"/>
          <p:cNvSpPr txBox="1"/>
          <p:nvPr/>
        </p:nvSpPr>
        <p:spPr>
          <a:xfrm>
            <a:off x="264275" y="8870729"/>
            <a:ext cx="1484630" cy="208279"/>
          </a:xfrm>
          <a:prstGeom prst="rect">
            <a:avLst/>
          </a:prstGeom>
        </p:spPr>
        <p:txBody>
          <a:bodyPr vert="horz" wrap="square" lIns="0" tIns="12700" rIns="0" bIns="0" rtlCol="0">
            <a:spAutoFit/>
          </a:bodyPr>
          <a:lstStyle/>
          <a:p>
            <a:pPr marL="12700">
              <a:lnSpc>
                <a:spcPct val="100000"/>
              </a:lnSpc>
              <a:spcBef>
                <a:spcPts val="100"/>
              </a:spcBef>
            </a:pPr>
            <a:r>
              <a:rPr sz="1200" spc="55" dirty="0">
                <a:latin typeface="Century Gothic"/>
                <a:cs typeface="Century Gothic"/>
              </a:rPr>
              <a:t>Assessor</a:t>
            </a:r>
            <a:r>
              <a:rPr sz="1200" spc="-10" dirty="0">
                <a:latin typeface="Century Gothic"/>
                <a:cs typeface="Century Gothic"/>
              </a:rPr>
              <a:t> signature:</a:t>
            </a:r>
            <a:endParaRPr sz="1200">
              <a:latin typeface="Century Gothic"/>
              <a:cs typeface="Century Gothic"/>
            </a:endParaRPr>
          </a:p>
        </p:txBody>
      </p:sp>
      <p:sp>
        <p:nvSpPr>
          <p:cNvPr id="8" name="object 8"/>
          <p:cNvSpPr txBox="1"/>
          <p:nvPr/>
        </p:nvSpPr>
        <p:spPr>
          <a:xfrm>
            <a:off x="4978007" y="8870729"/>
            <a:ext cx="428625" cy="208279"/>
          </a:xfrm>
          <a:prstGeom prst="rect">
            <a:avLst/>
          </a:prstGeom>
        </p:spPr>
        <p:txBody>
          <a:bodyPr vert="horz" wrap="square" lIns="0" tIns="12700" rIns="0" bIns="0" rtlCol="0">
            <a:spAutoFit/>
          </a:bodyPr>
          <a:lstStyle/>
          <a:p>
            <a:pPr marL="12700">
              <a:lnSpc>
                <a:spcPct val="100000"/>
              </a:lnSpc>
              <a:spcBef>
                <a:spcPts val="100"/>
              </a:spcBef>
            </a:pPr>
            <a:r>
              <a:rPr sz="1200" spc="-10" dirty="0">
                <a:latin typeface="Century Gothic"/>
                <a:cs typeface="Century Gothic"/>
              </a:rPr>
              <a:t>Date:</a:t>
            </a:r>
            <a:endParaRPr sz="1200">
              <a:latin typeface="Century Gothic"/>
              <a:cs typeface="Century Gothic"/>
            </a:endParaRPr>
          </a:p>
        </p:txBody>
      </p:sp>
      <p:graphicFrame>
        <p:nvGraphicFramePr>
          <p:cNvPr id="9" name="object 9"/>
          <p:cNvGraphicFramePr>
            <a:graphicFrameLocks noGrp="1"/>
          </p:cNvGraphicFramePr>
          <p:nvPr/>
        </p:nvGraphicFramePr>
        <p:xfrm>
          <a:off x="276532" y="2239054"/>
          <a:ext cx="6387465" cy="2386330"/>
        </p:xfrm>
        <a:graphic>
          <a:graphicData uri="http://schemas.openxmlformats.org/drawingml/2006/table">
            <a:tbl>
              <a:tblPr firstRow="1" bandRow="1">
                <a:tableStyleId>{2D5ABB26-0587-4C30-8999-92F81FD0307C}</a:tableStyleId>
              </a:tblPr>
              <a:tblGrid>
                <a:gridCol w="1905000">
                  <a:extLst>
                    <a:ext uri="{9D8B030D-6E8A-4147-A177-3AD203B41FA5}">
                      <a16:colId xmlns:a16="http://schemas.microsoft.com/office/drawing/2014/main" val="20000"/>
                    </a:ext>
                  </a:extLst>
                </a:gridCol>
                <a:gridCol w="903605">
                  <a:extLst>
                    <a:ext uri="{9D8B030D-6E8A-4147-A177-3AD203B41FA5}">
                      <a16:colId xmlns:a16="http://schemas.microsoft.com/office/drawing/2014/main" val="20001"/>
                    </a:ext>
                  </a:extLst>
                </a:gridCol>
                <a:gridCol w="3578860">
                  <a:extLst>
                    <a:ext uri="{9D8B030D-6E8A-4147-A177-3AD203B41FA5}">
                      <a16:colId xmlns:a16="http://schemas.microsoft.com/office/drawing/2014/main" val="20002"/>
                    </a:ext>
                  </a:extLst>
                </a:gridCol>
              </a:tblGrid>
              <a:tr h="379730">
                <a:tc>
                  <a:txBody>
                    <a:bodyPr/>
                    <a:lstStyle/>
                    <a:p>
                      <a:pPr marL="67945">
                        <a:lnSpc>
                          <a:spcPts val="1390"/>
                        </a:lnSpc>
                      </a:pPr>
                      <a:r>
                        <a:rPr sz="1200" b="1" spc="190" dirty="0">
                          <a:latin typeface="Calibri"/>
                          <a:cs typeface="Calibri"/>
                        </a:rPr>
                        <a:t>Name</a:t>
                      </a:r>
                      <a:r>
                        <a:rPr sz="1200" b="1" spc="80" dirty="0">
                          <a:latin typeface="Calibri"/>
                          <a:cs typeface="Calibri"/>
                        </a:rPr>
                        <a:t> </a:t>
                      </a:r>
                      <a:r>
                        <a:rPr sz="1200" b="1" spc="110" dirty="0">
                          <a:latin typeface="Calibri"/>
                          <a:cs typeface="Calibri"/>
                        </a:rPr>
                        <a:t>of</a:t>
                      </a:r>
                      <a:r>
                        <a:rPr sz="1200" b="1" spc="60" dirty="0">
                          <a:latin typeface="Calibri"/>
                          <a:cs typeface="Calibri"/>
                        </a:rPr>
                        <a:t> </a:t>
                      </a:r>
                      <a:r>
                        <a:rPr sz="1200" b="1" spc="100" dirty="0">
                          <a:latin typeface="Calibri"/>
                          <a:cs typeface="Calibri"/>
                        </a:rPr>
                        <a:t>site</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7945">
                        <a:lnSpc>
                          <a:spcPts val="1390"/>
                        </a:lnSpc>
                      </a:pPr>
                      <a:r>
                        <a:rPr sz="1200" b="1" spc="150" dirty="0">
                          <a:latin typeface="Calibri"/>
                          <a:cs typeface="Calibri"/>
                        </a:rPr>
                        <a:t>Tick</a:t>
                      </a:r>
                      <a:r>
                        <a:rPr sz="1200" b="1" spc="65" dirty="0">
                          <a:latin typeface="Calibri"/>
                          <a:cs typeface="Calibri"/>
                        </a:rPr>
                        <a:t> </a:t>
                      </a:r>
                      <a:r>
                        <a:rPr sz="1200" b="1" spc="155" dirty="0">
                          <a:latin typeface="Calibri"/>
                          <a:cs typeface="Calibri"/>
                        </a:rPr>
                        <a:t>Box</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7945">
                        <a:lnSpc>
                          <a:spcPts val="1390"/>
                        </a:lnSpc>
                      </a:pPr>
                      <a:r>
                        <a:rPr sz="1200" b="1" spc="180" dirty="0">
                          <a:latin typeface="Calibri"/>
                          <a:cs typeface="Calibri"/>
                        </a:rPr>
                        <a:t>Job</a:t>
                      </a:r>
                      <a:r>
                        <a:rPr sz="1200" b="1" spc="75" dirty="0">
                          <a:latin typeface="Calibri"/>
                          <a:cs typeface="Calibri"/>
                        </a:rPr>
                        <a:t> </a:t>
                      </a:r>
                      <a:r>
                        <a:rPr sz="1200" b="1" spc="130" dirty="0">
                          <a:latin typeface="Calibri"/>
                          <a:cs typeface="Calibri"/>
                        </a:rPr>
                        <a:t>applied</a:t>
                      </a:r>
                      <a:r>
                        <a:rPr sz="1200" b="1" spc="70" dirty="0">
                          <a:latin typeface="Calibri"/>
                          <a:cs typeface="Calibri"/>
                        </a:rPr>
                        <a:t> </a:t>
                      </a:r>
                      <a:r>
                        <a:rPr sz="1200" b="1" spc="75" dirty="0">
                          <a:latin typeface="Calibri"/>
                          <a:cs typeface="Calibri"/>
                        </a:rPr>
                        <a:t>for</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501650">
                <a:tc>
                  <a:txBody>
                    <a:bodyPr/>
                    <a:lstStyle/>
                    <a:p>
                      <a:pPr>
                        <a:lnSpc>
                          <a:spcPct val="100000"/>
                        </a:lnSpc>
                        <a:spcBef>
                          <a:spcPts val="120"/>
                        </a:spcBef>
                      </a:pPr>
                      <a:endParaRPr sz="1200">
                        <a:latin typeface="Times New Roman"/>
                        <a:cs typeface="Times New Roman"/>
                      </a:endParaRPr>
                    </a:p>
                    <a:p>
                      <a:pPr marL="67945">
                        <a:lnSpc>
                          <a:spcPct val="100000"/>
                        </a:lnSpc>
                      </a:pPr>
                      <a:r>
                        <a:rPr sz="1200" u="sng" spc="-10" dirty="0">
                          <a:solidFill>
                            <a:srgbClr val="0000FF"/>
                          </a:solidFill>
                          <a:uFill>
                            <a:solidFill>
                              <a:srgbClr val="0000FF"/>
                            </a:solidFill>
                          </a:uFill>
                          <a:latin typeface="Century Gothic"/>
                          <a:cs typeface="Century Gothic"/>
                          <a:hlinkClick r:id="rId2"/>
                        </a:rPr>
                        <a:t>www.totaljobs.com</a:t>
                      </a:r>
                      <a:endParaRPr sz="1200">
                        <a:latin typeface="Century Gothic"/>
                        <a:cs typeface="Century Gothic"/>
                      </a:endParaRPr>
                    </a:p>
                  </a:txBody>
                  <a:tcPr marL="0" marR="0" marT="152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501650">
                <a:tc>
                  <a:txBody>
                    <a:bodyPr/>
                    <a:lstStyle/>
                    <a:p>
                      <a:pPr>
                        <a:lnSpc>
                          <a:spcPct val="100000"/>
                        </a:lnSpc>
                        <a:spcBef>
                          <a:spcPts val="120"/>
                        </a:spcBef>
                      </a:pPr>
                      <a:endParaRPr sz="1200">
                        <a:latin typeface="Times New Roman"/>
                        <a:cs typeface="Times New Roman"/>
                      </a:endParaRPr>
                    </a:p>
                    <a:p>
                      <a:pPr marL="67945">
                        <a:lnSpc>
                          <a:spcPct val="100000"/>
                        </a:lnSpc>
                      </a:pPr>
                      <a:r>
                        <a:rPr sz="1200" u="sng" spc="-10" dirty="0">
                          <a:solidFill>
                            <a:srgbClr val="0000FF"/>
                          </a:solidFill>
                          <a:uFill>
                            <a:solidFill>
                              <a:srgbClr val="0000FF"/>
                            </a:solidFill>
                          </a:uFill>
                          <a:latin typeface="Century Gothic"/>
                          <a:cs typeface="Century Gothic"/>
                          <a:hlinkClick r:id="rId3"/>
                        </a:rPr>
                        <a:t>www.Indeed.com</a:t>
                      </a:r>
                      <a:endParaRPr sz="1200">
                        <a:latin typeface="Century Gothic"/>
                        <a:cs typeface="Century Gothic"/>
                      </a:endParaRPr>
                    </a:p>
                  </a:txBody>
                  <a:tcPr marL="0" marR="0" marT="152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501650">
                <a:tc>
                  <a:txBody>
                    <a:bodyPr/>
                    <a:lstStyle/>
                    <a:p>
                      <a:pPr>
                        <a:lnSpc>
                          <a:spcPct val="100000"/>
                        </a:lnSpc>
                        <a:spcBef>
                          <a:spcPts val="120"/>
                        </a:spcBef>
                      </a:pPr>
                      <a:endParaRPr sz="1200">
                        <a:latin typeface="Times New Roman"/>
                        <a:cs typeface="Times New Roman"/>
                      </a:endParaRPr>
                    </a:p>
                    <a:p>
                      <a:pPr marL="67945">
                        <a:lnSpc>
                          <a:spcPct val="100000"/>
                        </a:lnSpc>
                      </a:pPr>
                      <a:r>
                        <a:rPr sz="1200" u="sng" spc="-10" dirty="0">
                          <a:solidFill>
                            <a:srgbClr val="0000FF"/>
                          </a:solidFill>
                          <a:uFill>
                            <a:solidFill>
                              <a:srgbClr val="0000FF"/>
                            </a:solidFill>
                          </a:uFill>
                          <a:latin typeface="Century Gothic"/>
                          <a:cs typeface="Century Gothic"/>
                          <a:hlinkClick r:id="rId4"/>
                        </a:rPr>
                        <a:t>www.mybuilders.com</a:t>
                      </a:r>
                      <a:endParaRPr sz="1200">
                        <a:latin typeface="Century Gothic"/>
                        <a:cs typeface="Century Gothic"/>
                      </a:endParaRPr>
                    </a:p>
                  </a:txBody>
                  <a:tcPr marL="0" marR="0" marT="152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501650">
                <a:tc>
                  <a:txBody>
                    <a:bodyPr/>
                    <a:lstStyle/>
                    <a:p>
                      <a:pPr>
                        <a:lnSpc>
                          <a:spcPct val="100000"/>
                        </a:lnSpc>
                        <a:spcBef>
                          <a:spcPts val="120"/>
                        </a:spcBef>
                      </a:pPr>
                      <a:endParaRPr sz="1200">
                        <a:latin typeface="Times New Roman"/>
                        <a:cs typeface="Times New Roman"/>
                      </a:endParaRPr>
                    </a:p>
                    <a:p>
                      <a:pPr marL="67945">
                        <a:lnSpc>
                          <a:spcPct val="100000"/>
                        </a:lnSpc>
                      </a:pPr>
                      <a:r>
                        <a:rPr sz="1200" u="sng" spc="-10" dirty="0">
                          <a:solidFill>
                            <a:srgbClr val="0000FF"/>
                          </a:solidFill>
                          <a:uFill>
                            <a:solidFill>
                              <a:srgbClr val="0000FF"/>
                            </a:solidFill>
                          </a:uFill>
                          <a:latin typeface="Century Gothic"/>
                          <a:cs typeface="Century Gothic"/>
                          <a:hlinkClick r:id="rId5"/>
                        </a:rPr>
                        <a:t>www.cv-library.co.uk</a:t>
                      </a:r>
                      <a:endParaRPr sz="1200">
                        <a:latin typeface="Century Gothic"/>
                        <a:cs typeface="Century Gothic"/>
                      </a:endParaRPr>
                    </a:p>
                  </a:txBody>
                  <a:tcPr marL="0" marR="0" marT="152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bl>
          </a:graphicData>
        </a:graphic>
      </p:graphicFrame>
      <p:graphicFrame>
        <p:nvGraphicFramePr>
          <p:cNvPr id="10" name="object 10"/>
          <p:cNvGraphicFramePr>
            <a:graphicFrameLocks noGrp="1"/>
          </p:cNvGraphicFramePr>
          <p:nvPr/>
        </p:nvGraphicFramePr>
        <p:xfrm>
          <a:off x="276532" y="5431366"/>
          <a:ext cx="2664460" cy="2702560"/>
        </p:xfrm>
        <a:graphic>
          <a:graphicData uri="http://schemas.openxmlformats.org/drawingml/2006/table">
            <a:tbl>
              <a:tblPr firstRow="1" bandRow="1">
                <a:tableStyleId>{2D5ABB26-0587-4C30-8999-92F81FD0307C}</a:tableStyleId>
              </a:tblPr>
              <a:tblGrid>
                <a:gridCol w="1891030">
                  <a:extLst>
                    <a:ext uri="{9D8B030D-6E8A-4147-A177-3AD203B41FA5}">
                      <a16:colId xmlns:a16="http://schemas.microsoft.com/office/drawing/2014/main" val="20000"/>
                    </a:ext>
                  </a:extLst>
                </a:gridCol>
                <a:gridCol w="773430">
                  <a:extLst>
                    <a:ext uri="{9D8B030D-6E8A-4147-A177-3AD203B41FA5}">
                      <a16:colId xmlns:a16="http://schemas.microsoft.com/office/drawing/2014/main" val="20001"/>
                    </a:ext>
                  </a:extLst>
                </a:gridCol>
              </a:tblGrid>
              <a:tr h="379730">
                <a:tc>
                  <a:txBody>
                    <a:bodyPr/>
                    <a:lstStyle/>
                    <a:p>
                      <a:pPr marL="67945">
                        <a:lnSpc>
                          <a:spcPts val="1390"/>
                        </a:lnSpc>
                      </a:pPr>
                      <a:r>
                        <a:rPr sz="1200" b="1" spc="190" dirty="0">
                          <a:latin typeface="Calibri"/>
                          <a:cs typeface="Calibri"/>
                        </a:rPr>
                        <a:t>Name</a:t>
                      </a:r>
                      <a:r>
                        <a:rPr sz="1200" b="1" spc="80" dirty="0">
                          <a:latin typeface="Calibri"/>
                          <a:cs typeface="Calibri"/>
                        </a:rPr>
                        <a:t> </a:t>
                      </a:r>
                      <a:r>
                        <a:rPr sz="1200" b="1" spc="110" dirty="0">
                          <a:latin typeface="Calibri"/>
                          <a:cs typeface="Calibri"/>
                        </a:rPr>
                        <a:t>of</a:t>
                      </a:r>
                      <a:r>
                        <a:rPr sz="1200" b="1" spc="60" dirty="0">
                          <a:latin typeface="Calibri"/>
                          <a:cs typeface="Calibri"/>
                        </a:rPr>
                        <a:t> </a:t>
                      </a:r>
                      <a:r>
                        <a:rPr sz="1200" b="1" spc="175" dirty="0">
                          <a:latin typeface="Calibri"/>
                          <a:cs typeface="Calibri"/>
                        </a:rPr>
                        <a:t>Agency</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ts val="1390"/>
                        </a:lnSpc>
                      </a:pPr>
                      <a:r>
                        <a:rPr sz="1200" b="1" spc="130" dirty="0">
                          <a:latin typeface="Calibri"/>
                          <a:cs typeface="Calibri"/>
                        </a:rPr>
                        <a:t>Tick</a:t>
                      </a:r>
                      <a:endParaRPr sz="1200">
                        <a:latin typeface="Calibri"/>
                        <a:cs typeface="Calibri"/>
                      </a:endParaRPr>
                    </a:p>
                    <a:p>
                      <a:pPr marL="68580">
                        <a:lnSpc>
                          <a:spcPts val="1395"/>
                        </a:lnSpc>
                        <a:spcBef>
                          <a:spcPts val="105"/>
                        </a:spcBef>
                      </a:pPr>
                      <a:r>
                        <a:rPr sz="1200" b="1" spc="155" dirty="0">
                          <a:latin typeface="Calibri"/>
                          <a:cs typeface="Calibri"/>
                        </a:rPr>
                        <a:t>Box</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23850">
                <a:tc>
                  <a:txBody>
                    <a:bodyPr/>
                    <a:lstStyle/>
                    <a:p>
                      <a:pPr marL="68580">
                        <a:lnSpc>
                          <a:spcPct val="100000"/>
                        </a:lnSpc>
                        <a:spcBef>
                          <a:spcPts val="500"/>
                        </a:spcBef>
                      </a:pPr>
                      <a:r>
                        <a:rPr sz="1200" dirty="0">
                          <a:latin typeface="Century Gothic"/>
                          <a:cs typeface="Century Gothic"/>
                        </a:rPr>
                        <a:t>Staff</a:t>
                      </a:r>
                      <a:r>
                        <a:rPr sz="1200" spc="130" dirty="0">
                          <a:latin typeface="Century Gothic"/>
                          <a:cs typeface="Century Gothic"/>
                        </a:rPr>
                        <a:t> </a:t>
                      </a:r>
                      <a:r>
                        <a:rPr sz="1200" spc="40" dirty="0">
                          <a:latin typeface="Century Gothic"/>
                          <a:cs typeface="Century Gothic"/>
                        </a:rPr>
                        <a:t>Line</a:t>
                      </a:r>
                      <a:endParaRPr sz="1200">
                        <a:latin typeface="Century Gothic"/>
                        <a:cs typeface="Century Gothic"/>
                      </a:endParaRPr>
                    </a:p>
                  </a:txBody>
                  <a:tcPr marL="0" marR="0" marT="635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23850">
                <a:tc>
                  <a:txBody>
                    <a:bodyPr/>
                    <a:lstStyle/>
                    <a:p>
                      <a:pPr marL="68580">
                        <a:lnSpc>
                          <a:spcPct val="100000"/>
                        </a:lnSpc>
                        <a:spcBef>
                          <a:spcPts val="500"/>
                        </a:spcBef>
                      </a:pPr>
                      <a:r>
                        <a:rPr sz="1200" spc="85" dirty="0">
                          <a:latin typeface="Century Gothic"/>
                          <a:cs typeface="Century Gothic"/>
                        </a:rPr>
                        <a:t>Work</a:t>
                      </a:r>
                      <a:r>
                        <a:rPr sz="1200" spc="-10" dirty="0">
                          <a:latin typeface="Century Gothic"/>
                          <a:cs typeface="Century Gothic"/>
                        </a:rPr>
                        <a:t> Force</a:t>
                      </a:r>
                      <a:endParaRPr sz="1200">
                        <a:latin typeface="Century Gothic"/>
                        <a:cs typeface="Century Gothic"/>
                      </a:endParaRPr>
                    </a:p>
                  </a:txBody>
                  <a:tcPr marL="0" marR="0" marT="635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23850">
                <a:tc>
                  <a:txBody>
                    <a:bodyPr/>
                    <a:lstStyle/>
                    <a:p>
                      <a:pPr marL="68580">
                        <a:lnSpc>
                          <a:spcPct val="100000"/>
                        </a:lnSpc>
                        <a:spcBef>
                          <a:spcPts val="500"/>
                        </a:spcBef>
                      </a:pPr>
                      <a:r>
                        <a:rPr sz="1200" spc="-10" dirty="0">
                          <a:latin typeface="Century Gothic"/>
                          <a:cs typeface="Century Gothic"/>
                        </a:rPr>
                        <a:t>Indeed</a:t>
                      </a:r>
                      <a:endParaRPr sz="1200">
                        <a:latin typeface="Century Gothic"/>
                        <a:cs typeface="Century Gothic"/>
                      </a:endParaRPr>
                    </a:p>
                  </a:txBody>
                  <a:tcPr marL="0" marR="0" marT="635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323850">
                <a:tc>
                  <a:txBody>
                    <a:bodyPr/>
                    <a:lstStyle/>
                    <a:p>
                      <a:pPr marL="68580">
                        <a:lnSpc>
                          <a:spcPct val="100000"/>
                        </a:lnSpc>
                        <a:spcBef>
                          <a:spcPts val="500"/>
                        </a:spcBef>
                      </a:pPr>
                      <a:r>
                        <a:rPr sz="1200" spc="55" dirty="0">
                          <a:latin typeface="Century Gothic"/>
                          <a:cs typeface="Century Gothic"/>
                        </a:rPr>
                        <a:t>Industrial</a:t>
                      </a:r>
                      <a:r>
                        <a:rPr sz="1200" spc="-5" dirty="0">
                          <a:latin typeface="Century Gothic"/>
                          <a:cs typeface="Century Gothic"/>
                        </a:rPr>
                        <a:t> </a:t>
                      </a:r>
                      <a:r>
                        <a:rPr sz="1200" spc="60" dirty="0">
                          <a:latin typeface="Century Gothic"/>
                          <a:cs typeface="Century Gothic"/>
                        </a:rPr>
                        <a:t>Temps</a:t>
                      </a:r>
                      <a:endParaRPr sz="1200">
                        <a:latin typeface="Century Gothic"/>
                        <a:cs typeface="Century Gothic"/>
                      </a:endParaRPr>
                    </a:p>
                  </a:txBody>
                  <a:tcPr marL="0" marR="0" marT="635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323850">
                <a:tc>
                  <a:txBody>
                    <a:bodyPr/>
                    <a:lstStyle/>
                    <a:p>
                      <a:pPr marL="68580">
                        <a:lnSpc>
                          <a:spcPct val="100000"/>
                        </a:lnSpc>
                        <a:spcBef>
                          <a:spcPts val="500"/>
                        </a:spcBef>
                      </a:pPr>
                      <a:r>
                        <a:rPr sz="1200" spc="-20" dirty="0">
                          <a:latin typeface="Century Gothic"/>
                          <a:cs typeface="Century Gothic"/>
                        </a:rPr>
                        <a:t>Hays</a:t>
                      </a:r>
                      <a:endParaRPr sz="1200">
                        <a:latin typeface="Century Gothic"/>
                        <a:cs typeface="Century Gothic"/>
                      </a:endParaRPr>
                    </a:p>
                  </a:txBody>
                  <a:tcPr marL="0" marR="0" marT="635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79730">
                <a:tc>
                  <a:txBody>
                    <a:bodyPr/>
                    <a:lstStyle/>
                    <a:p>
                      <a:pPr marL="68580">
                        <a:lnSpc>
                          <a:spcPts val="1390"/>
                        </a:lnSpc>
                      </a:pPr>
                      <a:r>
                        <a:rPr sz="1200" spc="-10" dirty="0">
                          <a:latin typeface="Century Gothic"/>
                          <a:cs typeface="Century Gothic"/>
                        </a:rPr>
                        <a:t>Interaction</a:t>
                      </a:r>
                      <a:endParaRPr sz="1200">
                        <a:latin typeface="Century Gothic"/>
                        <a:cs typeface="Century Gothic"/>
                      </a:endParaRPr>
                    </a:p>
                    <a:p>
                      <a:pPr marL="68580">
                        <a:lnSpc>
                          <a:spcPts val="1395"/>
                        </a:lnSpc>
                        <a:spcBef>
                          <a:spcPts val="105"/>
                        </a:spcBef>
                      </a:pPr>
                      <a:r>
                        <a:rPr sz="1200" spc="35" dirty="0">
                          <a:latin typeface="Century Gothic"/>
                          <a:cs typeface="Century Gothic"/>
                        </a:rPr>
                        <a:t>recruitment</a:t>
                      </a:r>
                      <a:endParaRPr sz="1200">
                        <a:latin typeface="Century Gothic"/>
                        <a:cs typeface="Century Gothic"/>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23850">
                <a:tc>
                  <a:txBody>
                    <a:bodyPr/>
                    <a:lstStyle/>
                    <a:p>
                      <a:pPr marL="68580">
                        <a:lnSpc>
                          <a:spcPct val="100000"/>
                        </a:lnSpc>
                        <a:spcBef>
                          <a:spcPts val="500"/>
                        </a:spcBef>
                      </a:pPr>
                      <a:r>
                        <a:rPr sz="1200" spc="-10" dirty="0">
                          <a:latin typeface="Century Gothic"/>
                          <a:cs typeface="Century Gothic"/>
                        </a:rPr>
                        <a:t>Other:</a:t>
                      </a:r>
                      <a:endParaRPr sz="1200">
                        <a:latin typeface="Century Gothic"/>
                        <a:cs typeface="Century Gothic"/>
                      </a:endParaRPr>
                    </a:p>
                  </a:txBody>
                  <a:tcPr marL="0" marR="0" marT="635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bl>
          </a:graphicData>
        </a:graphic>
      </p:graphicFrame>
      <p:pic>
        <p:nvPicPr>
          <p:cNvPr id="11" name="object 11" descr="A close up of a sign  Description automatically generated"/>
          <p:cNvPicPr/>
          <p:nvPr/>
        </p:nvPicPr>
        <p:blipFill>
          <a:blip r:embed="rId6" cstate="print"/>
          <a:stretch>
            <a:fillRect/>
          </a:stretch>
        </p:blipFill>
        <p:spPr>
          <a:xfrm>
            <a:off x="5588508" y="227075"/>
            <a:ext cx="888491" cy="539495"/>
          </a:xfrm>
          <a:prstGeom prst="rect">
            <a:avLst/>
          </a:prstGeom>
        </p:spPr>
      </p:pic>
      <p:sp>
        <p:nvSpPr>
          <p:cNvPr id="12" name="object 12"/>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13" name="object 13"/>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14</a:t>
            </a:fld>
            <a:endParaRPr spc="-25" dirty="0"/>
          </a:p>
        </p:txBody>
      </p:sp>
      <p:sp>
        <p:nvSpPr>
          <p:cNvPr id="14" name="TextBox 13">
            <a:extLst>
              <a:ext uri="{FF2B5EF4-FFF2-40B4-BE49-F238E27FC236}">
                <a16:creationId xmlns:a16="http://schemas.microsoft.com/office/drawing/2014/main" id="{AB300FAC-796C-412E-AFEB-833F6E4089EC}"/>
              </a:ext>
            </a:extLst>
          </p:cNvPr>
          <p:cNvSpPr txBox="1"/>
          <p:nvPr/>
        </p:nvSpPr>
        <p:spPr>
          <a:xfrm>
            <a:off x="1748905" y="8344683"/>
            <a:ext cx="3051695" cy="646331"/>
          </a:xfrm>
          <a:prstGeom prst="rect">
            <a:avLst/>
          </a:prstGeom>
          <a:noFill/>
          <a:ln>
            <a:solidFill>
              <a:schemeClr val="tx1"/>
            </a:solidFill>
          </a:ln>
        </p:spPr>
        <p:txBody>
          <a:bodyPr wrap="square" rtlCol="0">
            <a:spAutoFit/>
          </a:bodyPr>
          <a:lstStyle/>
          <a:p>
            <a:r>
              <a:rPr lang="en-GB" dirty="0"/>
              <a:t>Noor </a:t>
            </a:r>
            <a:r>
              <a:rPr lang="en-GB" dirty="0" err="1"/>
              <a:t>saba</a:t>
            </a:r>
            <a:endParaRPr lang="en-GB" dirty="0"/>
          </a:p>
          <a:p>
            <a:endParaRPr lang="en-GB" dirty="0"/>
          </a:p>
        </p:txBody>
      </p:sp>
      <p:sp>
        <p:nvSpPr>
          <p:cNvPr id="15" name="TextBox 14">
            <a:extLst>
              <a:ext uri="{FF2B5EF4-FFF2-40B4-BE49-F238E27FC236}">
                <a16:creationId xmlns:a16="http://schemas.microsoft.com/office/drawing/2014/main" id="{894F21A3-1A3B-BF8A-2964-D34EC9876100}"/>
              </a:ext>
            </a:extLst>
          </p:cNvPr>
          <p:cNvSpPr txBox="1"/>
          <p:nvPr/>
        </p:nvSpPr>
        <p:spPr>
          <a:xfrm>
            <a:off x="1748904" y="8870729"/>
            <a:ext cx="3051695" cy="447306"/>
          </a:xfrm>
          <a:prstGeom prst="rect">
            <a:avLst/>
          </a:prstGeom>
          <a:noFill/>
          <a:ln>
            <a:solidFill>
              <a:schemeClr val="tx1"/>
            </a:solidFill>
          </a:ln>
        </p:spPr>
        <p:txBody>
          <a:bodyPr wrap="square" rtlCol="0">
            <a:spAutoFit/>
          </a:bodyPr>
          <a:lstStyle/>
          <a:p>
            <a:endParaRPr lang="en-GB" dirty="0"/>
          </a:p>
        </p:txBody>
      </p:sp>
      <p:sp>
        <p:nvSpPr>
          <p:cNvPr id="16" name="TextBox 15">
            <a:extLst>
              <a:ext uri="{FF2B5EF4-FFF2-40B4-BE49-F238E27FC236}">
                <a16:creationId xmlns:a16="http://schemas.microsoft.com/office/drawing/2014/main" id="{3FE80825-012C-DBCA-ACA5-149F56BA2EF0}"/>
              </a:ext>
            </a:extLst>
          </p:cNvPr>
          <p:cNvSpPr txBox="1"/>
          <p:nvPr/>
        </p:nvSpPr>
        <p:spPr>
          <a:xfrm>
            <a:off x="5588508" y="8300679"/>
            <a:ext cx="1075489" cy="584775"/>
          </a:xfrm>
          <a:prstGeom prst="rect">
            <a:avLst/>
          </a:prstGeom>
          <a:noFill/>
          <a:ln>
            <a:solidFill>
              <a:schemeClr val="tx1"/>
            </a:solidFill>
          </a:ln>
        </p:spPr>
        <p:txBody>
          <a:bodyPr wrap="square" rtlCol="0">
            <a:spAutoFit/>
          </a:bodyPr>
          <a:lstStyle/>
          <a:p>
            <a:r>
              <a:rPr lang="en-GB" sz="1400" dirty="0"/>
              <a:t>15/01/2026</a:t>
            </a:r>
          </a:p>
          <a:p>
            <a:endParaRPr lang="en-GB" dirty="0"/>
          </a:p>
        </p:txBody>
      </p:sp>
      <p:sp>
        <p:nvSpPr>
          <p:cNvPr id="17" name="TextBox 16">
            <a:extLst>
              <a:ext uri="{FF2B5EF4-FFF2-40B4-BE49-F238E27FC236}">
                <a16:creationId xmlns:a16="http://schemas.microsoft.com/office/drawing/2014/main" id="{5AD69754-E533-4BBE-FAD2-CC414CBD7E48}"/>
              </a:ext>
            </a:extLst>
          </p:cNvPr>
          <p:cNvSpPr txBox="1"/>
          <p:nvPr/>
        </p:nvSpPr>
        <p:spPr>
          <a:xfrm>
            <a:off x="5588508" y="8913825"/>
            <a:ext cx="1075489" cy="447306"/>
          </a:xfrm>
          <a:prstGeom prst="rect">
            <a:avLst/>
          </a:prstGeom>
          <a:noFill/>
          <a:ln>
            <a:solidFill>
              <a:schemeClr val="tx1"/>
            </a:solidFill>
          </a:ln>
        </p:spPr>
        <p:txBody>
          <a:bodyPr wrap="square" rtlCol="0">
            <a:spAutoFit/>
          </a:bodyPr>
          <a:lstStyle/>
          <a:p>
            <a:endParaRPr lang="en-GB" dirty="0"/>
          </a:p>
        </p:txBody>
      </p:sp>
      <p:sp>
        <p:nvSpPr>
          <p:cNvPr id="18" name="TextBox 17">
            <a:extLst>
              <a:ext uri="{FF2B5EF4-FFF2-40B4-BE49-F238E27FC236}">
                <a16:creationId xmlns:a16="http://schemas.microsoft.com/office/drawing/2014/main" id="{7EAC4DF9-0E36-F29B-AC4A-501D47033425}"/>
              </a:ext>
            </a:extLst>
          </p:cNvPr>
          <p:cNvSpPr txBox="1"/>
          <p:nvPr/>
        </p:nvSpPr>
        <p:spPr>
          <a:xfrm>
            <a:off x="1975234" y="4729347"/>
            <a:ext cx="2063366" cy="369332"/>
          </a:xfrm>
          <a:prstGeom prst="rect">
            <a:avLst/>
          </a:prstGeom>
          <a:noFill/>
          <a:ln>
            <a:solidFill>
              <a:schemeClr val="tx1"/>
            </a:solidFill>
          </a:ln>
        </p:spPr>
        <p:txBody>
          <a:bodyPr wrap="square" rtlCol="0">
            <a:spAutoFit/>
          </a:bodyPr>
          <a:lstStyle/>
          <a:p>
            <a:r>
              <a:rPr lang="en-GB" dirty="0"/>
              <a:t>Noor </a:t>
            </a:r>
            <a:r>
              <a:rPr lang="en-GB" dirty="0" err="1"/>
              <a:t>saba</a:t>
            </a:r>
            <a:endParaRPr lang="en-GB" dirty="0"/>
          </a:p>
        </p:txBody>
      </p:sp>
      <p:sp>
        <p:nvSpPr>
          <p:cNvPr id="19" name="TextBox 18">
            <a:extLst>
              <a:ext uri="{FF2B5EF4-FFF2-40B4-BE49-F238E27FC236}">
                <a16:creationId xmlns:a16="http://schemas.microsoft.com/office/drawing/2014/main" id="{14D8F8D3-206D-A205-A67D-8EDDD3733BFA}"/>
              </a:ext>
            </a:extLst>
          </p:cNvPr>
          <p:cNvSpPr txBox="1"/>
          <p:nvPr/>
        </p:nvSpPr>
        <p:spPr>
          <a:xfrm>
            <a:off x="1828800" y="1613876"/>
            <a:ext cx="1867554" cy="646331"/>
          </a:xfrm>
          <a:prstGeom prst="rect">
            <a:avLst/>
          </a:prstGeom>
          <a:noFill/>
          <a:ln>
            <a:solidFill>
              <a:schemeClr val="tx1"/>
            </a:solidFill>
          </a:ln>
        </p:spPr>
        <p:txBody>
          <a:bodyPr wrap="square" rtlCol="0">
            <a:spAutoFit/>
          </a:bodyPr>
          <a:lstStyle/>
          <a:p>
            <a:r>
              <a:rPr lang="en-GB" dirty="0"/>
              <a:t>Noor </a:t>
            </a:r>
            <a:r>
              <a:rPr lang="en-GB" dirty="0" err="1"/>
              <a:t>saba</a:t>
            </a:r>
            <a:endParaRPr lang="en-GB" dirty="0"/>
          </a:p>
          <a:p>
            <a:endParaRPr lang="en-GB" dirty="0"/>
          </a:p>
        </p:txBody>
      </p:sp>
      <p:sp>
        <p:nvSpPr>
          <p:cNvPr id="20" name="TextBox 19">
            <a:extLst>
              <a:ext uri="{FF2B5EF4-FFF2-40B4-BE49-F238E27FC236}">
                <a16:creationId xmlns:a16="http://schemas.microsoft.com/office/drawing/2014/main" id="{7A96B39E-A91F-57F7-6D2C-28EE291E7AF4}"/>
              </a:ext>
            </a:extLst>
          </p:cNvPr>
          <p:cNvSpPr txBox="1"/>
          <p:nvPr/>
        </p:nvSpPr>
        <p:spPr>
          <a:xfrm>
            <a:off x="3122644" y="2604812"/>
            <a:ext cx="3458823" cy="443187"/>
          </a:xfrm>
          <a:prstGeom prst="rect">
            <a:avLst/>
          </a:prstGeom>
          <a:noFill/>
          <a:ln>
            <a:solidFill>
              <a:schemeClr val="tx1"/>
            </a:solidFill>
          </a:ln>
        </p:spPr>
        <p:txBody>
          <a:bodyPr wrap="square" rtlCol="0">
            <a:spAutoFit/>
          </a:bodyPr>
          <a:lstStyle/>
          <a:p>
            <a:endParaRPr lang="en-GB" dirty="0"/>
          </a:p>
        </p:txBody>
      </p:sp>
      <p:sp>
        <p:nvSpPr>
          <p:cNvPr id="21" name="TextBox 20">
            <a:extLst>
              <a:ext uri="{FF2B5EF4-FFF2-40B4-BE49-F238E27FC236}">
                <a16:creationId xmlns:a16="http://schemas.microsoft.com/office/drawing/2014/main" id="{F09BD6E5-193C-EC01-46C5-90F47C746ABE}"/>
              </a:ext>
            </a:extLst>
          </p:cNvPr>
          <p:cNvSpPr txBox="1"/>
          <p:nvPr/>
        </p:nvSpPr>
        <p:spPr>
          <a:xfrm>
            <a:off x="3122644" y="3137146"/>
            <a:ext cx="3458823" cy="443187"/>
          </a:xfrm>
          <a:prstGeom prst="rect">
            <a:avLst/>
          </a:prstGeom>
          <a:noFill/>
          <a:ln>
            <a:solidFill>
              <a:schemeClr val="tx1"/>
            </a:solidFill>
          </a:ln>
        </p:spPr>
        <p:txBody>
          <a:bodyPr wrap="square" rtlCol="0">
            <a:spAutoFit/>
          </a:bodyPr>
          <a:lstStyle/>
          <a:p>
            <a:endParaRPr lang="en-GB" dirty="0"/>
          </a:p>
        </p:txBody>
      </p:sp>
      <p:sp>
        <p:nvSpPr>
          <p:cNvPr id="22" name="TextBox 21">
            <a:extLst>
              <a:ext uri="{FF2B5EF4-FFF2-40B4-BE49-F238E27FC236}">
                <a16:creationId xmlns:a16="http://schemas.microsoft.com/office/drawing/2014/main" id="{8588D4B3-12BF-F4A3-70DA-C30CA9A44CBA}"/>
              </a:ext>
            </a:extLst>
          </p:cNvPr>
          <p:cNvSpPr txBox="1"/>
          <p:nvPr/>
        </p:nvSpPr>
        <p:spPr>
          <a:xfrm>
            <a:off x="3146588" y="3659073"/>
            <a:ext cx="3458823" cy="443187"/>
          </a:xfrm>
          <a:prstGeom prst="rect">
            <a:avLst/>
          </a:prstGeom>
          <a:noFill/>
          <a:ln>
            <a:solidFill>
              <a:schemeClr val="tx1"/>
            </a:solidFill>
          </a:ln>
        </p:spPr>
        <p:txBody>
          <a:bodyPr wrap="square" rtlCol="0">
            <a:spAutoFit/>
          </a:bodyPr>
          <a:lstStyle/>
          <a:p>
            <a:endParaRPr lang="en-GB" dirty="0"/>
          </a:p>
        </p:txBody>
      </p:sp>
      <p:sp>
        <p:nvSpPr>
          <p:cNvPr id="23" name="TextBox 22">
            <a:extLst>
              <a:ext uri="{FF2B5EF4-FFF2-40B4-BE49-F238E27FC236}">
                <a16:creationId xmlns:a16="http://schemas.microsoft.com/office/drawing/2014/main" id="{02B24C0A-DE99-FB48-5AC9-5B68840F9C72}"/>
              </a:ext>
            </a:extLst>
          </p:cNvPr>
          <p:cNvSpPr txBox="1"/>
          <p:nvPr/>
        </p:nvSpPr>
        <p:spPr>
          <a:xfrm>
            <a:off x="3146588" y="4207420"/>
            <a:ext cx="3458823" cy="443187"/>
          </a:xfrm>
          <a:prstGeom prst="rect">
            <a:avLst/>
          </a:prstGeom>
          <a:noFill/>
          <a:ln>
            <a:solidFill>
              <a:schemeClr val="tx1"/>
            </a:solidFill>
          </a:ln>
        </p:spPr>
        <p:txBody>
          <a:bodyPr wrap="square" rtlCol="0">
            <a:spAutoFit/>
          </a:bodyPr>
          <a:lstStyle/>
          <a:p>
            <a:endParaRPr lang="en-GB"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82826" y="431875"/>
            <a:ext cx="3876675" cy="769620"/>
          </a:xfrm>
          <a:prstGeom prst="rect">
            <a:avLst/>
          </a:prstGeom>
        </p:spPr>
        <p:txBody>
          <a:bodyPr vert="horz" wrap="square" lIns="0" tIns="12700" rIns="0" bIns="0" rtlCol="0">
            <a:spAutoFit/>
          </a:bodyPr>
          <a:lstStyle/>
          <a:p>
            <a:pPr algn="ctr">
              <a:lnSpc>
                <a:spcPct val="100000"/>
              </a:lnSpc>
              <a:spcBef>
                <a:spcPts val="100"/>
              </a:spcBef>
            </a:pPr>
            <a:r>
              <a:rPr sz="1800" b="1" spc="265" dirty="0">
                <a:latin typeface="Calibri"/>
                <a:cs typeface="Calibri"/>
              </a:rPr>
              <a:t>APPLYING</a:t>
            </a:r>
            <a:r>
              <a:rPr sz="1800" b="1" spc="90" dirty="0">
                <a:latin typeface="Calibri"/>
                <a:cs typeface="Calibri"/>
              </a:rPr>
              <a:t> </a:t>
            </a:r>
            <a:r>
              <a:rPr sz="1800" b="1" spc="300" dirty="0">
                <a:latin typeface="Calibri"/>
                <a:cs typeface="Calibri"/>
              </a:rPr>
              <a:t>FOR</a:t>
            </a:r>
            <a:r>
              <a:rPr sz="1800" b="1" spc="100" dirty="0">
                <a:latin typeface="Calibri"/>
                <a:cs typeface="Calibri"/>
              </a:rPr>
              <a:t> </a:t>
            </a:r>
            <a:r>
              <a:rPr sz="1800" b="1" spc="245" dirty="0">
                <a:latin typeface="Calibri"/>
                <a:cs typeface="Calibri"/>
              </a:rPr>
              <a:t>OPPORTUNITIES</a:t>
            </a:r>
            <a:endParaRPr sz="1800">
              <a:latin typeface="Calibri"/>
              <a:cs typeface="Calibri"/>
            </a:endParaRPr>
          </a:p>
          <a:p>
            <a:pPr algn="ctr">
              <a:lnSpc>
                <a:spcPct val="100000"/>
              </a:lnSpc>
              <a:spcBef>
                <a:spcPts val="5"/>
              </a:spcBef>
            </a:pPr>
            <a:r>
              <a:rPr sz="1400" b="1" spc="40" dirty="0">
                <a:latin typeface="Calibri"/>
                <a:cs typeface="Calibri"/>
              </a:rPr>
              <a:t>D/617/1559</a:t>
            </a:r>
            <a:endParaRPr sz="1400">
              <a:latin typeface="Calibri"/>
              <a:cs typeface="Calibri"/>
            </a:endParaRPr>
          </a:p>
          <a:p>
            <a:pPr marL="635" algn="ctr">
              <a:lnSpc>
                <a:spcPct val="100000"/>
              </a:lnSpc>
              <a:spcBef>
                <a:spcPts val="330"/>
              </a:spcBef>
            </a:pPr>
            <a:r>
              <a:rPr sz="1400" b="1" spc="180" dirty="0">
                <a:latin typeface="Calibri"/>
                <a:cs typeface="Calibri"/>
              </a:rPr>
              <a:t>Assessment</a:t>
            </a:r>
            <a:r>
              <a:rPr sz="1400" b="1" spc="125" dirty="0">
                <a:latin typeface="Calibri"/>
                <a:cs typeface="Calibri"/>
              </a:rPr>
              <a:t> </a:t>
            </a:r>
            <a:r>
              <a:rPr sz="1400" b="1" spc="210" dirty="0">
                <a:latin typeface="Calibri"/>
                <a:cs typeface="Calibri"/>
              </a:rPr>
              <a:t>Feedback</a:t>
            </a:r>
            <a:r>
              <a:rPr sz="1400" b="1" spc="50" dirty="0">
                <a:latin typeface="Calibri"/>
                <a:cs typeface="Calibri"/>
              </a:rPr>
              <a:t> </a:t>
            </a:r>
            <a:r>
              <a:rPr sz="1400" b="1" spc="170" dirty="0">
                <a:latin typeface="Calibri"/>
                <a:cs typeface="Calibri"/>
              </a:rPr>
              <a:t>Sheet</a:t>
            </a:r>
            <a:endParaRPr sz="1400">
              <a:latin typeface="Calibri"/>
              <a:cs typeface="Calibri"/>
            </a:endParaRPr>
          </a:p>
        </p:txBody>
      </p:sp>
      <p:graphicFrame>
        <p:nvGraphicFramePr>
          <p:cNvPr id="3" name="object 3"/>
          <p:cNvGraphicFramePr>
            <a:graphicFrameLocks noGrp="1"/>
          </p:cNvGraphicFramePr>
          <p:nvPr/>
        </p:nvGraphicFramePr>
        <p:xfrm>
          <a:off x="251475" y="1260838"/>
          <a:ext cx="6338569" cy="7762875"/>
        </p:xfrm>
        <a:graphic>
          <a:graphicData uri="http://schemas.openxmlformats.org/drawingml/2006/table">
            <a:tbl>
              <a:tblPr firstRow="1" bandRow="1">
                <a:tableStyleId>{2D5ABB26-0587-4C30-8999-92F81FD0307C}</a:tableStyleId>
              </a:tblPr>
              <a:tblGrid>
                <a:gridCol w="400685">
                  <a:extLst>
                    <a:ext uri="{9D8B030D-6E8A-4147-A177-3AD203B41FA5}">
                      <a16:colId xmlns:a16="http://schemas.microsoft.com/office/drawing/2014/main" val="20000"/>
                    </a:ext>
                  </a:extLst>
                </a:gridCol>
                <a:gridCol w="463550">
                  <a:extLst>
                    <a:ext uri="{9D8B030D-6E8A-4147-A177-3AD203B41FA5}">
                      <a16:colId xmlns:a16="http://schemas.microsoft.com/office/drawing/2014/main" val="20001"/>
                    </a:ext>
                  </a:extLst>
                </a:gridCol>
                <a:gridCol w="936625">
                  <a:extLst>
                    <a:ext uri="{9D8B030D-6E8A-4147-A177-3AD203B41FA5}">
                      <a16:colId xmlns:a16="http://schemas.microsoft.com/office/drawing/2014/main" val="20002"/>
                    </a:ext>
                  </a:extLst>
                </a:gridCol>
                <a:gridCol w="2143125">
                  <a:extLst>
                    <a:ext uri="{9D8B030D-6E8A-4147-A177-3AD203B41FA5}">
                      <a16:colId xmlns:a16="http://schemas.microsoft.com/office/drawing/2014/main" val="20003"/>
                    </a:ext>
                  </a:extLst>
                </a:gridCol>
                <a:gridCol w="666114">
                  <a:extLst>
                    <a:ext uri="{9D8B030D-6E8A-4147-A177-3AD203B41FA5}">
                      <a16:colId xmlns:a16="http://schemas.microsoft.com/office/drawing/2014/main" val="20004"/>
                    </a:ext>
                  </a:extLst>
                </a:gridCol>
                <a:gridCol w="864235">
                  <a:extLst>
                    <a:ext uri="{9D8B030D-6E8A-4147-A177-3AD203B41FA5}">
                      <a16:colId xmlns:a16="http://schemas.microsoft.com/office/drawing/2014/main" val="20005"/>
                    </a:ext>
                  </a:extLst>
                </a:gridCol>
                <a:gridCol w="864235">
                  <a:extLst>
                    <a:ext uri="{9D8B030D-6E8A-4147-A177-3AD203B41FA5}">
                      <a16:colId xmlns:a16="http://schemas.microsoft.com/office/drawing/2014/main" val="20006"/>
                    </a:ext>
                  </a:extLst>
                </a:gridCol>
              </a:tblGrid>
              <a:tr h="396240">
                <a:tc gridSpan="2">
                  <a:txBody>
                    <a:bodyPr/>
                    <a:lstStyle/>
                    <a:p>
                      <a:pPr marL="90805" marR="97155">
                        <a:lnSpc>
                          <a:spcPct val="100000"/>
                        </a:lnSpc>
                        <a:spcBef>
                          <a:spcPts val="305"/>
                        </a:spcBef>
                      </a:pPr>
                      <a:r>
                        <a:rPr sz="1000" spc="-10" dirty="0">
                          <a:latin typeface="Century Gothic"/>
                          <a:cs typeface="Century Gothic"/>
                        </a:rPr>
                        <a:t>Learning Outcomes</a:t>
                      </a:r>
                      <a:endParaRPr sz="1000">
                        <a:latin typeface="Century Gothic"/>
                        <a:cs typeface="Century Gothic"/>
                      </a:endParaRPr>
                    </a:p>
                  </a:txBody>
                  <a:tcPr marL="0" marR="0" marT="3873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a:txBody>
                    <a:bodyPr/>
                    <a:lstStyle/>
                    <a:p>
                      <a:pPr marL="91440">
                        <a:lnSpc>
                          <a:spcPct val="100000"/>
                        </a:lnSpc>
                        <a:spcBef>
                          <a:spcPts val="305"/>
                        </a:spcBef>
                      </a:pPr>
                      <a:r>
                        <a:rPr sz="1000" spc="-10" dirty="0">
                          <a:latin typeface="Century Gothic"/>
                          <a:cs typeface="Century Gothic"/>
                        </a:rPr>
                        <a:t>Achieved</a:t>
                      </a:r>
                      <a:endParaRPr sz="1000">
                        <a:latin typeface="Century Gothic"/>
                        <a:cs typeface="Century Gothic"/>
                      </a:endParaRPr>
                    </a:p>
                  </a:txBody>
                  <a:tcPr marL="0" marR="0" marT="3873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gridSpan="4">
                  <a:txBody>
                    <a:bodyPr/>
                    <a:lstStyle/>
                    <a:p>
                      <a:pPr marL="90805">
                        <a:lnSpc>
                          <a:spcPct val="100000"/>
                        </a:lnSpc>
                        <a:spcBef>
                          <a:spcPts val="305"/>
                        </a:spcBef>
                      </a:pPr>
                      <a:r>
                        <a:rPr sz="1000" dirty="0">
                          <a:latin typeface="Century Gothic"/>
                          <a:cs typeface="Century Gothic"/>
                        </a:rPr>
                        <a:t>Not</a:t>
                      </a:r>
                      <a:r>
                        <a:rPr sz="1000" spc="45" dirty="0">
                          <a:latin typeface="Century Gothic"/>
                          <a:cs typeface="Century Gothic"/>
                        </a:rPr>
                        <a:t> </a:t>
                      </a:r>
                      <a:r>
                        <a:rPr sz="1000" spc="-20" dirty="0">
                          <a:latin typeface="Century Gothic"/>
                          <a:cs typeface="Century Gothic"/>
                        </a:rPr>
                        <a:t>Achieved</a:t>
                      </a:r>
                      <a:r>
                        <a:rPr sz="1000" spc="30" dirty="0">
                          <a:latin typeface="Century Gothic"/>
                          <a:cs typeface="Century Gothic"/>
                        </a:rPr>
                        <a:t> </a:t>
                      </a:r>
                      <a:r>
                        <a:rPr sz="1000" dirty="0">
                          <a:latin typeface="Century Gothic"/>
                          <a:cs typeface="Century Gothic"/>
                        </a:rPr>
                        <a:t>–</a:t>
                      </a:r>
                      <a:r>
                        <a:rPr sz="1000" spc="50" dirty="0">
                          <a:latin typeface="Century Gothic"/>
                          <a:cs typeface="Century Gothic"/>
                        </a:rPr>
                        <a:t> </a:t>
                      </a:r>
                      <a:r>
                        <a:rPr sz="1000" spc="45" dirty="0">
                          <a:latin typeface="Century Gothic"/>
                          <a:cs typeface="Century Gothic"/>
                        </a:rPr>
                        <a:t>Assessment</a:t>
                      </a:r>
                      <a:r>
                        <a:rPr sz="1000" spc="15" dirty="0">
                          <a:latin typeface="Century Gothic"/>
                          <a:cs typeface="Century Gothic"/>
                        </a:rPr>
                        <a:t> </a:t>
                      </a:r>
                      <a:r>
                        <a:rPr sz="1000" dirty="0">
                          <a:latin typeface="Century Gothic"/>
                          <a:cs typeface="Century Gothic"/>
                        </a:rPr>
                        <a:t>criteria</a:t>
                      </a:r>
                      <a:r>
                        <a:rPr sz="1000" spc="50" dirty="0">
                          <a:latin typeface="Century Gothic"/>
                          <a:cs typeface="Century Gothic"/>
                        </a:rPr>
                        <a:t> </a:t>
                      </a:r>
                      <a:r>
                        <a:rPr sz="1000" spc="-10" dirty="0">
                          <a:latin typeface="Century Gothic"/>
                          <a:cs typeface="Century Gothic"/>
                        </a:rPr>
                        <a:t>outstanding</a:t>
                      </a:r>
                      <a:endParaRPr sz="1000">
                        <a:latin typeface="Century Gothic"/>
                        <a:cs typeface="Century Gothic"/>
                      </a:endParaRPr>
                    </a:p>
                  </a:txBody>
                  <a:tcPr marL="0" marR="0" marT="3873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59410">
                <a:tc gridSpan="2">
                  <a:txBody>
                    <a:bodyPr/>
                    <a:lstStyle/>
                    <a:p>
                      <a:pPr algn="ctr">
                        <a:lnSpc>
                          <a:spcPct val="100000"/>
                        </a:lnSpc>
                        <a:spcBef>
                          <a:spcPts val="509"/>
                        </a:spcBef>
                      </a:pPr>
                      <a:r>
                        <a:rPr sz="1400" b="1" spc="-50" dirty="0">
                          <a:latin typeface="Calibri"/>
                          <a:cs typeface="Calibri"/>
                        </a:rPr>
                        <a:t>1</a:t>
                      </a:r>
                      <a:endParaRPr sz="1400">
                        <a:latin typeface="Calibri"/>
                        <a:cs typeface="Calibri"/>
                      </a:endParaRPr>
                    </a:p>
                  </a:txBody>
                  <a:tcPr marL="0" marR="0" marT="64769"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gridSpan="4">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359410">
                <a:tc gridSpan="2">
                  <a:txBody>
                    <a:bodyPr/>
                    <a:lstStyle/>
                    <a:p>
                      <a:pPr algn="ctr">
                        <a:lnSpc>
                          <a:spcPct val="100000"/>
                        </a:lnSpc>
                        <a:spcBef>
                          <a:spcPts val="509"/>
                        </a:spcBef>
                      </a:pPr>
                      <a:r>
                        <a:rPr sz="1400" b="1" spc="60" dirty="0">
                          <a:latin typeface="Calibri"/>
                          <a:cs typeface="Calibri"/>
                        </a:rPr>
                        <a:t>2</a:t>
                      </a:r>
                      <a:endParaRPr sz="1400">
                        <a:latin typeface="Calibri"/>
                        <a:cs typeface="Calibri"/>
                      </a:endParaRPr>
                    </a:p>
                  </a:txBody>
                  <a:tcPr marL="0" marR="0" marT="64769"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gridSpan="4">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359410">
                <a:tc gridSpan="2">
                  <a:txBody>
                    <a:bodyPr/>
                    <a:lstStyle/>
                    <a:p>
                      <a:pPr algn="ctr">
                        <a:lnSpc>
                          <a:spcPct val="100000"/>
                        </a:lnSpc>
                        <a:spcBef>
                          <a:spcPts val="509"/>
                        </a:spcBef>
                      </a:pPr>
                      <a:r>
                        <a:rPr sz="1400" b="1" spc="60" dirty="0">
                          <a:latin typeface="Calibri"/>
                          <a:cs typeface="Calibri"/>
                        </a:rPr>
                        <a:t>3</a:t>
                      </a:r>
                      <a:endParaRPr sz="1400">
                        <a:latin typeface="Calibri"/>
                        <a:cs typeface="Calibri"/>
                      </a:endParaRPr>
                    </a:p>
                  </a:txBody>
                  <a:tcPr marL="0" marR="0" marT="64769"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gridSpan="4">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r h="359410">
                <a:tc gridSpan="2">
                  <a:txBody>
                    <a:bodyPr/>
                    <a:lstStyle/>
                    <a:p>
                      <a:pPr algn="ctr">
                        <a:lnSpc>
                          <a:spcPct val="100000"/>
                        </a:lnSpc>
                        <a:spcBef>
                          <a:spcPts val="509"/>
                        </a:spcBef>
                      </a:pPr>
                      <a:r>
                        <a:rPr sz="1400" b="1" spc="195" dirty="0">
                          <a:latin typeface="Calibri"/>
                          <a:cs typeface="Calibri"/>
                        </a:rPr>
                        <a:t>4</a:t>
                      </a:r>
                      <a:endParaRPr sz="1400">
                        <a:latin typeface="Calibri"/>
                        <a:cs typeface="Calibri"/>
                      </a:endParaRPr>
                    </a:p>
                  </a:txBody>
                  <a:tcPr marL="0" marR="0" marT="64769"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gridSpan="4">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4"/>
                  </a:ext>
                </a:extLst>
              </a:tr>
              <a:tr h="347980">
                <a:tc gridSpan="2">
                  <a:txBody>
                    <a:bodyPr/>
                    <a:lstStyle/>
                    <a:p>
                      <a:pPr algn="ctr">
                        <a:lnSpc>
                          <a:spcPct val="100000"/>
                        </a:lnSpc>
                        <a:spcBef>
                          <a:spcPts val="509"/>
                        </a:spcBef>
                      </a:pPr>
                      <a:r>
                        <a:rPr sz="1400" b="1" spc="60" dirty="0">
                          <a:latin typeface="Calibri"/>
                          <a:cs typeface="Calibri"/>
                        </a:rPr>
                        <a:t>5</a:t>
                      </a:r>
                      <a:endParaRPr sz="1400">
                        <a:latin typeface="Calibri"/>
                        <a:cs typeface="Calibri"/>
                      </a:endParaRPr>
                    </a:p>
                  </a:txBody>
                  <a:tcPr marL="0" marR="0" marT="64769"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gridSpan="4">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5"/>
                  </a:ext>
                </a:extLst>
              </a:tr>
              <a:tr h="325755">
                <a:tc gridSpan="5">
                  <a:txBody>
                    <a:bodyPr/>
                    <a:lstStyle/>
                    <a:p>
                      <a:pPr marL="59690">
                        <a:lnSpc>
                          <a:spcPts val="1140"/>
                        </a:lnSpc>
                      </a:pPr>
                      <a:r>
                        <a:rPr sz="1000" dirty="0">
                          <a:latin typeface="Century Gothic"/>
                          <a:cs typeface="Century Gothic"/>
                        </a:rPr>
                        <a:t>Action</a:t>
                      </a:r>
                      <a:r>
                        <a:rPr sz="1000" spc="25" dirty="0">
                          <a:latin typeface="Century Gothic"/>
                          <a:cs typeface="Century Gothic"/>
                        </a:rPr>
                        <a:t> </a:t>
                      </a:r>
                      <a:r>
                        <a:rPr sz="1000" dirty="0">
                          <a:latin typeface="Century Gothic"/>
                          <a:cs typeface="Century Gothic"/>
                        </a:rPr>
                        <a:t>Plan–</a:t>
                      </a:r>
                      <a:r>
                        <a:rPr sz="1000" spc="35" dirty="0">
                          <a:latin typeface="Century Gothic"/>
                          <a:cs typeface="Century Gothic"/>
                        </a:rPr>
                        <a:t> </a:t>
                      </a:r>
                      <a:r>
                        <a:rPr sz="1000" dirty="0">
                          <a:latin typeface="Century Gothic"/>
                          <a:cs typeface="Century Gothic"/>
                        </a:rPr>
                        <a:t>to</a:t>
                      </a:r>
                      <a:r>
                        <a:rPr sz="1000" spc="15" dirty="0">
                          <a:latin typeface="Century Gothic"/>
                          <a:cs typeface="Century Gothic"/>
                        </a:rPr>
                        <a:t> </a:t>
                      </a:r>
                      <a:r>
                        <a:rPr sz="1000" dirty="0">
                          <a:latin typeface="Century Gothic"/>
                          <a:cs typeface="Century Gothic"/>
                        </a:rPr>
                        <a:t>include</a:t>
                      </a:r>
                      <a:r>
                        <a:rPr sz="1000" spc="55" dirty="0">
                          <a:latin typeface="Century Gothic"/>
                          <a:cs typeface="Century Gothic"/>
                        </a:rPr>
                        <a:t> </a:t>
                      </a:r>
                      <a:r>
                        <a:rPr sz="1000" spc="-20" dirty="0">
                          <a:latin typeface="Century Gothic"/>
                          <a:cs typeface="Century Gothic"/>
                        </a:rPr>
                        <a:t>attendance</a:t>
                      </a:r>
                      <a:r>
                        <a:rPr sz="1000" spc="15" dirty="0">
                          <a:latin typeface="Century Gothic"/>
                          <a:cs typeface="Century Gothic"/>
                        </a:rPr>
                        <a:t> </a:t>
                      </a:r>
                      <a:r>
                        <a:rPr sz="1000" spc="-10" dirty="0">
                          <a:latin typeface="Century Gothic"/>
                          <a:cs typeface="Century Gothic"/>
                        </a:rPr>
                        <a:t>and</a:t>
                      </a:r>
                      <a:r>
                        <a:rPr sz="1000" spc="45" dirty="0">
                          <a:latin typeface="Century Gothic"/>
                          <a:cs typeface="Century Gothic"/>
                        </a:rPr>
                        <a:t> </a:t>
                      </a:r>
                      <a:r>
                        <a:rPr sz="1000" dirty="0">
                          <a:latin typeface="Century Gothic"/>
                          <a:cs typeface="Century Gothic"/>
                        </a:rPr>
                        <a:t>learner</a:t>
                      </a:r>
                      <a:r>
                        <a:rPr sz="1000" spc="45" dirty="0">
                          <a:latin typeface="Century Gothic"/>
                          <a:cs typeface="Century Gothic"/>
                        </a:rPr>
                        <a:t> </a:t>
                      </a:r>
                      <a:r>
                        <a:rPr sz="1000" spc="-10" dirty="0">
                          <a:latin typeface="Century Gothic"/>
                          <a:cs typeface="Century Gothic"/>
                        </a:rPr>
                        <a:t>improvements</a:t>
                      </a:r>
                      <a:endParaRPr sz="1000">
                        <a:latin typeface="Century Gothic"/>
                        <a:cs typeface="Century Gothic"/>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59690">
                        <a:lnSpc>
                          <a:spcPts val="1140"/>
                        </a:lnSpc>
                      </a:pPr>
                      <a:r>
                        <a:rPr sz="1000" spc="-10" dirty="0">
                          <a:latin typeface="Century Gothic"/>
                          <a:cs typeface="Century Gothic"/>
                        </a:rPr>
                        <a:t>Target</a:t>
                      </a:r>
                      <a:endParaRPr sz="1000">
                        <a:latin typeface="Century Gothic"/>
                        <a:cs typeface="Century Gothic"/>
                      </a:endParaRPr>
                    </a:p>
                    <a:p>
                      <a:pPr marL="59690">
                        <a:lnSpc>
                          <a:spcPts val="1150"/>
                        </a:lnSpc>
                        <a:spcBef>
                          <a:spcPts val="180"/>
                        </a:spcBef>
                      </a:pPr>
                      <a:r>
                        <a:rPr sz="1000" spc="-20" dirty="0">
                          <a:latin typeface="Century Gothic"/>
                          <a:cs typeface="Century Gothic"/>
                        </a:rPr>
                        <a:t>Date</a:t>
                      </a:r>
                      <a:endParaRPr sz="1000">
                        <a:latin typeface="Century Gothic"/>
                        <a:cs typeface="Century Gothic"/>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59690">
                        <a:lnSpc>
                          <a:spcPts val="1140"/>
                        </a:lnSpc>
                      </a:pPr>
                      <a:r>
                        <a:rPr sz="1000" dirty="0">
                          <a:latin typeface="Century Gothic"/>
                          <a:cs typeface="Century Gothic"/>
                        </a:rPr>
                        <a:t>Action</a:t>
                      </a:r>
                      <a:r>
                        <a:rPr sz="1000" spc="10" dirty="0">
                          <a:latin typeface="Century Gothic"/>
                          <a:cs typeface="Century Gothic"/>
                        </a:rPr>
                        <a:t> </a:t>
                      </a:r>
                      <a:r>
                        <a:rPr sz="1000" spc="-25" dirty="0">
                          <a:latin typeface="Century Gothic"/>
                          <a:cs typeface="Century Gothic"/>
                        </a:rPr>
                        <a:t>by</a:t>
                      </a:r>
                      <a:endParaRPr sz="1000">
                        <a:latin typeface="Century Gothic"/>
                        <a:cs typeface="Century Gothic"/>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6"/>
                  </a:ext>
                </a:extLst>
              </a:tr>
              <a:tr h="244475">
                <a:tc>
                  <a:txBody>
                    <a:bodyPr/>
                    <a:lstStyle/>
                    <a:p>
                      <a:pPr algn="ctr">
                        <a:lnSpc>
                          <a:spcPct val="100000"/>
                        </a:lnSpc>
                        <a:spcBef>
                          <a:spcPts val="295"/>
                        </a:spcBef>
                      </a:pPr>
                      <a:r>
                        <a:rPr sz="1100" spc="-50" dirty="0">
                          <a:latin typeface="Century Gothic"/>
                          <a:cs typeface="Century Gothic"/>
                        </a:rPr>
                        <a:t>1</a:t>
                      </a:r>
                      <a:endParaRPr sz="1100">
                        <a:latin typeface="Century Gothic"/>
                        <a:cs typeface="Century Gothic"/>
                      </a:endParaRPr>
                    </a:p>
                  </a:txBody>
                  <a:tcPr marL="0" marR="0" marT="3746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gridSpan="4">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7"/>
                  </a:ext>
                </a:extLst>
              </a:tr>
              <a:tr h="244475">
                <a:tc>
                  <a:txBody>
                    <a:bodyPr/>
                    <a:lstStyle/>
                    <a:p>
                      <a:pPr algn="ctr">
                        <a:lnSpc>
                          <a:spcPct val="100000"/>
                        </a:lnSpc>
                        <a:spcBef>
                          <a:spcPts val="295"/>
                        </a:spcBef>
                      </a:pPr>
                      <a:r>
                        <a:rPr sz="1100" spc="-50" dirty="0">
                          <a:latin typeface="Century Gothic"/>
                          <a:cs typeface="Century Gothic"/>
                        </a:rPr>
                        <a:t>2</a:t>
                      </a:r>
                      <a:endParaRPr sz="1100">
                        <a:latin typeface="Century Gothic"/>
                        <a:cs typeface="Century Gothic"/>
                      </a:endParaRPr>
                    </a:p>
                  </a:txBody>
                  <a:tcPr marL="0" marR="0" marT="3746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gridSpan="4">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8"/>
                  </a:ext>
                </a:extLst>
              </a:tr>
              <a:tr h="244475">
                <a:tc>
                  <a:txBody>
                    <a:bodyPr/>
                    <a:lstStyle/>
                    <a:p>
                      <a:pPr algn="ctr">
                        <a:lnSpc>
                          <a:spcPct val="100000"/>
                        </a:lnSpc>
                        <a:spcBef>
                          <a:spcPts val="295"/>
                        </a:spcBef>
                      </a:pPr>
                      <a:r>
                        <a:rPr sz="1100" spc="-50" dirty="0">
                          <a:latin typeface="Century Gothic"/>
                          <a:cs typeface="Century Gothic"/>
                        </a:rPr>
                        <a:t>3</a:t>
                      </a:r>
                      <a:endParaRPr sz="1100">
                        <a:latin typeface="Century Gothic"/>
                        <a:cs typeface="Century Gothic"/>
                      </a:endParaRPr>
                    </a:p>
                  </a:txBody>
                  <a:tcPr marL="0" marR="0" marT="3746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gridSpan="4">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9"/>
                  </a:ext>
                </a:extLst>
              </a:tr>
              <a:tr h="3196590">
                <a:tc gridSpan="7">
                  <a:txBody>
                    <a:bodyPr/>
                    <a:lstStyle/>
                    <a:p>
                      <a:pPr marL="60325">
                        <a:lnSpc>
                          <a:spcPct val="100000"/>
                        </a:lnSpc>
                        <a:spcBef>
                          <a:spcPts val="259"/>
                        </a:spcBef>
                      </a:pPr>
                      <a:r>
                        <a:rPr sz="1000" u="sng" spc="45" dirty="0">
                          <a:uFill>
                            <a:solidFill>
                              <a:srgbClr val="000000"/>
                            </a:solidFill>
                          </a:uFill>
                          <a:latin typeface="Century Gothic"/>
                          <a:cs typeface="Century Gothic"/>
                        </a:rPr>
                        <a:t>Assessor</a:t>
                      </a:r>
                      <a:r>
                        <a:rPr sz="1000" u="sng" spc="-10" dirty="0">
                          <a:uFill>
                            <a:solidFill>
                              <a:srgbClr val="000000"/>
                            </a:solidFill>
                          </a:uFill>
                          <a:latin typeface="Century Gothic"/>
                          <a:cs typeface="Century Gothic"/>
                        </a:rPr>
                        <a:t> Feedback</a:t>
                      </a:r>
                      <a:endParaRPr sz="1000">
                        <a:latin typeface="Century Gothic"/>
                        <a:cs typeface="Century Gothic"/>
                      </a:endParaRPr>
                    </a:p>
                    <a:p>
                      <a:pPr>
                        <a:lnSpc>
                          <a:spcPct val="100000"/>
                        </a:lnSpc>
                      </a:pPr>
                      <a:endParaRPr sz="1000">
                        <a:latin typeface="Times New Roman"/>
                        <a:cs typeface="Times New Roman"/>
                      </a:endParaRPr>
                    </a:p>
                    <a:p>
                      <a:pPr>
                        <a:lnSpc>
                          <a:spcPct val="100000"/>
                        </a:lnSpc>
                      </a:pPr>
                      <a:endParaRPr sz="1000">
                        <a:latin typeface="Times New Roman"/>
                        <a:cs typeface="Times New Roman"/>
                      </a:endParaRPr>
                    </a:p>
                    <a:p>
                      <a:pPr>
                        <a:lnSpc>
                          <a:spcPct val="100000"/>
                        </a:lnSpc>
                      </a:pPr>
                      <a:endParaRPr sz="1000">
                        <a:latin typeface="Times New Roman"/>
                        <a:cs typeface="Times New Roman"/>
                      </a:endParaRPr>
                    </a:p>
                    <a:p>
                      <a:pPr>
                        <a:lnSpc>
                          <a:spcPct val="100000"/>
                        </a:lnSpc>
                      </a:pPr>
                      <a:endParaRPr sz="1000">
                        <a:latin typeface="Times New Roman"/>
                        <a:cs typeface="Times New Roman"/>
                      </a:endParaRPr>
                    </a:p>
                    <a:p>
                      <a:pPr>
                        <a:lnSpc>
                          <a:spcPct val="100000"/>
                        </a:lnSpc>
                      </a:pPr>
                      <a:endParaRPr sz="1000">
                        <a:latin typeface="Times New Roman"/>
                        <a:cs typeface="Times New Roman"/>
                      </a:endParaRPr>
                    </a:p>
                    <a:p>
                      <a:pPr>
                        <a:lnSpc>
                          <a:spcPct val="100000"/>
                        </a:lnSpc>
                        <a:spcBef>
                          <a:spcPts val="300"/>
                        </a:spcBef>
                      </a:pPr>
                      <a:endParaRPr sz="1000">
                        <a:latin typeface="Times New Roman"/>
                        <a:cs typeface="Times New Roman"/>
                      </a:endParaRPr>
                    </a:p>
                    <a:p>
                      <a:pPr marL="60325">
                        <a:lnSpc>
                          <a:spcPct val="100000"/>
                        </a:lnSpc>
                      </a:pPr>
                      <a:r>
                        <a:rPr sz="1000" u="sng" dirty="0">
                          <a:uFill>
                            <a:solidFill>
                              <a:srgbClr val="000000"/>
                            </a:solidFill>
                          </a:uFill>
                          <a:latin typeface="Century Gothic"/>
                          <a:cs typeface="Century Gothic"/>
                        </a:rPr>
                        <a:t>Learner</a:t>
                      </a:r>
                      <a:r>
                        <a:rPr sz="1000" u="sng" spc="145" dirty="0">
                          <a:uFill>
                            <a:solidFill>
                              <a:srgbClr val="000000"/>
                            </a:solidFill>
                          </a:uFill>
                          <a:latin typeface="Century Gothic"/>
                          <a:cs typeface="Century Gothic"/>
                        </a:rPr>
                        <a:t> </a:t>
                      </a:r>
                      <a:r>
                        <a:rPr sz="1000" u="sng" spc="-10" dirty="0">
                          <a:uFill>
                            <a:solidFill>
                              <a:srgbClr val="000000"/>
                            </a:solidFill>
                          </a:uFill>
                          <a:latin typeface="Century Gothic"/>
                          <a:cs typeface="Century Gothic"/>
                        </a:rPr>
                        <a:t>Feedback:</a:t>
                      </a:r>
                      <a:endParaRPr sz="1000">
                        <a:latin typeface="Century Gothic"/>
                        <a:cs typeface="Century Gothic"/>
                      </a:endParaRPr>
                    </a:p>
                    <a:p>
                      <a:pPr marL="60325">
                        <a:lnSpc>
                          <a:spcPct val="100000"/>
                        </a:lnSpc>
                      </a:pPr>
                      <a:r>
                        <a:rPr sz="1000" dirty="0">
                          <a:latin typeface="Century Gothic"/>
                          <a:cs typeface="Century Gothic"/>
                        </a:rPr>
                        <a:t>Outline</a:t>
                      </a:r>
                      <a:r>
                        <a:rPr sz="1000" spc="75" dirty="0">
                          <a:latin typeface="Century Gothic"/>
                          <a:cs typeface="Century Gothic"/>
                        </a:rPr>
                        <a:t> </a:t>
                      </a:r>
                      <a:r>
                        <a:rPr sz="1000" dirty="0">
                          <a:latin typeface="Century Gothic"/>
                          <a:cs typeface="Century Gothic"/>
                        </a:rPr>
                        <a:t>two</a:t>
                      </a:r>
                      <a:r>
                        <a:rPr sz="1000" spc="65" dirty="0">
                          <a:latin typeface="Century Gothic"/>
                          <a:cs typeface="Century Gothic"/>
                        </a:rPr>
                        <a:t> </a:t>
                      </a:r>
                      <a:r>
                        <a:rPr sz="1000" dirty="0">
                          <a:latin typeface="Century Gothic"/>
                          <a:cs typeface="Century Gothic"/>
                        </a:rPr>
                        <a:t>main</a:t>
                      </a:r>
                      <a:r>
                        <a:rPr sz="1000" spc="75" dirty="0">
                          <a:latin typeface="Century Gothic"/>
                          <a:cs typeface="Century Gothic"/>
                        </a:rPr>
                        <a:t> </a:t>
                      </a:r>
                      <a:r>
                        <a:rPr sz="1000" dirty="0">
                          <a:latin typeface="Century Gothic"/>
                          <a:cs typeface="Century Gothic"/>
                        </a:rPr>
                        <a:t>aspects</a:t>
                      </a:r>
                      <a:r>
                        <a:rPr sz="1000" spc="55" dirty="0">
                          <a:latin typeface="Century Gothic"/>
                          <a:cs typeface="Century Gothic"/>
                        </a:rPr>
                        <a:t> </a:t>
                      </a:r>
                      <a:r>
                        <a:rPr sz="1000" dirty="0">
                          <a:latin typeface="Century Gothic"/>
                          <a:cs typeface="Century Gothic"/>
                        </a:rPr>
                        <a:t>you</a:t>
                      </a:r>
                      <a:r>
                        <a:rPr sz="1000" spc="65" dirty="0">
                          <a:latin typeface="Century Gothic"/>
                          <a:cs typeface="Century Gothic"/>
                        </a:rPr>
                        <a:t> </a:t>
                      </a:r>
                      <a:r>
                        <a:rPr sz="1000" spc="-20" dirty="0">
                          <a:latin typeface="Century Gothic"/>
                          <a:cs typeface="Century Gothic"/>
                        </a:rPr>
                        <a:t>have</a:t>
                      </a:r>
                      <a:r>
                        <a:rPr sz="1000" spc="65" dirty="0">
                          <a:latin typeface="Century Gothic"/>
                          <a:cs typeface="Century Gothic"/>
                        </a:rPr>
                        <a:t> </a:t>
                      </a:r>
                      <a:r>
                        <a:rPr sz="1000" dirty="0">
                          <a:latin typeface="Century Gothic"/>
                          <a:cs typeface="Century Gothic"/>
                        </a:rPr>
                        <a:t>learnt</a:t>
                      </a:r>
                      <a:r>
                        <a:rPr sz="1000" spc="70" dirty="0">
                          <a:latin typeface="Century Gothic"/>
                          <a:cs typeface="Century Gothic"/>
                        </a:rPr>
                        <a:t> </a:t>
                      </a:r>
                      <a:r>
                        <a:rPr sz="1000" dirty="0">
                          <a:latin typeface="Century Gothic"/>
                          <a:cs typeface="Century Gothic"/>
                        </a:rPr>
                        <a:t>from</a:t>
                      </a:r>
                      <a:r>
                        <a:rPr sz="1000" spc="75" dirty="0">
                          <a:latin typeface="Century Gothic"/>
                          <a:cs typeface="Century Gothic"/>
                        </a:rPr>
                        <a:t> </a:t>
                      </a:r>
                      <a:r>
                        <a:rPr sz="1000" spc="65" dirty="0">
                          <a:latin typeface="Century Gothic"/>
                          <a:cs typeface="Century Gothic"/>
                        </a:rPr>
                        <a:t>this</a:t>
                      </a:r>
                      <a:r>
                        <a:rPr sz="1000" spc="70" dirty="0">
                          <a:latin typeface="Century Gothic"/>
                          <a:cs typeface="Century Gothic"/>
                        </a:rPr>
                        <a:t> </a:t>
                      </a:r>
                      <a:r>
                        <a:rPr sz="1000" spc="35" dirty="0">
                          <a:latin typeface="Century Gothic"/>
                          <a:cs typeface="Century Gothic"/>
                        </a:rPr>
                        <a:t>unit</a:t>
                      </a:r>
                      <a:endParaRPr sz="1000">
                        <a:latin typeface="Century Gothic"/>
                        <a:cs typeface="Century Gothic"/>
                      </a:endParaRPr>
                    </a:p>
                    <a:p>
                      <a:pPr>
                        <a:lnSpc>
                          <a:spcPct val="100000"/>
                        </a:lnSpc>
                        <a:spcBef>
                          <a:spcPts val="50"/>
                        </a:spcBef>
                      </a:pPr>
                      <a:endParaRPr sz="1000">
                        <a:latin typeface="Times New Roman"/>
                        <a:cs typeface="Times New Roman"/>
                      </a:endParaRPr>
                    </a:p>
                    <a:p>
                      <a:pPr marL="60325">
                        <a:lnSpc>
                          <a:spcPct val="100000"/>
                        </a:lnSpc>
                      </a:pPr>
                      <a:r>
                        <a:rPr sz="1000" spc="-50" dirty="0">
                          <a:latin typeface="Century Gothic"/>
                          <a:cs typeface="Century Gothic"/>
                        </a:rPr>
                        <a:t>&gt;</a:t>
                      </a:r>
                      <a:endParaRPr sz="1000">
                        <a:latin typeface="Century Gothic"/>
                        <a:cs typeface="Century Gothic"/>
                      </a:endParaRPr>
                    </a:p>
                    <a:p>
                      <a:pPr>
                        <a:lnSpc>
                          <a:spcPct val="100000"/>
                        </a:lnSpc>
                        <a:spcBef>
                          <a:spcPts val="50"/>
                        </a:spcBef>
                      </a:pPr>
                      <a:endParaRPr sz="1000">
                        <a:latin typeface="Times New Roman"/>
                        <a:cs typeface="Times New Roman"/>
                      </a:endParaRPr>
                    </a:p>
                    <a:p>
                      <a:pPr marL="60325">
                        <a:lnSpc>
                          <a:spcPct val="100000"/>
                        </a:lnSpc>
                      </a:pPr>
                      <a:r>
                        <a:rPr sz="1000" spc="-50" dirty="0">
                          <a:latin typeface="Century Gothic"/>
                          <a:cs typeface="Century Gothic"/>
                        </a:rPr>
                        <a:t>&gt;</a:t>
                      </a:r>
                      <a:endParaRPr sz="1000">
                        <a:latin typeface="Century Gothic"/>
                        <a:cs typeface="Century Gothic"/>
                      </a:endParaRPr>
                    </a:p>
                    <a:p>
                      <a:pPr>
                        <a:lnSpc>
                          <a:spcPct val="100000"/>
                        </a:lnSpc>
                        <a:spcBef>
                          <a:spcPts val="50"/>
                        </a:spcBef>
                      </a:pPr>
                      <a:endParaRPr sz="1000">
                        <a:latin typeface="Times New Roman"/>
                        <a:cs typeface="Times New Roman"/>
                      </a:endParaRPr>
                    </a:p>
                    <a:p>
                      <a:pPr marL="60325">
                        <a:lnSpc>
                          <a:spcPct val="100000"/>
                        </a:lnSpc>
                      </a:pPr>
                      <a:r>
                        <a:rPr sz="1000" dirty="0">
                          <a:latin typeface="Century Gothic"/>
                          <a:cs typeface="Century Gothic"/>
                        </a:rPr>
                        <a:t>What</a:t>
                      </a:r>
                      <a:r>
                        <a:rPr sz="1000" spc="40" dirty="0">
                          <a:latin typeface="Century Gothic"/>
                          <a:cs typeface="Century Gothic"/>
                        </a:rPr>
                        <a:t> </a:t>
                      </a:r>
                      <a:r>
                        <a:rPr sz="1000" dirty="0">
                          <a:latin typeface="Century Gothic"/>
                          <a:cs typeface="Century Gothic"/>
                        </a:rPr>
                        <a:t>did</a:t>
                      </a:r>
                      <a:r>
                        <a:rPr sz="1000" spc="50" dirty="0">
                          <a:latin typeface="Century Gothic"/>
                          <a:cs typeface="Century Gothic"/>
                        </a:rPr>
                        <a:t> </a:t>
                      </a:r>
                      <a:r>
                        <a:rPr sz="1000" dirty="0">
                          <a:latin typeface="Century Gothic"/>
                          <a:cs typeface="Century Gothic"/>
                        </a:rPr>
                        <a:t>you</a:t>
                      </a:r>
                      <a:r>
                        <a:rPr sz="1000" spc="35" dirty="0">
                          <a:latin typeface="Century Gothic"/>
                          <a:cs typeface="Century Gothic"/>
                        </a:rPr>
                        <a:t> </a:t>
                      </a:r>
                      <a:r>
                        <a:rPr sz="1000" dirty="0">
                          <a:latin typeface="Century Gothic"/>
                          <a:cs typeface="Century Gothic"/>
                        </a:rPr>
                        <a:t>find</a:t>
                      </a:r>
                      <a:r>
                        <a:rPr sz="1000" spc="60" dirty="0">
                          <a:latin typeface="Century Gothic"/>
                          <a:cs typeface="Century Gothic"/>
                        </a:rPr>
                        <a:t> </a:t>
                      </a:r>
                      <a:r>
                        <a:rPr sz="1000" spc="55" dirty="0">
                          <a:latin typeface="Century Gothic"/>
                          <a:cs typeface="Century Gothic"/>
                        </a:rPr>
                        <a:t>most</a:t>
                      </a:r>
                      <a:r>
                        <a:rPr sz="1000" spc="25" dirty="0">
                          <a:latin typeface="Century Gothic"/>
                          <a:cs typeface="Century Gothic"/>
                        </a:rPr>
                        <a:t> </a:t>
                      </a:r>
                      <a:r>
                        <a:rPr sz="1000" dirty="0">
                          <a:latin typeface="Century Gothic"/>
                          <a:cs typeface="Century Gothic"/>
                        </a:rPr>
                        <a:t>challenging</a:t>
                      </a:r>
                      <a:r>
                        <a:rPr sz="1000" spc="100" dirty="0">
                          <a:latin typeface="Century Gothic"/>
                          <a:cs typeface="Century Gothic"/>
                        </a:rPr>
                        <a:t> </a:t>
                      </a:r>
                      <a:r>
                        <a:rPr sz="1000" dirty="0">
                          <a:latin typeface="Century Gothic"/>
                          <a:cs typeface="Century Gothic"/>
                        </a:rPr>
                        <a:t>about</a:t>
                      </a:r>
                      <a:r>
                        <a:rPr sz="1000" spc="40" dirty="0">
                          <a:latin typeface="Century Gothic"/>
                          <a:cs typeface="Century Gothic"/>
                        </a:rPr>
                        <a:t> </a:t>
                      </a:r>
                      <a:r>
                        <a:rPr sz="1000" spc="65" dirty="0">
                          <a:latin typeface="Century Gothic"/>
                          <a:cs typeface="Century Gothic"/>
                        </a:rPr>
                        <a:t>this</a:t>
                      </a:r>
                      <a:r>
                        <a:rPr sz="1000" spc="45" dirty="0">
                          <a:latin typeface="Century Gothic"/>
                          <a:cs typeface="Century Gothic"/>
                        </a:rPr>
                        <a:t> </a:t>
                      </a:r>
                      <a:r>
                        <a:rPr sz="1000" spc="-10" dirty="0">
                          <a:latin typeface="Century Gothic"/>
                          <a:cs typeface="Century Gothic"/>
                        </a:rPr>
                        <a:t>unit?</a:t>
                      </a:r>
                      <a:endParaRPr sz="1000">
                        <a:latin typeface="Century Gothic"/>
                        <a:cs typeface="Century Gothic"/>
                      </a:endParaRPr>
                    </a:p>
                    <a:p>
                      <a:pPr>
                        <a:lnSpc>
                          <a:spcPct val="100000"/>
                        </a:lnSpc>
                      </a:pPr>
                      <a:endParaRPr sz="1000">
                        <a:latin typeface="Times New Roman"/>
                        <a:cs typeface="Times New Roman"/>
                      </a:endParaRPr>
                    </a:p>
                    <a:p>
                      <a:pPr>
                        <a:lnSpc>
                          <a:spcPct val="100000"/>
                        </a:lnSpc>
                      </a:pPr>
                      <a:endParaRPr sz="1000">
                        <a:latin typeface="Times New Roman"/>
                        <a:cs typeface="Times New Roman"/>
                      </a:endParaRPr>
                    </a:p>
                    <a:p>
                      <a:pPr>
                        <a:lnSpc>
                          <a:spcPct val="100000"/>
                        </a:lnSpc>
                        <a:spcBef>
                          <a:spcPts val="150"/>
                        </a:spcBef>
                      </a:pPr>
                      <a:endParaRPr sz="1000">
                        <a:latin typeface="Times New Roman"/>
                        <a:cs typeface="Times New Roman"/>
                      </a:endParaRPr>
                    </a:p>
                    <a:p>
                      <a:pPr marL="60325">
                        <a:lnSpc>
                          <a:spcPct val="100000"/>
                        </a:lnSpc>
                      </a:pPr>
                      <a:r>
                        <a:rPr sz="1000" dirty="0">
                          <a:latin typeface="Century Gothic"/>
                          <a:cs typeface="Century Gothic"/>
                        </a:rPr>
                        <a:t>Identify</a:t>
                      </a:r>
                      <a:r>
                        <a:rPr sz="1000" spc="25" dirty="0">
                          <a:latin typeface="Century Gothic"/>
                          <a:cs typeface="Century Gothic"/>
                        </a:rPr>
                        <a:t> </a:t>
                      </a:r>
                      <a:r>
                        <a:rPr sz="1000" dirty="0">
                          <a:latin typeface="Century Gothic"/>
                          <a:cs typeface="Century Gothic"/>
                        </a:rPr>
                        <a:t>at</a:t>
                      </a:r>
                      <a:r>
                        <a:rPr sz="1000" spc="5" dirty="0">
                          <a:latin typeface="Century Gothic"/>
                          <a:cs typeface="Century Gothic"/>
                        </a:rPr>
                        <a:t> </a:t>
                      </a:r>
                      <a:r>
                        <a:rPr sz="1000" dirty="0">
                          <a:latin typeface="Century Gothic"/>
                          <a:cs typeface="Century Gothic"/>
                        </a:rPr>
                        <a:t>least one</a:t>
                      </a:r>
                      <a:r>
                        <a:rPr sz="1000" spc="30" dirty="0">
                          <a:latin typeface="Century Gothic"/>
                          <a:cs typeface="Century Gothic"/>
                        </a:rPr>
                        <a:t> </a:t>
                      </a:r>
                      <a:r>
                        <a:rPr sz="1000" dirty="0">
                          <a:latin typeface="Century Gothic"/>
                          <a:cs typeface="Century Gothic"/>
                        </a:rPr>
                        <a:t>of</a:t>
                      </a:r>
                      <a:r>
                        <a:rPr sz="1000" spc="15" dirty="0">
                          <a:latin typeface="Century Gothic"/>
                          <a:cs typeface="Century Gothic"/>
                        </a:rPr>
                        <a:t> </a:t>
                      </a:r>
                      <a:r>
                        <a:rPr sz="1000" dirty="0">
                          <a:latin typeface="Century Gothic"/>
                          <a:cs typeface="Century Gothic"/>
                        </a:rPr>
                        <a:t>the</a:t>
                      </a:r>
                      <a:r>
                        <a:rPr sz="1000" spc="-5" dirty="0">
                          <a:latin typeface="Century Gothic"/>
                          <a:cs typeface="Century Gothic"/>
                        </a:rPr>
                        <a:t> </a:t>
                      </a:r>
                      <a:r>
                        <a:rPr sz="1000" spc="85" dirty="0">
                          <a:latin typeface="Century Gothic"/>
                          <a:cs typeface="Century Gothic"/>
                        </a:rPr>
                        <a:t>British</a:t>
                      </a:r>
                      <a:r>
                        <a:rPr sz="1000" spc="30" dirty="0">
                          <a:latin typeface="Century Gothic"/>
                          <a:cs typeface="Century Gothic"/>
                        </a:rPr>
                        <a:t> </a:t>
                      </a:r>
                      <a:r>
                        <a:rPr sz="1000" dirty="0">
                          <a:latin typeface="Century Gothic"/>
                          <a:cs typeface="Century Gothic"/>
                        </a:rPr>
                        <a:t>Values</a:t>
                      </a:r>
                      <a:r>
                        <a:rPr sz="1000" spc="30" dirty="0">
                          <a:latin typeface="Century Gothic"/>
                          <a:cs typeface="Century Gothic"/>
                        </a:rPr>
                        <a:t> </a:t>
                      </a:r>
                      <a:r>
                        <a:rPr sz="1000" dirty="0">
                          <a:latin typeface="Century Gothic"/>
                          <a:cs typeface="Century Gothic"/>
                        </a:rPr>
                        <a:t>that</a:t>
                      </a:r>
                      <a:r>
                        <a:rPr sz="1000" spc="5" dirty="0">
                          <a:latin typeface="Century Gothic"/>
                          <a:cs typeface="Century Gothic"/>
                        </a:rPr>
                        <a:t> </a:t>
                      </a:r>
                      <a:r>
                        <a:rPr sz="1000" spc="-35" dirty="0">
                          <a:latin typeface="Century Gothic"/>
                          <a:cs typeface="Century Gothic"/>
                        </a:rPr>
                        <a:t>appeared</a:t>
                      </a:r>
                      <a:r>
                        <a:rPr sz="1000" spc="25" dirty="0">
                          <a:latin typeface="Century Gothic"/>
                          <a:cs typeface="Century Gothic"/>
                        </a:rPr>
                        <a:t> </a:t>
                      </a:r>
                      <a:r>
                        <a:rPr sz="1000" spc="60" dirty="0">
                          <a:latin typeface="Century Gothic"/>
                          <a:cs typeface="Century Gothic"/>
                        </a:rPr>
                        <a:t>in</a:t>
                      </a:r>
                      <a:r>
                        <a:rPr sz="1000" spc="30" dirty="0">
                          <a:latin typeface="Century Gothic"/>
                          <a:cs typeface="Century Gothic"/>
                        </a:rPr>
                        <a:t> </a:t>
                      </a:r>
                      <a:r>
                        <a:rPr sz="1000" spc="65" dirty="0">
                          <a:latin typeface="Century Gothic"/>
                          <a:cs typeface="Century Gothic"/>
                        </a:rPr>
                        <a:t>this</a:t>
                      </a:r>
                      <a:r>
                        <a:rPr sz="1000" spc="20" dirty="0">
                          <a:latin typeface="Century Gothic"/>
                          <a:cs typeface="Century Gothic"/>
                        </a:rPr>
                        <a:t> </a:t>
                      </a:r>
                      <a:r>
                        <a:rPr sz="1000" spc="55" dirty="0">
                          <a:latin typeface="Century Gothic"/>
                          <a:cs typeface="Century Gothic"/>
                        </a:rPr>
                        <a:t>unit</a:t>
                      </a:r>
                      <a:r>
                        <a:rPr sz="1000" spc="20" dirty="0">
                          <a:latin typeface="Century Gothic"/>
                          <a:cs typeface="Century Gothic"/>
                        </a:rPr>
                        <a:t> </a:t>
                      </a:r>
                      <a:r>
                        <a:rPr sz="1000" spc="-10" dirty="0">
                          <a:latin typeface="Century Gothic"/>
                          <a:cs typeface="Century Gothic"/>
                        </a:rPr>
                        <a:t>and</a:t>
                      </a:r>
                      <a:r>
                        <a:rPr sz="1000" spc="25" dirty="0">
                          <a:latin typeface="Century Gothic"/>
                          <a:cs typeface="Century Gothic"/>
                        </a:rPr>
                        <a:t> </a:t>
                      </a:r>
                      <a:r>
                        <a:rPr sz="1000" dirty="0">
                          <a:latin typeface="Century Gothic"/>
                          <a:cs typeface="Century Gothic"/>
                        </a:rPr>
                        <a:t>where</a:t>
                      </a:r>
                      <a:r>
                        <a:rPr sz="1000" spc="15" dirty="0">
                          <a:latin typeface="Century Gothic"/>
                          <a:cs typeface="Century Gothic"/>
                        </a:rPr>
                        <a:t> </a:t>
                      </a:r>
                      <a:r>
                        <a:rPr sz="1000" spc="60" dirty="0">
                          <a:latin typeface="Century Gothic"/>
                          <a:cs typeface="Century Gothic"/>
                        </a:rPr>
                        <a:t>it</a:t>
                      </a:r>
                      <a:r>
                        <a:rPr sz="1000" spc="20" dirty="0">
                          <a:latin typeface="Century Gothic"/>
                          <a:cs typeface="Century Gothic"/>
                        </a:rPr>
                        <a:t> </a:t>
                      </a:r>
                      <a:r>
                        <a:rPr sz="1000" spc="-10" dirty="0">
                          <a:latin typeface="Century Gothic"/>
                          <a:cs typeface="Century Gothic"/>
                        </a:rPr>
                        <a:t>appeared</a:t>
                      </a:r>
                      <a:endParaRPr sz="1000">
                        <a:latin typeface="Century Gothic"/>
                        <a:cs typeface="Century Gothic"/>
                      </a:endParaRPr>
                    </a:p>
                  </a:txBody>
                  <a:tcPr marL="0" marR="0" marT="33019" marB="0">
                    <a:lnL w="9525">
                      <a:solidFill>
                        <a:srgbClr val="000000"/>
                      </a:solidFill>
                      <a:prstDash val="solid"/>
                    </a:lnL>
                    <a:lnR w="9525">
                      <a:solidFill>
                        <a:srgbClr val="000000"/>
                      </a:solidFill>
                      <a:prstDash val="solid"/>
                    </a:lnR>
                    <a:lnT w="1905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10"/>
                  </a:ext>
                </a:extLst>
              </a:tr>
              <a:tr h="606425">
                <a:tc gridSpan="7">
                  <a:txBody>
                    <a:bodyPr/>
                    <a:lstStyle/>
                    <a:p>
                      <a:pPr marL="125095">
                        <a:lnSpc>
                          <a:spcPct val="100000"/>
                        </a:lnSpc>
                        <a:spcBef>
                          <a:spcPts val="570"/>
                        </a:spcBef>
                      </a:pPr>
                      <a:r>
                        <a:rPr sz="1000" dirty="0">
                          <a:latin typeface="Century Gothic"/>
                          <a:cs typeface="Century Gothic"/>
                        </a:rPr>
                        <a:t>Confirmation</a:t>
                      </a:r>
                      <a:r>
                        <a:rPr sz="1000" spc="40" dirty="0">
                          <a:latin typeface="Century Gothic"/>
                          <a:cs typeface="Century Gothic"/>
                        </a:rPr>
                        <a:t> </a:t>
                      </a:r>
                      <a:r>
                        <a:rPr sz="1000" dirty="0">
                          <a:latin typeface="Century Gothic"/>
                          <a:cs typeface="Century Gothic"/>
                        </a:rPr>
                        <a:t>of </a:t>
                      </a:r>
                      <a:r>
                        <a:rPr sz="1000" spc="-10" dirty="0">
                          <a:latin typeface="Century Gothic"/>
                          <a:cs typeface="Century Gothic"/>
                        </a:rPr>
                        <a:t>Completion</a:t>
                      </a:r>
                      <a:r>
                        <a:rPr sz="1000" spc="155" dirty="0">
                          <a:latin typeface="Century Gothic"/>
                          <a:cs typeface="Century Gothic"/>
                        </a:rPr>
                        <a:t> </a:t>
                      </a:r>
                      <a:r>
                        <a:rPr sz="1000" dirty="0">
                          <a:latin typeface="Century Gothic"/>
                          <a:cs typeface="Century Gothic"/>
                        </a:rPr>
                        <a:t>-</a:t>
                      </a:r>
                      <a:r>
                        <a:rPr sz="1000" spc="130" dirty="0">
                          <a:latin typeface="Century Gothic"/>
                          <a:cs typeface="Century Gothic"/>
                        </a:rPr>
                        <a:t>  </a:t>
                      </a:r>
                      <a:r>
                        <a:rPr sz="1000" dirty="0">
                          <a:latin typeface="Arial"/>
                          <a:cs typeface="Arial"/>
                        </a:rPr>
                        <a:t>All</a:t>
                      </a:r>
                      <a:r>
                        <a:rPr sz="1000" spc="40" dirty="0">
                          <a:latin typeface="Arial"/>
                          <a:cs typeface="Arial"/>
                        </a:rPr>
                        <a:t> </a:t>
                      </a:r>
                      <a:r>
                        <a:rPr sz="1000" dirty="0">
                          <a:latin typeface="Arial"/>
                          <a:cs typeface="Arial"/>
                        </a:rPr>
                        <a:t>learning</a:t>
                      </a:r>
                      <a:r>
                        <a:rPr sz="1000" spc="25" dirty="0">
                          <a:latin typeface="Arial"/>
                          <a:cs typeface="Arial"/>
                        </a:rPr>
                        <a:t> </a:t>
                      </a:r>
                      <a:r>
                        <a:rPr sz="1000" spc="-55" dirty="0">
                          <a:latin typeface="Arial"/>
                          <a:cs typeface="Arial"/>
                        </a:rPr>
                        <a:t>outcomes</a:t>
                      </a:r>
                      <a:r>
                        <a:rPr sz="1000" spc="-120" dirty="0">
                          <a:latin typeface="Arial"/>
                          <a:cs typeface="Arial"/>
                        </a:rPr>
                        <a:t> </a:t>
                      </a:r>
                      <a:r>
                        <a:rPr sz="1000" dirty="0">
                          <a:latin typeface="Arial"/>
                          <a:cs typeface="Arial"/>
                        </a:rPr>
                        <a:t>achieved</a:t>
                      </a:r>
                      <a:r>
                        <a:rPr sz="1000" spc="15" dirty="0">
                          <a:latin typeface="Arial"/>
                          <a:cs typeface="Arial"/>
                        </a:rPr>
                        <a:t> </a:t>
                      </a:r>
                      <a:r>
                        <a:rPr sz="1000" dirty="0">
                          <a:latin typeface="Arial"/>
                          <a:cs typeface="Arial"/>
                        </a:rPr>
                        <a:t>for</a:t>
                      </a:r>
                      <a:r>
                        <a:rPr sz="1000" spc="30" dirty="0">
                          <a:latin typeface="Arial"/>
                          <a:cs typeface="Arial"/>
                        </a:rPr>
                        <a:t> </a:t>
                      </a:r>
                      <a:r>
                        <a:rPr sz="1000" dirty="0">
                          <a:latin typeface="Arial"/>
                          <a:cs typeface="Arial"/>
                        </a:rPr>
                        <a:t>this</a:t>
                      </a:r>
                      <a:r>
                        <a:rPr sz="1000" spc="20" dirty="0">
                          <a:latin typeface="Arial"/>
                          <a:cs typeface="Arial"/>
                        </a:rPr>
                        <a:t> </a:t>
                      </a:r>
                      <a:r>
                        <a:rPr sz="1000" dirty="0">
                          <a:latin typeface="Arial"/>
                          <a:cs typeface="Arial"/>
                        </a:rPr>
                        <a:t>unit:</a:t>
                      </a:r>
                      <a:r>
                        <a:rPr sz="1000" spc="75" dirty="0">
                          <a:latin typeface="Arial"/>
                          <a:cs typeface="Arial"/>
                        </a:rPr>
                        <a:t> </a:t>
                      </a:r>
                      <a:r>
                        <a:rPr sz="1000" dirty="0">
                          <a:latin typeface="Arial"/>
                          <a:cs typeface="Arial"/>
                        </a:rPr>
                        <a:t>YES</a:t>
                      </a:r>
                      <a:r>
                        <a:rPr sz="1000" spc="114" dirty="0">
                          <a:latin typeface="Arial"/>
                          <a:cs typeface="Arial"/>
                        </a:rPr>
                        <a:t> </a:t>
                      </a:r>
                      <a:r>
                        <a:rPr sz="1000" dirty="0">
                          <a:latin typeface="Arial"/>
                          <a:cs typeface="Arial"/>
                        </a:rPr>
                        <a:t>/</a:t>
                      </a:r>
                      <a:r>
                        <a:rPr sz="1000" spc="80" dirty="0">
                          <a:latin typeface="Arial"/>
                          <a:cs typeface="Arial"/>
                        </a:rPr>
                        <a:t> </a:t>
                      </a:r>
                      <a:r>
                        <a:rPr sz="1000" spc="-25" dirty="0">
                          <a:latin typeface="Arial"/>
                          <a:cs typeface="Arial"/>
                        </a:rPr>
                        <a:t>NO</a:t>
                      </a:r>
                      <a:endParaRPr sz="1000">
                        <a:latin typeface="Arial"/>
                        <a:cs typeface="Arial"/>
                      </a:endParaRPr>
                    </a:p>
                    <a:p>
                      <a:pPr marL="125095" marR="204470">
                        <a:lnSpc>
                          <a:spcPts val="1190"/>
                        </a:lnSpc>
                        <a:spcBef>
                          <a:spcPts val="60"/>
                        </a:spcBef>
                      </a:pPr>
                      <a:r>
                        <a:rPr sz="1000" dirty="0">
                          <a:latin typeface="Arial"/>
                          <a:cs typeface="Arial"/>
                        </a:rPr>
                        <a:t>The</a:t>
                      </a:r>
                      <a:r>
                        <a:rPr sz="1000" spc="185" dirty="0">
                          <a:latin typeface="Arial"/>
                          <a:cs typeface="Arial"/>
                        </a:rPr>
                        <a:t> </a:t>
                      </a:r>
                      <a:r>
                        <a:rPr sz="1000" dirty="0">
                          <a:latin typeface="Arial"/>
                          <a:cs typeface="Arial"/>
                        </a:rPr>
                        <a:t>evidence</a:t>
                      </a:r>
                      <a:r>
                        <a:rPr sz="1000" spc="220" dirty="0">
                          <a:latin typeface="Arial"/>
                          <a:cs typeface="Arial"/>
                        </a:rPr>
                        <a:t> </a:t>
                      </a:r>
                      <a:r>
                        <a:rPr sz="1000" dirty="0">
                          <a:latin typeface="Arial"/>
                          <a:cs typeface="Arial"/>
                        </a:rPr>
                        <a:t>of</a:t>
                      </a:r>
                      <a:r>
                        <a:rPr sz="1000" spc="210" dirty="0">
                          <a:latin typeface="Arial"/>
                          <a:cs typeface="Arial"/>
                        </a:rPr>
                        <a:t> </a:t>
                      </a:r>
                      <a:r>
                        <a:rPr sz="1000" dirty="0">
                          <a:latin typeface="Arial"/>
                          <a:cs typeface="Arial"/>
                        </a:rPr>
                        <a:t>learning</a:t>
                      </a:r>
                      <a:r>
                        <a:rPr sz="1000" spc="225" dirty="0">
                          <a:latin typeface="Arial"/>
                          <a:cs typeface="Arial"/>
                        </a:rPr>
                        <a:t> </a:t>
                      </a:r>
                      <a:r>
                        <a:rPr sz="1000" dirty="0">
                          <a:latin typeface="Arial"/>
                          <a:cs typeface="Arial"/>
                        </a:rPr>
                        <a:t>outcomes</a:t>
                      </a:r>
                      <a:r>
                        <a:rPr sz="1000" spc="185" dirty="0">
                          <a:latin typeface="Arial"/>
                          <a:cs typeface="Arial"/>
                        </a:rPr>
                        <a:t> </a:t>
                      </a:r>
                      <a:r>
                        <a:rPr sz="1000" dirty="0">
                          <a:latin typeface="Arial"/>
                          <a:cs typeface="Arial"/>
                        </a:rPr>
                        <a:t>presented</a:t>
                      </a:r>
                      <a:r>
                        <a:rPr sz="1000" spc="175" dirty="0">
                          <a:latin typeface="Arial"/>
                          <a:cs typeface="Arial"/>
                        </a:rPr>
                        <a:t> </a:t>
                      </a:r>
                      <a:r>
                        <a:rPr sz="1000" dirty="0">
                          <a:latin typeface="Arial"/>
                          <a:cs typeface="Arial"/>
                        </a:rPr>
                        <a:t>and</a:t>
                      </a:r>
                      <a:r>
                        <a:rPr sz="1000" spc="220" dirty="0">
                          <a:latin typeface="Arial"/>
                          <a:cs typeface="Arial"/>
                        </a:rPr>
                        <a:t> </a:t>
                      </a:r>
                      <a:r>
                        <a:rPr sz="1000" dirty="0">
                          <a:latin typeface="Arial"/>
                          <a:cs typeface="Arial"/>
                        </a:rPr>
                        <a:t>assessed</a:t>
                      </a:r>
                      <a:r>
                        <a:rPr sz="1000" spc="175" dirty="0">
                          <a:latin typeface="Arial"/>
                          <a:cs typeface="Arial"/>
                        </a:rPr>
                        <a:t> </a:t>
                      </a:r>
                      <a:r>
                        <a:rPr sz="1000" dirty="0">
                          <a:latin typeface="Arial"/>
                          <a:cs typeface="Arial"/>
                        </a:rPr>
                        <a:t>within</a:t>
                      </a:r>
                      <a:r>
                        <a:rPr sz="1000" spc="260" dirty="0">
                          <a:latin typeface="Arial"/>
                          <a:cs typeface="Arial"/>
                        </a:rPr>
                        <a:t> </a:t>
                      </a:r>
                      <a:r>
                        <a:rPr sz="1000" dirty="0">
                          <a:latin typeface="Arial"/>
                          <a:cs typeface="Arial"/>
                        </a:rPr>
                        <a:t>this</a:t>
                      </a:r>
                      <a:r>
                        <a:rPr sz="1000" spc="215" dirty="0">
                          <a:latin typeface="Arial"/>
                          <a:cs typeface="Arial"/>
                        </a:rPr>
                        <a:t> </a:t>
                      </a:r>
                      <a:r>
                        <a:rPr sz="1000" dirty="0">
                          <a:latin typeface="Arial"/>
                          <a:cs typeface="Arial"/>
                        </a:rPr>
                        <a:t>portfolio</a:t>
                      </a:r>
                      <a:r>
                        <a:rPr sz="1000" spc="204" dirty="0">
                          <a:latin typeface="Arial"/>
                          <a:cs typeface="Arial"/>
                        </a:rPr>
                        <a:t> </a:t>
                      </a:r>
                      <a:r>
                        <a:rPr sz="1000" dirty="0">
                          <a:latin typeface="Arial"/>
                          <a:cs typeface="Arial"/>
                        </a:rPr>
                        <a:t>are</a:t>
                      </a:r>
                      <a:r>
                        <a:rPr sz="1000" spc="210" dirty="0">
                          <a:latin typeface="Arial"/>
                          <a:cs typeface="Arial"/>
                        </a:rPr>
                        <a:t> </a:t>
                      </a:r>
                      <a:r>
                        <a:rPr sz="1000" dirty="0">
                          <a:latin typeface="Arial"/>
                          <a:cs typeface="Arial"/>
                        </a:rPr>
                        <a:t>authentic</a:t>
                      </a:r>
                      <a:r>
                        <a:rPr sz="1000" spc="215" dirty="0">
                          <a:latin typeface="Arial"/>
                          <a:cs typeface="Arial"/>
                        </a:rPr>
                        <a:t> </a:t>
                      </a:r>
                      <a:r>
                        <a:rPr sz="1000" dirty="0">
                          <a:latin typeface="Arial"/>
                          <a:cs typeface="Arial"/>
                        </a:rPr>
                        <a:t>to</a:t>
                      </a:r>
                      <a:r>
                        <a:rPr sz="1000" spc="210" dirty="0">
                          <a:latin typeface="Arial"/>
                          <a:cs typeface="Arial"/>
                        </a:rPr>
                        <a:t> </a:t>
                      </a:r>
                      <a:r>
                        <a:rPr sz="1000" spc="-25" dirty="0">
                          <a:latin typeface="Arial"/>
                          <a:cs typeface="Arial"/>
                        </a:rPr>
                        <a:t>the </a:t>
                      </a:r>
                      <a:r>
                        <a:rPr sz="1000" spc="10" dirty="0">
                          <a:latin typeface="Arial"/>
                          <a:cs typeface="Arial"/>
                        </a:rPr>
                        <a:t>learner,</a:t>
                      </a:r>
                      <a:r>
                        <a:rPr sz="1000" spc="140" dirty="0">
                          <a:latin typeface="Arial"/>
                          <a:cs typeface="Arial"/>
                        </a:rPr>
                        <a:t> </a:t>
                      </a:r>
                      <a:r>
                        <a:rPr sz="1000" spc="10" dirty="0">
                          <a:latin typeface="Arial"/>
                          <a:cs typeface="Arial"/>
                        </a:rPr>
                        <a:t>sufficient</a:t>
                      </a:r>
                      <a:r>
                        <a:rPr sz="1000" spc="110" dirty="0">
                          <a:latin typeface="Arial"/>
                          <a:cs typeface="Arial"/>
                        </a:rPr>
                        <a:t> </a:t>
                      </a:r>
                      <a:r>
                        <a:rPr sz="1000" spc="10" dirty="0">
                          <a:latin typeface="Arial"/>
                          <a:cs typeface="Arial"/>
                        </a:rPr>
                        <a:t>and</a:t>
                      </a:r>
                      <a:r>
                        <a:rPr sz="1000" spc="160" dirty="0">
                          <a:latin typeface="Arial"/>
                          <a:cs typeface="Arial"/>
                        </a:rPr>
                        <a:t> </a:t>
                      </a:r>
                      <a:r>
                        <a:rPr sz="1000" spc="10" dirty="0">
                          <a:latin typeface="Arial"/>
                          <a:cs typeface="Arial"/>
                        </a:rPr>
                        <a:t>valid</a:t>
                      </a:r>
                      <a:r>
                        <a:rPr sz="1000" spc="165" dirty="0">
                          <a:latin typeface="Arial"/>
                          <a:cs typeface="Arial"/>
                        </a:rPr>
                        <a:t> </a:t>
                      </a:r>
                      <a:r>
                        <a:rPr sz="1000" spc="10" dirty="0">
                          <a:latin typeface="Arial"/>
                          <a:cs typeface="Arial"/>
                        </a:rPr>
                        <a:t>in</a:t>
                      </a:r>
                      <a:r>
                        <a:rPr sz="1000" spc="155" dirty="0">
                          <a:latin typeface="Arial"/>
                          <a:cs typeface="Arial"/>
                        </a:rPr>
                        <a:t> </a:t>
                      </a:r>
                      <a:r>
                        <a:rPr sz="1000" spc="10" dirty="0">
                          <a:latin typeface="Arial"/>
                          <a:cs typeface="Arial"/>
                        </a:rPr>
                        <a:t>line</a:t>
                      </a:r>
                      <a:r>
                        <a:rPr sz="1000" spc="170" dirty="0">
                          <a:latin typeface="Arial"/>
                          <a:cs typeface="Arial"/>
                        </a:rPr>
                        <a:t> </a:t>
                      </a:r>
                      <a:r>
                        <a:rPr sz="1000" spc="10" dirty="0">
                          <a:latin typeface="Arial"/>
                          <a:cs typeface="Arial"/>
                        </a:rPr>
                        <a:t>with</a:t>
                      </a:r>
                      <a:r>
                        <a:rPr sz="1000" spc="170" dirty="0">
                          <a:latin typeface="Arial"/>
                          <a:cs typeface="Arial"/>
                        </a:rPr>
                        <a:t> </a:t>
                      </a:r>
                      <a:r>
                        <a:rPr sz="1000" spc="10" dirty="0">
                          <a:latin typeface="Arial"/>
                          <a:cs typeface="Arial"/>
                        </a:rPr>
                        <a:t>Awarding</a:t>
                      </a:r>
                      <a:r>
                        <a:rPr sz="1000" spc="165" dirty="0">
                          <a:latin typeface="Arial"/>
                          <a:cs typeface="Arial"/>
                        </a:rPr>
                        <a:t> </a:t>
                      </a:r>
                      <a:r>
                        <a:rPr sz="1000" spc="10" dirty="0">
                          <a:latin typeface="Arial"/>
                          <a:cs typeface="Arial"/>
                        </a:rPr>
                        <a:t>Body</a:t>
                      </a:r>
                      <a:r>
                        <a:rPr sz="1000" spc="150" dirty="0">
                          <a:latin typeface="Arial"/>
                          <a:cs typeface="Arial"/>
                        </a:rPr>
                        <a:t> </a:t>
                      </a:r>
                      <a:r>
                        <a:rPr sz="1000" spc="10" dirty="0">
                          <a:latin typeface="Arial"/>
                          <a:cs typeface="Arial"/>
                        </a:rPr>
                        <a:t>Assessment</a:t>
                      </a:r>
                      <a:r>
                        <a:rPr sz="1000" spc="100" dirty="0">
                          <a:latin typeface="Arial"/>
                          <a:cs typeface="Arial"/>
                        </a:rPr>
                        <a:t> </a:t>
                      </a:r>
                      <a:r>
                        <a:rPr sz="1000" spc="-10" dirty="0">
                          <a:latin typeface="Arial"/>
                          <a:cs typeface="Arial"/>
                        </a:rPr>
                        <a:t>Criteria.</a:t>
                      </a:r>
                      <a:endParaRPr sz="1000">
                        <a:latin typeface="Arial"/>
                        <a:cs typeface="Arial"/>
                      </a:endParaRPr>
                    </a:p>
                  </a:txBody>
                  <a:tcPr marL="0" marR="0" marT="7239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11"/>
                  </a:ext>
                </a:extLst>
              </a:tr>
              <a:tr h="359410">
                <a:tc gridSpan="4">
                  <a:txBody>
                    <a:bodyPr/>
                    <a:lstStyle/>
                    <a:p>
                      <a:pPr marL="130810">
                        <a:lnSpc>
                          <a:spcPct val="100000"/>
                        </a:lnSpc>
                        <a:spcBef>
                          <a:spcPts val="515"/>
                        </a:spcBef>
                      </a:pPr>
                      <a:r>
                        <a:rPr sz="900" spc="45" dirty="0">
                          <a:latin typeface="Century Gothic"/>
                          <a:cs typeface="Century Gothic"/>
                        </a:rPr>
                        <a:t>Learner</a:t>
                      </a:r>
                      <a:r>
                        <a:rPr sz="900" spc="80" dirty="0">
                          <a:latin typeface="Century Gothic"/>
                          <a:cs typeface="Century Gothic"/>
                        </a:rPr>
                        <a:t> </a:t>
                      </a:r>
                      <a:r>
                        <a:rPr sz="900" spc="40" dirty="0">
                          <a:latin typeface="Century Gothic"/>
                          <a:cs typeface="Century Gothic"/>
                        </a:rPr>
                        <a:t>signature:</a:t>
                      </a:r>
                      <a:endParaRPr sz="900">
                        <a:latin typeface="Century Gothic"/>
                        <a:cs typeface="Century Gothic"/>
                      </a:endParaRPr>
                    </a:p>
                  </a:txBody>
                  <a:tcPr marL="0" marR="0" marT="654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3">
                  <a:txBody>
                    <a:bodyPr/>
                    <a:lstStyle/>
                    <a:p>
                      <a:pPr marL="137160">
                        <a:lnSpc>
                          <a:spcPct val="100000"/>
                        </a:lnSpc>
                        <a:spcBef>
                          <a:spcPts val="515"/>
                        </a:spcBef>
                      </a:pPr>
                      <a:r>
                        <a:rPr sz="900" spc="-10" dirty="0">
                          <a:latin typeface="Century Gothic"/>
                          <a:cs typeface="Century Gothic"/>
                        </a:rPr>
                        <a:t>Date:</a:t>
                      </a:r>
                      <a:endParaRPr sz="900">
                        <a:latin typeface="Century Gothic"/>
                        <a:cs typeface="Century Gothic"/>
                      </a:endParaRPr>
                    </a:p>
                  </a:txBody>
                  <a:tcPr marL="0" marR="0" marT="654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12"/>
                  </a:ext>
                </a:extLst>
              </a:tr>
              <a:tr h="359410">
                <a:tc gridSpan="4">
                  <a:txBody>
                    <a:bodyPr/>
                    <a:lstStyle/>
                    <a:p>
                      <a:pPr marL="146685">
                        <a:lnSpc>
                          <a:spcPct val="100000"/>
                        </a:lnSpc>
                        <a:spcBef>
                          <a:spcPts val="520"/>
                        </a:spcBef>
                      </a:pPr>
                      <a:r>
                        <a:rPr sz="900" spc="10" dirty="0">
                          <a:latin typeface="Century Gothic"/>
                          <a:cs typeface="Century Gothic"/>
                        </a:rPr>
                        <a:t>Assessor</a:t>
                      </a:r>
                      <a:r>
                        <a:rPr sz="900" spc="290" dirty="0">
                          <a:latin typeface="Century Gothic"/>
                          <a:cs typeface="Century Gothic"/>
                        </a:rPr>
                        <a:t> </a:t>
                      </a:r>
                      <a:r>
                        <a:rPr sz="900" spc="40" dirty="0">
                          <a:latin typeface="Century Gothic"/>
                          <a:cs typeface="Century Gothic"/>
                        </a:rPr>
                        <a:t>signature:</a:t>
                      </a:r>
                      <a:endParaRPr sz="900">
                        <a:latin typeface="Century Gothic"/>
                        <a:cs typeface="Century Gothic"/>
                      </a:endParaRPr>
                    </a:p>
                  </a:txBody>
                  <a:tcPr marL="0" marR="0" marT="660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3">
                  <a:txBody>
                    <a:bodyPr/>
                    <a:lstStyle/>
                    <a:p>
                      <a:pPr marL="137160">
                        <a:lnSpc>
                          <a:spcPct val="100000"/>
                        </a:lnSpc>
                        <a:spcBef>
                          <a:spcPts val="520"/>
                        </a:spcBef>
                      </a:pPr>
                      <a:r>
                        <a:rPr sz="900" spc="-10" dirty="0">
                          <a:latin typeface="Century Gothic"/>
                          <a:cs typeface="Century Gothic"/>
                        </a:rPr>
                        <a:t>Date:</a:t>
                      </a:r>
                      <a:endParaRPr sz="900" dirty="0">
                        <a:latin typeface="Century Gothic"/>
                        <a:cs typeface="Century Gothic"/>
                      </a:endParaRPr>
                    </a:p>
                  </a:txBody>
                  <a:tcPr marL="0" marR="0" marT="660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13"/>
                  </a:ext>
                </a:extLst>
              </a:tr>
            </a:tbl>
          </a:graphicData>
        </a:graphic>
      </p:graphicFrame>
      <p:pic>
        <p:nvPicPr>
          <p:cNvPr id="4" name="object 4" descr="A close up of a sign  Description automatically generated"/>
          <p:cNvPicPr/>
          <p:nvPr/>
        </p:nvPicPr>
        <p:blipFill>
          <a:blip r:embed="rId2" cstate="print"/>
          <a:stretch>
            <a:fillRect/>
          </a:stretch>
        </p:blipFill>
        <p:spPr>
          <a:xfrm>
            <a:off x="5588508" y="227075"/>
            <a:ext cx="888491" cy="539495"/>
          </a:xfrm>
          <a:prstGeom prst="rect">
            <a:avLst/>
          </a:prstGeom>
        </p:spPr>
      </p:pic>
      <p:sp>
        <p:nvSpPr>
          <p:cNvPr id="5" name="object 5"/>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6" name="object 6"/>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15</a:t>
            </a:fld>
            <a:endParaRPr spc="-25" dirty="0"/>
          </a:p>
        </p:txBody>
      </p:sp>
      <p:sp>
        <p:nvSpPr>
          <p:cNvPr id="7" name="TextBox 6">
            <a:extLst>
              <a:ext uri="{FF2B5EF4-FFF2-40B4-BE49-F238E27FC236}">
                <a16:creationId xmlns:a16="http://schemas.microsoft.com/office/drawing/2014/main" id="{4AE35317-253E-1605-8A5E-92CC891C4229}"/>
              </a:ext>
            </a:extLst>
          </p:cNvPr>
          <p:cNvSpPr txBox="1"/>
          <p:nvPr/>
        </p:nvSpPr>
        <p:spPr>
          <a:xfrm>
            <a:off x="586947" y="6019800"/>
            <a:ext cx="5667870" cy="238494"/>
          </a:xfrm>
          <a:prstGeom prst="rect">
            <a:avLst/>
          </a:prstGeom>
          <a:noFill/>
          <a:ln>
            <a:solidFill>
              <a:schemeClr val="tx1"/>
            </a:solidFill>
          </a:ln>
        </p:spPr>
        <p:txBody>
          <a:bodyPr wrap="square" rtlCol="0">
            <a:spAutoFit/>
          </a:bodyPr>
          <a:lstStyle/>
          <a:p>
            <a:endParaRPr lang="en-GB" dirty="0"/>
          </a:p>
        </p:txBody>
      </p:sp>
      <p:sp>
        <p:nvSpPr>
          <p:cNvPr id="8" name="TextBox 7">
            <a:extLst>
              <a:ext uri="{FF2B5EF4-FFF2-40B4-BE49-F238E27FC236}">
                <a16:creationId xmlns:a16="http://schemas.microsoft.com/office/drawing/2014/main" id="{058E159E-F3F3-9FAF-299D-FB6387CB6E80}"/>
              </a:ext>
            </a:extLst>
          </p:cNvPr>
          <p:cNvSpPr txBox="1"/>
          <p:nvPr/>
        </p:nvSpPr>
        <p:spPr>
          <a:xfrm>
            <a:off x="580530" y="6467106"/>
            <a:ext cx="5667870" cy="238494"/>
          </a:xfrm>
          <a:prstGeom prst="rect">
            <a:avLst/>
          </a:prstGeom>
          <a:noFill/>
          <a:ln>
            <a:solidFill>
              <a:schemeClr val="tx1"/>
            </a:solidFill>
          </a:ln>
        </p:spPr>
        <p:txBody>
          <a:bodyPr wrap="square" rtlCol="0">
            <a:spAutoFit/>
          </a:bodyPr>
          <a:lstStyle/>
          <a:p>
            <a:endParaRPr lang="en-GB" dirty="0"/>
          </a:p>
        </p:txBody>
      </p:sp>
      <p:sp>
        <p:nvSpPr>
          <p:cNvPr id="9" name="TextBox 8">
            <a:extLst>
              <a:ext uri="{FF2B5EF4-FFF2-40B4-BE49-F238E27FC236}">
                <a16:creationId xmlns:a16="http://schemas.microsoft.com/office/drawing/2014/main" id="{851400AE-B016-5ADF-2659-09E4EB024817}"/>
              </a:ext>
            </a:extLst>
          </p:cNvPr>
          <p:cNvSpPr txBox="1"/>
          <p:nvPr/>
        </p:nvSpPr>
        <p:spPr>
          <a:xfrm>
            <a:off x="586947" y="6914412"/>
            <a:ext cx="5667870" cy="238494"/>
          </a:xfrm>
          <a:prstGeom prst="rect">
            <a:avLst/>
          </a:prstGeom>
          <a:noFill/>
          <a:ln>
            <a:solidFill>
              <a:schemeClr val="tx1"/>
            </a:solidFill>
          </a:ln>
        </p:spPr>
        <p:txBody>
          <a:bodyPr wrap="square" rtlCol="0">
            <a:spAutoFit/>
          </a:bodyPr>
          <a:lstStyle/>
          <a:p>
            <a:endParaRPr lang="en-GB" dirty="0"/>
          </a:p>
        </p:txBody>
      </p:sp>
      <p:sp>
        <p:nvSpPr>
          <p:cNvPr id="10" name="TextBox 9">
            <a:extLst>
              <a:ext uri="{FF2B5EF4-FFF2-40B4-BE49-F238E27FC236}">
                <a16:creationId xmlns:a16="http://schemas.microsoft.com/office/drawing/2014/main" id="{81882111-F75B-BF4C-D8B7-411170AA8B45}"/>
              </a:ext>
            </a:extLst>
          </p:cNvPr>
          <p:cNvSpPr txBox="1"/>
          <p:nvPr/>
        </p:nvSpPr>
        <p:spPr>
          <a:xfrm>
            <a:off x="636460" y="7527927"/>
            <a:ext cx="5667870" cy="238494"/>
          </a:xfrm>
          <a:prstGeom prst="rect">
            <a:avLst/>
          </a:prstGeom>
          <a:noFill/>
          <a:ln>
            <a:solidFill>
              <a:schemeClr val="tx1"/>
            </a:solidFill>
          </a:ln>
        </p:spPr>
        <p:txBody>
          <a:bodyPr wrap="square" rtlCol="0">
            <a:spAutoFit/>
          </a:bodyPr>
          <a:lstStyle/>
          <a:p>
            <a:endParaRPr lang="en-GB" dirty="0"/>
          </a:p>
        </p:txBody>
      </p:sp>
      <p:sp>
        <p:nvSpPr>
          <p:cNvPr id="11" name="TextBox 10">
            <a:extLst>
              <a:ext uri="{FF2B5EF4-FFF2-40B4-BE49-F238E27FC236}">
                <a16:creationId xmlns:a16="http://schemas.microsoft.com/office/drawing/2014/main" id="{EEE5DB3D-0720-4923-D621-F10AA4F9A06D}"/>
              </a:ext>
            </a:extLst>
          </p:cNvPr>
          <p:cNvSpPr txBox="1"/>
          <p:nvPr/>
        </p:nvSpPr>
        <p:spPr>
          <a:xfrm>
            <a:off x="1600200" y="8378763"/>
            <a:ext cx="2362200" cy="155637"/>
          </a:xfrm>
          <a:prstGeom prst="rect">
            <a:avLst/>
          </a:prstGeom>
          <a:noFill/>
          <a:ln>
            <a:solidFill>
              <a:schemeClr val="tx1"/>
            </a:solidFill>
          </a:ln>
        </p:spPr>
        <p:txBody>
          <a:bodyPr wrap="square" rtlCol="0">
            <a:spAutoFit/>
          </a:bodyPr>
          <a:lstStyle/>
          <a:p>
            <a:endParaRPr lang="en-GB" dirty="0"/>
          </a:p>
        </p:txBody>
      </p:sp>
      <p:sp>
        <p:nvSpPr>
          <p:cNvPr id="14" name="TextBox 13">
            <a:extLst>
              <a:ext uri="{FF2B5EF4-FFF2-40B4-BE49-F238E27FC236}">
                <a16:creationId xmlns:a16="http://schemas.microsoft.com/office/drawing/2014/main" id="{456539F5-5C4F-21C5-C825-5D2DFB9A937E}"/>
              </a:ext>
            </a:extLst>
          </p:cNvPr>
          <p:cNvSpPr txBox="1"/>
          <p:nvPr/>
        </p:nvSpPr>
        <p:spPr>
          <a:xfrm>
            <a:off x="1605815" y="8796086"/>
            <a:ext cx="2362200" cy="155637"/>
          </a:xfrm>
          <a:prstGeom prst="rect">
            <a:avLst/>
          </a:prstGeom>
          <a:noFill/>
          <a:ln>
            <a:solidFill>
              <a:schemeClr val="tx1"/>
            </a:solidFill>
          </a:ln>
        </p:spPr>
        <p:txBody>
          <a:bodyPr wrap="square" rtlCol="0">
            <a:spAutoFit/>
          </a:bodyPr>
          <a:lstStyle/>
          <a:p>
            <a:endParaRPr lang="en-GB" dirty="0"/>
          </a:p>
        </p:txBody>
      </p:sp>
      <p:sp>
        <p:nvSpPr>
          <p:cNvPr id="15" name="TextBox 14">
            <a:extLst>
              <a:ext uri="{FF2B5EF4-FFF2-40B4-BE49-F238E27FC236}">
                <a16:creationId xmlns:a16="http://schemas.microsoft.com/office/drawing/2014/main" id="{BA2D6B34-8E3D-F8D2-5B30-765425C6DBAA}"/>
              </a:ext>
            </a:extLst>
          </p:cNvPr>
          <p:cNvSpPr txBox="1"/>
          <p:nvPr/>
        </p:nvSpPr>
        <p:spPr>
          <a:xfrm>
            <a:off x="4813337" y="8785872"/>
            <a:ext cx="1663662" cy="165851"/>
          </a:xfrm>
          <a:prstGeom prst="rect">
            <a:avLst/>
          </a:prstGeom>
          <a:noFill/>
          <a:ln>
            <a:solidFill>
              <a:schemeClr val="tx1"/>
            </a:solidFill>
          </a:ln>
        </p:spPr>
        <p:txBody>
          <a:bodyPr wrap="square" rtlCol="0">
            <a:spAutoFit/>
          </a:bodyPr>
          <a:lstStyle/>
          <a:p>
            <a:endParaRPr lang="en-GB" dirty="0"/>
          </a:p>
        </p:txBody>
      </p:sp>
      <p:sp>
        <p:nvSpPr>
          <p:cNvPr id="16" name="TextBox 15">
            <a:extLst>
              <a:ext uri="{FF2B5EF4-FFF2-40B4-BE49-F238E27FC236}">
                <a16:creationId xmlns:a16="http://schemas.microsoft.com/office/drawing/2014/main" id="{B2DF89EA-5918-A1D3-718B-E60E874CCA89}"/>
              </a:ext>
            </a:extLst>
          </p:cNvPr>
          <p:cNvSpPr txBox="1"/>
          <p:nvPr/>
        </p:nvSpPr>
        <p:spPr>
          <a:xfrm>
            <a:off x="4813337" y="8368549"/>
            <a:ext cx="1663662" cy="165851"/>
          </a:xfrm>
          <a:prstGeom prst="rect">
            <a:avLst/>
          </a:prstGeom>
          <a:noFill/>
          <a:ln>
            <a:solidFill>
              <a:schemeClr val="tx1"/>
            </a:solidFill>
          </a:ln>
        </p:spPr>
        <p:txBody>
          <a:bodyPr wrap="square" rtlCol="0">
            <a:spAutoFit/>
          </a:bodyPr>
          <a:lstStyle/>
          <a:p>
            <a:endParaRPr lang="en-GB" dirty="0"/>
          </a:p>
        </p:txBody>
      </p:sp>
      <p:sp>
        <p:nvSpPr>
          <p:cNvPr id="17" name="TextBox 16">
            <a:extLst>
              <a:ext uri="{FF2B5EF4-FFF2-40B4-BE49-F238E27FC236}">
                <a16:creationId xmlns:a16="http://schemas.microsoft.com/office/drawing/2014/main" id="{B161B77B-5BE2-7BB2-96C9-27F755E43D06}"/>
              </a:ext>
            </a:extLst>
          </p:cNvPr>
          <p:cNvSpPr txBox="1"/>
          <p:nvPr/>
        </p:nvSpPr>
        <p:spPr>
          <a:xfrm>
            <a:off x="1128465" y="3095068"/>
            <a:ext cx="852735" cy="333932"/>
          </a:xfrm>
          <a:prstGeom prst="rect">
            <a:avLst/>
          </a:prstGeom>
          <a:noFill/>
          <a:ln>
            <a:solidFill>
              <a:schemeClr val="tx1"/>
            </a:solidFill>
          </a:ln>
        </p:spPr>
        <p:txBody>
          <a:bodyPr wrap="square" rtlCol="0">
            <a:spAutoFit/>
          </a:bodyPr>
          <a:lstStyle/>
          <a:p>
            <a:endParaRPr lang="en-GB" dirty="0"/>
          </a:p>
        </p:txBody>
      </p:sp>
      <p:sp>
        <p:nvSpPr>
          <p:cNvPr id="18" name="TextBox 17">
            <a:extLst>
              <a:ext uri="{FF2B5EF4-FFF2-40B4-BE49-F238E27FC236}">
                <a16:creationId xmlns:a16="http://schemas.microsoft.com/office/drawing/2014/main" id="{0FF761D0-BF48-E03F-942B-67D50EFC36FE}"/>
              </a:ext>
            </a:extLst>
          </p:cNvPr>
          <p:cNvSpPr txBox="1"/>
          <p:nvPr/>
        </p:nvSpPr>
        <p:spPr>
          <a:xfrm>
            <a:off x="1173832" y="2724905"/>
            <a:ext cx="852735" cy="333932"/>
          </a:xfrm>
          <a:prstGeom prst="rect">
            <a:avLst/>
          </a:prstGeom>
          <a:noFill/>
          <a:ln>
            <a:solidFill>
              <a:schemeClr val="tx1"/>
            </a:solidFill>
          </a:ln>
        </p:spPr>
        <p:txBody>
          <a:bodyPr wrap="square" rtlCol="0">
            <a:spAutoFit/>
          </a:bodyPr>
          <a:lstStyle/>
          <a:p>
            <a:endParaRPr lang="en-GB" dirty="0"/>
          </a:p>
        </p:txBody>
      </p:sp>
      <p:sp>
        <p:nvSpPr>
          <p:cNvPr id="19" name="TextBox 18">
            <a:extLst>
              <a:ext uri="{FF2B5EF4-FFF2-40B4-BE49-F238E27FC236}">
                <a16:creationId xmlns:a16="http://schemas.microsoft.com/office/drawing/2014/main" id="{2AC32C53-C147-B091-80F3-939D673B23DC}"/>
              </a:ext>
            </a:extLst>
          </p:cNvPr>
          <p:cNvSpPr txBox="1"/>
          <p:nvPr/>
        </p:nvSpPr>
        <p:spPr>
          <a:xfrm>
            <a:off x="1094777" y="2329929"/>
            <a:ext cx="852735" cy="333932"/>
          </a:xfrm>
          <a:prstGeom prst="rect">
            <a:avLst/>
          </a:prstGeom>
          <a:noFill/>
          <a:ln>
            <a:solidFill>
              <a:schemeClr val="tx1"/>
            </a:solidFill>
          </a:ln>
        </p:spPr>
        <p:txBody>
          <a:bodyPr wrap="square" rtlCol="0">
            <a:spAutoFit/>
          </a:bodyPr>
          <a:lstStyle/>
          <a:p>
            <a:endParaRPr lang="en-GB" dirty="0"/>
          </a:p>
        </p:txBody>
      </p:sp>
      <p:sp>
        <p:nvSpPr>
          <p:cNvPr id="20" name="TextBox 19">
            <a:extLst>
              <a:ext uri="{FF2B5EF4-FFF2-40B4-BE49-F238E27FC236}">
                <a16:creationId xmlns:a16="http://schemas.microsoft.com/office/drawing/2014/main" id="{8C849F98-D057-0C80-CF20-2659D7C052DD}"/>
              </a:ext>
            </a:extLst>
          </p:cNvPr>
          <p:cNvSpPr txBox="1"/>
          <p:nvPr/>
        </p:nvSpPr>
        <p:spPr>
          <a:xfrm>
            <a:off x="1095579" y="2021238"/>
            <a:ext cx="852735" cy="333932"/>
          </a:xfrm>
          <a:prstGeom prst="rect">
            <a:avLst/>
          </a:prstGeom>
          <a:noFill/>
          <a:ln>
            <a:solidFill>
              <a:schemeClr val="tx1"/>
            </a:solidFill>
          </a:ln>
        </p:spPr>
        <p:txBody>
          <a:bodyPr wrap="square" rtlCol="0">
            <a:spAutoFit/>
          </a:bodyPr>
          <a:lstStyle/>
          <a:p>
            <a:endParaRPr lang="en-GB" dirty="0"/>
          </a:p>
        </p:txBody>
      </p:sp>
      <p:sp>
        <p:nvSpPr>
          <p:cNvPr id="21" name="TextBox 20">
            <a:extLst>
              <a:ext uri="{FF2B5EF4-FFF2-40B4-BE49-F238E27FC236}">
                <a16:creationId xmlns:a16="http://schemas.microsoft.com/office/drawing/2014/main" id="{2B4E0622-622C-6999-A87F-A8CDC62E2D1B}"/>
              </a:ext>
            </a:extLst>
          </p:cNvPr>
          <p:cNvSpPr txBox="1"/>
          <p:nvPr/>
        </p:nvSpPr>
        <p:spPr>
          <a:xfrm>
            <a:off x="1162153" y="1663175"/>
            <a:ext cx="852735" cy="333932"/>
          </a:xfrm>
          <a:prstGeom prst="rect">
            <a:avLst/>
          </a:prstGeom>
          <a:noFill/>
          <a:ln>
            <a:solidFill>
              <a:schemeClr val="tx1"/>
            </a:solidFill>
          </a:ln>
        </p:spPr>
        <p:txBody>
          <a:bodyPr wrap="square" rtlCol="0">
            <a:spAutoFit/>
          </a:bodyPr>
          <a:lstStyle/>
          <a:p>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94777" y="4277664"/>
            <a:ext cx="4067810" cy="1490345"/>
          </a:xfrm>
          <a:prstGeom prst="rect">
            <a:avLst/>
          </a:prstGeom>
        </p:spPr>
        <p:txBody>
          <a:bodyPr vert="horz" wrap="square" lIns="0" tIns="12700" rIns="0" bIns="0" rtlCol="0">
            <a:spAutoFit/>
          </a:bodyPr>
          <a:lstStyle/>
          <a:p>
            <a:pPr algn="ctr">
              <a:lnSpc>
                <a:spcPct val="100000"/>
              </a:lnSpc>
              <a:spcBef>
                <a:spcPts val="100"/>
              </a:spcBef>
            </a:pPr>
            <a:r>
              <a:rPr sz="2400" spc="190" dirty="0">
                <a:latin typeface="Century Gothic"/>
                <a:cs typeface="Century Gothic"/>
              </a:rPr>
              <a:t>Unit</a:t>
            </a:r>
            <a:r>
              <a:rPr sz="2400" spc="-30" dirty="0">
                <a:latin typeface="Century Gothic"/>
                <a:cs typeface="Century Gothic"/>
              </a:rPr>
              <a:t> </a:t>
            </a:r>
            <a:r>
              <a:rPr sz="2400" spc="395" dirty="0">
                <a:latin typeface="Calibri"/>
                <a:cs typeface="Calibri"/>
              </a:rPr>
              <a:t>C</a:t>
            </a:r>
            <a:endParaRPr sz="2400">
              <a:latin typeface="Calibri"/>
              <a:cs typeface="Calibri"/>
            </a:endParaRPr>
          </a:p>
          <a:p>
            <a:pPr marL="12700" marR="5080" algn="ctr">
              <a:lnSpc>
                <a:spcPct val="100000"/>
              </a:lnSpc>
              <a:spcBef>
                <a:spcPts val="2890"/>
              </a:spcBef>
            </a:pPr>
            <a:r>
              <a:rPr sz="2400" spc="50" dirty="0">
                <a:latin typeface="Century Gothic"/>
                <a:cs typeface="Century Gothic"/>
              </a:rPr>
              <a:t>Participation</a:t>
            </a:r>
            <a:r>
              <a:rPr sz="2400" spc="25" dirty="0">
                <a:latin typeface="Century Gothic"/>
                <a:cs typeface="Century Gothic"/>
              </a:rPr>
              <a:t> </a:t>
            </a:r>
            <a:r>
              <a:rPr sz="2400" spc="75" dirty="0">
                <a:latin typeface="Century Gothic"/>
                <a:cs typeface="Century Gothic"/>
              </a:rPr>
              <a:t>Personal </a:t>
            </a:r>
            <a:r>
              <a:rPr sz="2400" spc="85" dirty="0">
                <a:latin typeface="Century Gothic"/>
                <a:cs typeface="Century Gothic"/>
              </a:rPr>
              <a:t>Behaviours</a:t>
            </a:r>
            <a:r>
              <a:rPr sz="2400" spc="-55" dirty="0">
                <a:latin typeface="Century Gothic"/>
                <a:cs typeface="Century Gothic"/>
              </a:rPr>
              <a:t> </a:t>
            </a:r>
            <a:r>
              <a:rPr sz="2400" dirty="0">
                <a:latin typeface="Century Gothic"/>
                <a:cs typeface="Century Gothic"/>
              </a:rPr>
              <a:t>and</a:t>
            </a:r>
            <a:r>
              <a:rPr sz="2400" spc="-50" dirty="0">
                <a:latin typeface="Century Gothic"/>
                <a:cs typeface="Century Gothic"/>
              </a:rPr>
              <a:t> </a:t>
            </a:r>
            <a:r>
              <a:rPr sz="2400" spc="45" dirty="0">
                <a:latin typeface="Century Gothic"/>
                <a:cs typeface="Century Gothic"/>
              </a:rPr>
              <a:t>Standards</a:t>
            </a:r>
            <a:endParaRPr sz="2400">
              <a:latin typeface="Century Gothic"/>
              <a:cs typeface="Century Gothic"/>
            </a:endParaRPr>
          </a:p>
        </p:txBody>
      </p:sp>
      <p:pic>
        <p:nvPicPr>
          <p:cNvPr id="3" name="object 3"/>
          <p:cNvPicPr/>
          <p:nvPr/>
        </p:nvPicPr>
        <p:blipFill>
          <a:blip r:embed="rId2" cstate="print"/>
          <a:stretch>
            <a:fillRect/>
          </a:stretch>
        </p:blipFill>
        <p:spPr>
          <a:xfrm>
            <a:off x="2081783" y="1641348"/>
            <a:ext cx="2694431" cy="1220698"/>
          </a:xfrm>
          <a:prstGeom prst="rect">
            <a:avLst/>
          </a:prstGeom>
        </p:spPr>
      </p:pic>
      <p:sp>
        <p:nvSpPr>
          <p:cNvPr id="4" name="object 4"/>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5" name="object 5"/>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16</a:t>
            </a:fld>
            <a:endParaRPr spc="-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652244" y="1043711"/>
            <a:ext cx="3579495" cy="941069"/>
          </a:xfrm>
          <a:prstGeom prst="rect">
            <a:avLst/>
          </a:prstGeom>
        </p:spPr>
        <p:txBody>
          <a:bodyPr vert="horz" wrap="square" lIns="0" tIns="12700" rIns="0" bIns="0" rtlCol="0">
            <a:spAutoFit/>
          </a:bodyPr>
          <a:lstStyle/>
          <a:p>
            <a:pPr marL="12700" marR="5080" algn="ctr">
              <a:lnSpc>
                <a:spcPct val="100000"/>
              </a:lnSpc>
              <a:spcBef>
                <a:spcPts val="100"/>
              </a:spcBef>
            </a:pPr>
            <a:r>
              <a:rPr sz="2000" spc="260" dirty="0">
                <a:latin typeface="Calibri"/>
                <a:cs typeface="Calibri"/>
              </a:rPr>
              <a:t>PARTICIPATION</a:t>
            </a:r>
            <a:r>
              <a:rPr sz="2000" spc="90" dirty="0">
                <a:latin typeface="Calibri"/>
                <a:cs typeface="Calibri"/>
              </a:rPr>
              <a:t> </a:t>
            </a:r>
            <a:r>
              <a:rPr sz="2000" spc="320" dirty="0">
                <a:latin typeface="Calibri"/>
                <a:cs typeface="Calibri"/>
              </a:rPr>
              <a:t>PERSONAL </a:t>
            </a:r>
            <a:r>
              <a:rPr sz="2000" spc="310" dirty="0">
                <a:latin typeface="Calibri"/>
                <a:cs typeface="Calibri"/>
              </a:rPr>
              <a:t>BEHAVIOURS</a:t>
            </a:r>
            <a:r>
              <a:rPr sz="2000" spc="80" dirty="0">
                <a:latin typeface="Calibri"/>
                <a:cs typeface="Calibri"/>
              </a:rPr>
              <a:t> </a:t>
            </a:r>
            <a:r>
              <a:rPr sz="2000" spc="315" dirty="0">
                <a:latin typeface="Calibri"/>
                <a:cs typeface="Calibri"/>
              </a:rPr>
              <a:t>AND </a:t>
            </a:r>
            <a:r>
              <a:rPr sz="2000" spc="305" dirty="0">
                <a:latin typeface="Calibri"/>
                <a:cs typeface="Calibri"/>
              </a:rPr>
              <a:t>STANDARDS</a:t>
            </a:r>
            <a:endParaRPr sz="2000">
              <a:latin typeface="Calibri"/>
              <a:cs typeface="Calibri"/>
            </a:endParaRPr>
          </a:p>
        </p:txBody>
      </p:sp>
      <p:sp>
        <p:nvSpPr>
          <p:cNvPr id="3" name="object 3"/>
          <p:cNvSpPr txBox="1"/>
          <p:nvPr/>
        </p:nvSpPr>
        <p:spPr>
          <a:xfrm>
            <a:off x="306581" y="2467385"/>
            <a:ext cx="1625600" cy="208279"/>
          </a:xfrm>
          <a:prstGeom prst="rect">
            <a:avLst/>
          </a:prstGeom>
        </p:spPr>
        <p:txBody>
          <a:bodyPr vert="horz" wrap="square" lIns="0" tIns="12700" rIns="0" bIns="0" rtlCol="0">
            <a:spAutoFit/>
          </a:bodyPr>
          <a:lstStyle/>
          <a:p>
            <a:pPr marL="12700">
              <a:lnSpc>
                <a:spcPct val="100000"/>
              </a:lnSpc>
              <a:spcBef>
                <a:spcPts val="100"/>
              </a:spcBef>
            </a:pPr>
            <a:r>
              <a:rPr sz="1200" b="1" spc="165" dirty="0">
                <a:latin typeface="Calibri"/>
                <a:cs typeface="Calibri"/>
              </a:rPr>
              <a:t>Assessment</a:t>
            </a:r>
            <a:r>
              <a:rPr sz="1200" b="1" spc="90" dirty="0">
                <a:latin typeface="Calibri"/>
                <a:cs typeface="Calibri"/>
              </a:rPr>
              <a:t> </a:t>
            </a:r>
            <a:r>
              <a:rPr sz="1200" b="1" spc="105" dirty="0">
                <a:latin typeface="Calibri"/>
                <a:cs typeface="Calibri"/>
              </a:rPr>
              <a:t>Criteria</a:t>
            </a:r>
            <a:endParaRPr sz="1200">
              <a:latin typeface="Calibri"/>
              <a:cs typeface="Calibri"/>
            </a:endParaRPr>
          </a:p>
        </p:txBody>
      </p:sp>
      <p:sp>
        <p:nvSpPr>
          <p:cNvPr id="4" name="object 4"/>
          <p:cNvSpPr txBox="1"/>
          <p:nvPr/>
        </p:nvSpPr>
        <p:spPr>
          <a:xfrm>
            <a:off x="306581" y="3137944"/>
            <a:ext cx="6235700" cy="3957320"/>
          </a:xfrm>
          <a:prstGeom prst="rect">
            <a:avLst/>
          </a:prstGeom>
        </p:spPr>
        <p:txBody>
          <a:bodyPr vert="horz" wrap="square" lIns="0" tIns="12700" rIns="0" bIns="0" rtlCol="0">
            <a:spAutoFit/>
          </a:bodyPr>
          <a:lstStyle/>
          <a:p>
            <a:pPr marL="194945" lvl="1" indent="-187325">
              <a:lnSpc>
                <a:spcPct val="100000"/>
              </a:lnSpc>
              <a:spcBef>
                <a:spcPts val="100"/>
              </a:spcBef>
              <a:buSzPct val="83333"/>
              <a:buAutoNum type="arabicPeriod"/>
              <a:tabLst>
                <a:tab pos="194945" algn="l"/>
              </a:tabLst>
            </a:pPr>
            <a:r>
              <a:rPr sz="1200" dirty="0">
                <a:latin typeface="Century Gothic"/>
                <a:cs typeface="Century Gothic"/>
              </a:rPr>
              <a:t>Identify</a:t>
            </a:r>
            <a:r>
              <a:rPr sz="1200" spc="40" dirty="0">
                <a:latin typeface="Century Gothic"/>
                <a:cs typeface="Century Gothic"/>
              </a:rPr>
              <a:t> </a:t>
            </a:r>
            <a:r>
              <a:rPr sz="1200" dirty="0">
                <a:latin typeface="Century Gothic"/>
                <a:cs typeface="Century Gothic"/>
              </a:rPr>
              <a:t>what</a:t>
            </a:r>
            <a:r>
              <a:rPr sz="1200" spc="35" dirty="0">
                <a:latin typeface="Century Gothic"/>
                <a:cs typeface="Century Gothic"/>
              </a:rPr>
              <a:t> </a:t>
            </a:r>
            <a:r>
              <a:rPr sz="1200" spc="100" dirty="0">
                <a:latin typeface="Century Gothic"/>
                <a:cs typeface="Century Gothic"/>
              </a:rPr>
              <a:t>is</a:t>
            </a:r>
            <a:r>
              <a:rPr sz="1200" spc="45" dirty="0">
                <a:latin typeface="Century Gothic"/>
                <a:cs typeface="Century Gothic"/>
              </a:rPr>
              <a:t> </a:t>
            </a:r>
            <a:r>
              <a:rPr sz="1200" dirty="0">
                <a:latin typeface="Century Gothic"/>
                <a:cs typeface="Century Gothic"/>
              </a:rPr>
              <a:t>generally</a:t>
            </a:r>
            <a:r>
              <a:rPr sz="1200" spc="55" dirty="0">
                <a:latin typeface="Century Gothic"/>
                <a:cs typeface="Century Gothic"/>
              </a:rPr>
              <a:t> </a:t>
            </a:r>
            <a:r>
              <a:rPr sz="1200" spc="-20" dirty="0">
                <a:latin typeface="Century Gothic"/>
                <a:cs typeface="Century Gothic"/>
              </a:rPr>
              <a:t>expected</a:t>
            </a:r>
            <a:r>
              <a:rPr sz="1200" spc="55" dirty="0">
                <a:latin typeface="Century Gothic"/>
                <a:cs typeface="Century Gothic"/>
              </a:rPr>
              <a:t> </a:t>
            </a:r>
            <a:r>
              <a:rPr sz="1200" dirty="0">
                <a:latin typeface="Century Gothic"/>
                <a:cs typeface="Century Gothic"/>
              </a:rPr>
              <a:t>to</a:t>
            </a:r>
            <a:r>
              <a:rPr sz="1200" spc="35" dirty="0">
                <a:latin typeface="Century Gothic"/>
                <a:cs typeface="Century Gothic"/>
              </a:rPr>
              <a:t> </a:t>
            </a:r>
            <a:r>
              <a:rPr sz="1200" dirty="0">
                <a:latin typeface="Century Gothic"/>
                <a:cs typeface="Century Gothic"/>
              </a:rPr>
              <a:t>participate</a:t>
            </a:r>
            <a:r>
              <a:rPr sz="1200" spc="35" dirty="0">
                <a:latin typeface="Century Gothic"/>
                <a:cs typeface="Century Gothic"/>
              </a:rPr>
              <a:t> </a:t>
            </a:r>
            <a:r>
              <a:rPr sz="1200" spc="75" dirty="0">
                <a:latin typeface="Century Gothic"/>
                <a:cs typeface="Century Gothic"/>
              </a:rPr>
              <a:t>in</a:t>
            </a:r>
            <a:r>
              <a:rPr sz="1200" spc="50" dirty="0">
                <a:latin typeface="Century Gothic"/>
                <a:cs typeface="Century Gothic"/>
              </a:rPr>
              <a:t> </a:t>
            </a:r>
            <a:r>
              <a:rPr sz="1200" spc="-10" dirty="0">
                <a:latin typeface="Century Gothic"/>
                <a:cs typeface="Century Gothic"/>
              </a:rPr>
              <a:t>activities</a:t>
            </a:r>
            <a:endParaRPr sz="1200">
              <a:latin typeface="Century Gothic"/>
              <a:cs typeface="Century Gothic"/>
            </a:endParaRPr>
          </a:p>
          <a:p>
            <a:pPr marL="226695" lvl="1" indent="-213995">
              <a:lnSpc>
                <a:spcPct val="100000"/>
              </a:lnSpc>
              <a:spcBef>
                <a:spcPts val="1200"/>
              </a:spcBef>
              <a:buSzPct val="83333"/>
              <a:buAutoNum type="arabicPeriod"/>
              <a:tabLst>
                <a:tab pos="226695" algn="l"/>
              </a:tabLst>
            </a:pPr>
            <a:r>
              <a:rPr sz="1200" spc="10" dirty="0">
                <a:latin typeface="Century Gothic"/>
                <a:cs typeface="Century Gothic"/>
              </a:rPr>
              <a:t>Identify</a:t>
            </a:r>
            <a:r>
              <a:rPr sz="1200" spc="40" dirty="0">
                <a:latin typeface="Century Gothic"/>
                <a:cs typeface="Century Gothic"/>
              </a:rPr>
              <a:t> </a:t>
            </a:r>
            <a:r>
              <a:rPr sz="1200" spc="10" dirty="0">
                <a:latin typeface="Century Gothic"/>
                <a:cs typeface="Century Gothic"/>
              </a:rPr>
              <a:t>what</a:t>
            </a:r>
            <a:r>
              <a:rPr sz="1200" spc="30" dirty="0">
                <a:latin typeface="Century Gothic"/>
                <a:cs typeface="Century Gothic"/>
              </a:rPr>
              <a:t> </a:t>
            </a:r>
            <a:r>
              <a:rPr sz="1200" spc="10" dirty="0">
                <a:latin typeface="Century Gothic"/>
                <a:cs typeface="Century Gothic"/>
              </a:rPr>
              <a:t>could</a:t>
            </a:r>
            <a:r>
              <a:rPr sz="1200" spc="60" dirty="0">
                <a:latin typeface="Century Gothic"/>
                <a:cs typeface="Century Gothic"/>
              </a:rPr>
              <a:t> </a:t>
            </a:r>
            <a:r>
              <a:rPr sz="1200" dirty="0">
                <a:latin typeface="Century Gothic"/>
                <a:cs typeface="Century Gothic"/>
              </a:rPr>
              <a:t>be</a:t>
            </a:r>
            <a:r>
              <a:rPr sz="1200" spc="40" dirty="0">
                <a:latin typeface="Century Gothic"/>
                <a:cs typeface="Century Gothic"/>
              </a:rPr>
              <a:t> </a:t>
            </a:r>
            <a:r>
              <a:rPr sz="1200" spc="10" dirty="0">
                <a:latin typeface="Century Gothic"/>
                <a:cs typeface="Century Gothic"/>
              </a:rPr>
              <a:t>barriers</a:t>
            </a:r>
            <a:r>
              <a:rPr sz="1200" spc="30" dirty="0">
                <a:latin typeface="Century Gothic"/>
                <a:cs typeface="Century Gothic"/>
              </a:rPr>
              <a:t> </a:t>
            </a:r>
            <a:r>
              <a:rPr sz="1200" spc="10" dirty="0">
                <a:latin typeface="Century Gothic"/>
                <a:cs typeface="Century Gothic"/>
              </a:rPr>
              <a:t>to</a:t>
            </a:r>
            <a:r>
              <a:rPr sz="1200" spc="30" dirty="0">
                <a:latin typeface="Century Gothic"/>
                <a:cs typeface="Century Gothic"/>
              </a:rPr>
              <a:t> </a:t>
            </a:r>
            <a:r>
              <a:rPr sz="1200" spc="10" dirty="0">
                <a:latin typeface="Century Gothic"/>
                <a:cs typeface="Century Gothic"/>
              </a:rPr>
              <a:t>participating</a:t>
            </a:r>
            <a:r>
              <a:rPr sz="1200" spc="35" dirty="0">
                <a:latin typeface="Century Gothic"/>
                <a:cs typeface="Century Gothic"/>
              </a:rPr>
              <a:t> </a:t>
            </a:r>
            <a:r>
              <a:rPr sz="1200" spc="75" dirty="0">
                <a:latin typeface="Century Gothic"/>
                <a:cs typeface="Century Gothic"/>
              </a:rPr>
              <a:t>in</a:t>
            </a:r>
            <a:r>
              <a:rPr sz="1200" spc="45" dirty="0">
                <a:latin typeface="Century Gothic"/>
                <a:cs typeface="Century Gothic"/>
              </a:rPr>
              <a:t> </a:t>
            </a:r>
            <a:r>
              <a:rPr sz="1200" spc="-10" dirty="0">
                <a:latin typeface="Century Gothic"/>
                <a:cs typeface="Century Gothic"/>
              </a:rPr>
              <a:t>activities</a:t>
            </a:r>
            <a:endParaRPr sz="1200">
              <a:latin typeface="Century Gothic"/>
              <a:cs typeface="Century Gothic"/>
            </a:endParaRPr>
          </a:p>
          <a:p>
            <a:pPr marL="227329" lvl="1" indent="-224154">
              <a:lnSpc>
                <a:spcPct val="100000"/>
              </a:lnSpc>
              <a:spcBef>
                <a:spcPts val="1200"/>
              </a:spcBef>
              <a:buAutoNum type="arabicPeriod"/>
              <a:tabLst>
                <a:tab pos="227329" algn="l"/>
              </a:tabLst>
            </a:pPr>
            <a:r>
              <a:rPr sz="1200" dirty="0">
                <a:latin typeface="Century Gothic"/>
                <a:cs typeface="Century Gothic"/>
              </a:rPr>
              <a:t>Identify</a:t>
            </a:r>
            <a:r>
              <a:rPr sz="1200" spc="60" dirty="0">
                <a:latin typeface="Century Gothic"/>
                <a:cs typeface="Century Gothic"/>
              </a:rPr>
              <a:t> </a:t>
            </a:r>
            <a:r>
              <a:rPr sz="1200" dirty="0">
                <a:latin typeface="Century Gothic"/>
                <a:cs typeface="Century Gothic"/>
              </a:rPr>
              <a:t>behavioral</a:t>
            </a:r>
            <a:r>
              <a:rPr sz="1200" spc="70" dirty="0">
                <a:latin typeface="Century Gothic"/>
                <a:cs typeface="Century Gothic"/>
              </a:rPr>
              <a:t> </a:t>
            </a:r>
            <a:r>
              <a:rPr sz="1200" dirty="0">
                <a:latin typeface="Century Gothic"/>
                <a:cs typeface="Century Gothic"/>
              </a:rPr>
              <a:t>types</a:t>
            </a:r>
            <a:r>
              <a:rPr sz="1200" spc="65" dirty="0">
                <a:latin typeface="Century Gothic"/>
                <a:cs typeface="Century Gothic"/>
              </a:rPr>
              <a:t> </a:t>
            </a:r>
            <a:r>
              <a:rPr sz="1200" dirty="0">
                <a:latin typeface="Century Gothic"/>
                <a:cs typeface="Century Gothic"/>
              </a:rPr>
              <a:t>of</a:t>
            </a:r>
            <a:r>
              <a:rPr sz="1200" spc="70" dirty="0">
                <a:latin typeface="Century Gothic"/>
                <a:cs typeface="Century Gothic"/>
              </a:rPr>
              <a:t> </a:t>
            </a:r>
            <a:r>
              <a:rPr sz="1200" dirty="0">
                <a:latin typeface="Century Gothic"/>
                <a:cs typeface="Century Gothic"/>
              </a:rPr>
              <a:t>self</a:t>
            </a:r>
            <a:r>
              <a:rPr sz="1200" spc="80" dirty="0">
                <a:latin typeface="Century Gothic"/>
                <a:cs typeface="Century Gothic"/>
              </a:rPr>
              <a:t> </a:t>
            </a:r>
            <a:r>
              <a:rPr sz="1200" spc="-10" dirty="0">
                <a:latin typeface="Century Gothic"/>
                <a:cs typeface="Century Gothic"/>
              </a:rPr>
              <a:t>and</a:t>
            </a:r>
            <a:r>
              <a:rPr sz="1200" spc="70" dirty="0">
                <a:latin typeface="Century Gothic"/>
                <a:cs typeface="Century Gothic"/>
              </a:rPr>
              <a:t> </a:t>
            </a:r>
            <a:r>
              <a:rPr sz="1200" spc="-10" dirty="0">
                <a:latin typeface="Century Gothic"/>
                <a:cs typeface="Century Gothic"/>
              </a:rPr>
              <a:t>others</a:t>
            </a:r>
            <a:endParaRPr sz="1200">
              <a:latin typeface="Century Gothic"/>
              <a:cs typeface="Century Gothic"/>
            </a:endParaRPr>
          </a:p>
          <a:p>
            <a:pPr marL="257810" lvl="1" indent="-245110">
              <a:lnSpc>
                <a:spcPct val="100000"/>
              </a:lnSpc>
              <a:spcBef>
                <a:spcPts val="1200"/>
              </a:spcBef>
              <a:buAutoNum type="arabicPeriod"/>
              <a:tabLst>
                <a:tab pos="257810" algn="l"/>
              </a:tabLst>
            </a:pPr>
            <a:r>
              <a:rPr sz="1200" dirty="0">
                <a:latin typeface="Century Gothic"/>
                <a:cs typeface="Century Gothic"/>
              </a:rPr>
              <a:t>State</a:t>
            </a:r>
            <a:r>
              <a:rPr sz="1200" spc="55" dirty="0">
                <a:latin typeface="Century Gothic"/>
                <a:cs typeface="Century Gothic"/>
              </a:rPr>
              <a:t> </a:t>
            </a:r>
            <a:r>
              <a:rPr sz="1200" dirty="0">
                <a:latin typeface="Century Gothic"/>
                <a:cs typeface="Century Gothic"/>
              </a:rPr>
              <a:t>how</a:t>
            </a:r>
            <a:r>
              <a:rPr sz="1200" spc="40" dirty="0">
                <a:latin typeface="Century Gothic"/>
                <a:cs typeface="Century Gothic"/>
              </a:rPr>
              <a:t> </a:t>
            </a:r>
            <a:r>
              <a:rPr sz="1200" dirty="0">
                <a:latin typeface="Century Gothic"/>
                <a:cs typeface="Century Gothic"/>
              </a:rPr>
              <a:t>behaviours</a:t>
            </a:r>
            <a:r>
              <a:rPr sz="1200" spc="65" dirty="0">
                <a:latin typeface="Century Gothic"/>
                <a:cs typeface="Century Gothic"/>
              </a:rPr>
              <a:t> </a:t>
            </a:r>
            <a:r>
              <a:rPr sz="1200" dirty="0">
                <a:latin typeface="Century Gothic"/>
                <a:cs typeface="Century Gothic"/>
              </a:rPr>
              <a:t>impact</a:t>
            </a:r>
            <a:r>
              <a:rPr sz="1200" spc="60" dirty="0">
                <a:latin typeface="Century Gothic"/>
                <a:cs typeface="Century Gothic"/>
              </a:rPr>
              <a:t> </a:t>
            </a:r>
            <a:r>
              <a:rPr sz="1200" dirty="0">
                <a:latin typeface="Century Gothic"/>
                <a:cs typeface="Century Gothic"/>
              </a:rPr>
              <a:t>on</a:t>
            </a:r>
            <a:r>
              <a:rPr sz="1200" spc="65" dirty="0">
                <a:latin typeface="Century Gothic"/>
                <a:cs typeface="Century Gothic"/>
              </a:rPr>
              <a:t> </a:t>
            </a:r>
            <a:r>
              <a:rPr sz="1200" dirty="0">
                <a:latin typeface="Century Gothic"/>
                <a:cs typeface="Century Gothic"/>
              </a:rPr>
              <a:t>the</a:t>
            </a:r>
            <a:r>
              <a:rPr sz="1200" spc="35" dirty="0">
                <a:latin typeface="Century Gothic"/>
                <a:cs typeface="Century Gothic"/>
              </a:rPr>
              <a:t> </a:t>
            </a:r>
            <a:r>
              <a:rPr sz="1200" dirty="0">
                <a:latin typeface="Century Gothic"/>
                <a:cs typeface="Century Gothic"/>
              </a:rPr>
              <a:t>performance</a:t>
            </a:r>
            <a:r>
              <a:rPr sz="1200" spc="70" dirty="0">
                <a:latin typeface="Century Gothic"/>
                <a:cs typeface="Century Gothic"/>
              </a:rPr>
              <a:t> </a:t>
            </a:r>
            <a:r>
              <a:rPr sz="1200" dirty="0">
                <a:latin typeface="Century Gothic"/>
                <a:cs typeface="Century Gothic"/>
              </a:rPr>
              <a:t>of</a:t>
            </a:r>
            <a:r>
              <a:rPr sz="1200" spc="65" dirty="0">
                <a:latin typeface="Century Gothic"/>
                <a:cs typeface="Century Gothic"/>
              </a:rPr>
              <a:t> </a:t>
            </a:r>
            <a:r>
              <a:rPr sz="1200" dirty="0">
                <a:latin typeface="Century Gothic"/>
                <a:cs typeface="Century Gothic"/>
              </a:rPr>
              <a:t>self</a:t>
            </a:r>
            <a:r>
              <a:rPr sz="1200" spc="60" dirty="0">
                <a:latin typeface="Century Gothic"/>
                <a:cs typeface="Century Gothic"/>
              </a:rPr>
              <a:t> </a:t>
            </a:r>
            <a:r>
              <a:rPr sz="1200" spc="-10" dirty="0">
                <a:latin typeface="Century Gothic"/>
                <a:cs typeface="Century Gothic"/>
              </a:rPr>
              <a:t>and</a:t>
            </a:r>
            <a:r>
              <a:rPr sz="1200" spc="65" dirty="0">
                <a:latin typeface="Century Gothic"/>
                <a:cs typeface="Century Gothic"/>
              </a:rPr>
              <a:t> </a:t>
            </a:r>
            <a:r>
              <a:rPr sz="1200" spc="-10" dirty="0">
                <a:latin typeface="Century Gothic"/>
                <a:cs typeface="Century Gothic"/>
              </a:rPr>
              <a:t>others</a:t>
            </a:r>
            <a:endParaRPr sz="1200">
              <a:latin typeface="Century Gothic"/>
              <a:cs typeface="Century Gothic"/>
            </a:endParaRPr>
          </a:p>
          <a:p>
            <a:pPr marL="12700" marR="579755" lvl="1" indent="243840">
              <a:lnSpc>
                <a:spcPct val="100000"/>
              </a:lnSpc>
              <a:spcBef>
                <a:spcPts val="1200"/>
              </a:spcBef>
              <a:buAutoNum type="arabicPeriod"/>
              <a:tabLst>
                <a:tab pos="256540" algn="l"/>
              </a:tabLst>
            </a:pPr>
            <a:r>
              <a:rPr sz="1200" dirty="0">
                <a:latin typeface="Century Gothic"/>
                <a:cs typeface="Century Gothic"/>
              </a:rPr>
              <a:t>Describe</a:t>
            </a:r>
            <a:r>
              <a:rPr sz="1200" spc="125" dirty="0">
                <a:latin typeface="Century Gothic"/>
                <a:cs typeface="Century Gothic"/>
              </a:rPr>
              <a:t> </a:t>
            </a:r>
            <a:r>
              <a:rPr sz="1200" dirty="0">
                <a:latin typeface="Century Gothic"/>
                <a:cs typeface="Century Gothic"/>
              </a:rPr>
              <a:t>the</a:t>
            </a:r>
            <a:r>
              <a:rPr sz="1200" spc="130" dirty="0">
                <a:latin typeface="Century Gothic"/>
                <a:cs typeface="Century Gothic"/>
              </a:rPr>
              <a:t> </a:t>
            </a:r>
            <a:r>
              <a:rPr sz="1200" dirty="0">
                <a:latin typeface="Century Gothic"/>
                <a:cs typeface="Century Gothic"/>
              </a:rPr>
              <a:t>importance</a:t>
            </a:r>
            <a:r>
              <a:rPr sz="1200" spc="125" dirty="0">
                <a:latin typeface="Century Gothic"/>
                <a:cs typeface="Century Gothic"/>
              </a:rPr>
              <a:t> </a:t>
            </a:r>
            <a:r>
              <a:rPr sz="1200" dirty="0">
                <a:latin typeface="Century Gothic"/>
                <a:cs typeface="Century Gothic"/>
              </a:rPr>
              <a:t>of</a:t>
            </a:r>
            <a:r>
              <a:rPr sz="1200" spc="114" dirty="0">
                <a:latin typeface="Century Gothic"/>
                <a:cs typeface="Century Gothic"/>
              </a:rPr>
              <a:t> </a:t>
            </a:r>
            <a:r>
              <a:rPr sz="1200" dirty="0">
                <a:latin typeface="Century Gothic"/>
                <a:cs typeface="Century Gothic"/>
              </a:rPr>
              <a:t>emotions</a:t>
            </a:r>
            <a:r>
              <a:rPr sz="1200" spc="135" dirty="0">
                <a:latin typeface="Century Gothic"/>
                <a:cs typeface="Century Gothic"/>
              </a:rPr>
              <a:t> </a:t>
            </a:r>
            <a:r>
              <a:rPr sz="1200" spc="-10" dirty="0">
                <a:latin typeface="Century Gothic"/>
                <a:cs typeface="Century Gothic"/>
              </a:rPr>
              <a:t>and</a:t>
            </a:r>
            <a:r>
              <a:rPr sz="1200" spc="125" dirty="0">
                <a:latin typeface="Century Gothic"/>
                <a:cs typeface="Century Gothic"/>
              </a:rPr>
              <a:t> </a:t>
            </a:r>
            <a:r>
              <a:rPr sz="1200" dirty="0">
                <a:latin typeface="Century Gothic"/>
                <a:cs typeface="Century Gothic"/>
              </a:rPr>
              <a:t>behaviours</a:t>
            </a:r>
            <a:r>
              <a:rPr sz="1200" spc="150" dirty="0">
                <a:latin typeface="Century Gothic"/>
                <a:cs typeface="Century Gothic"/>
              </a:rPr>
              <a:t> </a:t>
            </a:r>
            <a:r>
              <a:rPr sz="1200" dirty="0">
                <a:latin typeface="Century Gothic"/>
                <a:cs typeface="Century Gothic"/>
              </a:rPr>
              <a:t>when</a:t>
            </a:r>
            <a:r>
              <a:rPr sz="1200" spc="125" dirty="0">
                <a:latin typeface="Century Gothic"/>
                <a:cs typeface="Century Gothic"/>
              </a:rPr>
              <a:t> </a:t>
            </a:r>
            <a:r>
              <a:rPr sz="1200" dirty="0">
                <a:latin typeface="Century Gothic"/>
                <a:cs typeface="Century Gothic"/>
              </a:rPr>
              <a:t>seeking</a:t>
            </a:r>
            <a:r>
              <a:rPr sz="1200" spc="160" dirty="0">
                <a:latin typeface="Century Gothic"/>
                <a:cs typeface="Century Gothic"/>
              </a:rPr>
              <a:t> </a:t>
            </a:r>
            <a:r>
              <a:rPr sz="1200" spc="-25" dirty="0">
                <a:latin typeface="Century Gothic"/>
                <a:cs typeface="Century Gothic"/>
              </a:rPr>
              <a:t>to </a:t>
            </a:r>
            <a:r>
              <a:rPr sz="1200" dirty="0">
                <a:latin typeface="Century Gothic"/>
                <a:cs typeface="Century Gothic"/>
              </a:rPr>
              <a:t>participate</a:t>
            </a:r>
            <a:r>
              <a:rPr sz="1200" spc="-15" dirty="0">
                <a:latin typeface="Century Gothic"/>
                <a:cs typeface="Century Gothic"/>
              </a:rPr>
              <a:t> </a:t>
            </a:r>
            <a:r>
              <a:rPr sz="1200" spc="75" dirty="0">
                <a:latin typeface="Century Gothic"/>
                <a:cs typeface="Century Gothic"/>
              </a:rPr>
              <a:t>in</a:t>
            </a:r>
            <a:r>
              <a:rPr sz="1200" spc="-10" dirty="0">
                <a:latin typeface="Century Gothic"/>
                <a:cs typeface="Century Gothic"/>
              </a:rPr>
              <a:t> activities</a:t>
            </a:r>
            <a:endParaRPr sz="1200">
              <a:latin typeface="Century Gothic"/>
              <a:cs typeface="Century Gothic"/>
            </a:endParaRPr>
          </a:p>
          <a:p>
            <a:pPr marL="12700" marR="224790" lvl="1" indent="-10795">
              <a:lnSpc>
                <a:spcPct val="100000"/>
              </a:lnSpc>
              <a:spcBef>
                <a:spcPts val="1200"/>
              </a:spcBef>
              <a:buAutoNum type="arabicPeriod"/>
              <a:tabLst>
                <a:tab pos="226060" algn="l"/>
              </a:tabLst>
            </a:pPr>
            <a:r>
              <a:rPr sz="1200" dirty="0">
                <a:latin typeface="Century Gothic"/>
                <a:cs typeface="Century Gothic"/>
              </a:rPr>
              <a:t>	Identify</a:t>
            </a:r>
            <a:r>
              <a:rPr sz="1200" spc="35" dirty="0">
                <a:latin typeface="Century Gothic"/>
                <a:cs typeface="Century Gothic"/>
              </a:rPr>
              <a:t> </a:t>
            </a:r>
            <a:r>
              <a:rPr sz="1200" dirty="0">
                <a:latin typeface="Century Gothic"/>
                <a:cs typeface="Century Gothic"/>
              </a:rPr>
              <a:t>own</a:t>
            </a:r>
            <a:r>
              <a:rPr sz="1200" spc="25" dirty="0">
                <a:latin typeface="Century Gothic"/>
                <a:cs typeface="Century Gothic"/>
              </a:rPr>
              <a:t> </a:t>
            </a:r>
            <a:r>
              <a:rPr sz="1200" spc="-10" dirty="0">
                <a:latin typeface="Century Gothic"/>
                <a:cs typeface="Century Gothic"/>
              </a:rPr>
              <a:t>areas</a:t>
            </a:r>
            <a:r>
              <a:rPr sz="1200" spc="45" dirty="0">
                <a:latin typeface="Century Gothic"/>
                <a:cs typeface="Century Gothic"/>
              </a:rPr>
              <a:t> </a:t>
            </a:r>
            <a:r>
              <a:rPr sz="1200" dirty="0">
                <a:latin typeface="Century Gothic"/>
                <a:cs typeface="Century Gothic"/>
              </a:rPr>
              <a:t>of</a:t>
            </a:r>
            <a:r>
              <a:rPr sz="1200" spc="40" dirty="0">
                <a:latin typeface="Century Gothic"/>
                <a:cs typeface="Century Gothic"/>
              </a:rPr>
              <a:t> </a:t>
            </a:r>
            <a:r>
              <a:rPr sz="1200" spc="55" dirty="0">
                <a:latin typeface="Century Gothic"/>
                <a:cs typeface="Century Gothic"/>
              </a:rPr>
              <a:t>strength</a:t>
            </a:r>
            <a:r>
              <a:rPr sz="1200" spc="30" dirty="0">
                <a:latin typeface="Century Gothic"/>
                <a:cs typeface="Century Gothic"/>
              </a:rPr>
              <a:t> </a:t>
            </a:r>
            <a:r>
              <a:rPr sz="1200" dirty="0">
                <a:latin typeface="Century Gothic"/>
                <a:cs typeface="Century Gothic"/>
              </a:rPr>
              <a:t>and</a:t>
            </a:r>
            <a:r>
              <a:rPr sz="1200" spc="40" dirty="0">
                <a:latin typeface="Century Gothic"/>
                <a:cs typeface="Century Gothic"/>
              </a:rPr>
              <a:t> </a:t>
            </a:r>
            <a:r>
              <a:rPr sz="1200" dirty="0">
                <a:latin typeface="Century Gothic"/>
                <a:cs typeface="Century Gothic"/>
              </a:rPr>
              <a:t>development</a:t>
            </a:r>
            <a:r>
              <a:rPr sz="1200" spc="45" dirty="0">
                <a:latin typeface="Century Gothic"/>
                <a:cs typeface="Century Gothic"/>
              </a:rPr>
              <a:t> </a:t>
            </a:r>
            <a:r>
              <a:rPr sz="1200" dirty="0">
                <a:latin typeface="Century Gothic"/>
                <a:cs typeface="Century Gothic"/>
              </a:rPr>
              <a:t>needs</a:t>
            </a:r>
            <a:r>
              <a:rPr sz="1200" spc="40" dirty="0">
                <a:latin typeface="Century Gothic"/>
                <a:cs typeface="Century Gothic"/>
              </a:rPr>
              <a:t> </a:t>
            </a:r>
            <a:r>
              <a:rPr sz="1200" spc="75" dirty="0">
                <a:latin typeface="Century Gothic"/>
                <a:cs typeface="Century Gothic"/>
              </a:rPr>
              <a:t>in</a:t>
            </a:r>
            <a:r>
              <a:rPr sz="1200" spc="40" dirty="0">
                <a:latin typeface="Century Gothic"/>
                <a:cs typeface="Century Gothic"/>
              </a:rPr>
              <a:t> </a:t>
            </a:r>
            <a:r>
              <a:rPr sz="1200" dirty="0">
                <a:latin typeface="Century Gothic"/>
                <a:cs typeface="Century Gothic"/>
              </a:rPr>
              <a:t>order</a:t>
            </a:r>
            <a:r>
              <a:rPr sz="1200" spc="25" dirty="0">
                <a:latin typeface="Century Gothic"/>
                <a:cs typeface="Century Gothic"/>
              </a:rPr>
              <a:t> </a:t>
            </a:r>
            <a:r>
              <a:rPr sz="1200" dirty="0">
                <a:latin typeface="Century Gothic"/>
                <a:cs typeface="Century Gothic"/>
              </a:rPr>
              <a:t>to</a:t>
            </a:r>
            <a:r>
              <a:rPr sz="1200" spc="30" dirty="0">
                <a:latin typeface="Century Gothic"/>
                <a:cs typeface="Century Gothic"/>
              </a:rPr>
              <a:t> </a:t>
            </a:r>
            <a:r>
              <a:rPr sz="1200" dirty="0">
                <a:latin typeface="Century Gothic"/>
                <a:cs typeface="Century Gothic"/>
              </a:rPr>
              <a:t>meet</a:t>
            </a:r>
            <a:r>
              <a:rPr sz="1200" spc="40" dirty="0">
                <a:latin typeface="Century Gothic"/>
                <a:cs typeface="Century Gothic"/>
              </a:rPr>
              <a:t> </a:t>
            </a:r>
            <a:r>
              <a:rPr sz="1200" spc="-25" dirty="0">
                <a:latin typeface="Century Gothic"/>
                <a:cs typeface="Century Gothic"/>
              </a:rPr>
              <a:t>the </a:t>
            </a:r>
            <a:r>
              <a:rPr sz="1200" dirty="0">
                <a:latin typeface="Century Gothic"/>
                <a:cs typeface="Century Gothic"/>
              </a:rPr>
              <a:t>behaviours,</a:t>
            </a:r>
            <a:r>
              <a:rPr sz="1200" spc="75" dirty="0">
                <a:latin typeface="Century Gothic"/>
                <a:cs typeface="Century Gothic"/>
              </a:rPr>
              <a:t> </a:t>
            </a:r>
            <a:r>
              <a:rPr sz="1200" dirty="0">
                <a:latin typeface="Century Gothic"/>
                <a:cs typeface="Century Gothic"/>
              </a:rPr>
              <a:t>attitudes</a:t>
            </a:r>
            <a:r>
              <a:rPr sz="1200" spc="85" dirty="0">
                <a:latin typeface="Century Gothic"/>
                <a:cs typeface="Century Gothic"/>
              </a:rPr>
              <a:t> </a:t>
            </a:r>
            <a:r>
              <a:rPr sz="1200" spc="-10" dirty="0">
                <a:latin typeface="Century Gothic"/>
                <a:cs typeface="Century Gothic"/>
              </a:rPr>
              <a:t>and</a:t>
            </a:r>
            <a:r>
              <a:rPr sz="1200" spc="85" dirty="0">
                <a:latin typeface="Century Gothic"/>
                <a:cs typeface="Century Gothic"/>
              </a:rPr>
              <a:t> </a:t>
            </a:r>
            <a:r>
              <a:rPr sz="1200" dirty="0">
                <a:latin typeface="Century Gothic"/>
                <a:cs typeface="Century Gothic"/>
              </a:rPr>
              <a:t>capabilities</a:t>
            </a:r>
            <a:r>
              <a:rPr sz="1200" spc="95" dirty="0">
                <a:latin typeface="Century Gothic"/>
                <a:cs typeface="Century Gothic"/>
              </a:rPr>
              <a:t> </a:t>
            </a:r>
            <a:r>
              <a:rPr sz="1200" dirty="0">
                <a:latin typeface="Century Gothic"/>
                <a:cs typeface="Century Gothic"/>
              </a:rPr>
              <a:t>required</a:t>
            </a:r>
            <a:r>
              <a:rPr sz="1200" spc="85" dirty="0">
                <a:latin typeface="Century Gothic"/>
                <a:cs typeface="Century Gothic"/>
              </a:rPr>
              <a:t> </a:t>
            </a:r>
            <a:r>
              <a:rPr sz="1200" dirty="0">
                <a:latin typeface="Century Gothic"/>
                <a:cs typeface="Century Gothic"/>
              </a:rPr>
              <a:t>to</a:t>
            </a:r>
            <a:r>
              <a:rPr sz="1200" spc="70" dirty="0">
                <a:latin typeface="Century Gothic"/>
                <a:cs typeface="Century Gothic"/>
              </a:rPr>
              <a:t> </a:t>
            </a:r>
            <a:r>
              <a:rPr sz="1200" dirty="0">
                <a:latin typeface="Century Gothic"/>
                <a:cs typeface="Century Gothic"/>
              </a:rPr>
              <a:t>participate</a:t>
            </a:r>
            <a:r>
              <a:rPr sz="1200" spc="75" dirty="0">
                <a:latin typeface="Century Gothic"/>
                <a:cs typeface="Century Gothic"/>
              </a:rPr>
              <a:t> in</a:t>
            </a:r>
            <a:r>
              <a:rPr sz="1200" spc="85" dirty="0">
                <a:latin typeface="Century Gothic"/>
                <a:cs typeface="Century Gothic"/>
              </a:rPr>
              <a:t> </a:t>
            </a:r>
            <a:r>
              <a:rPr sz="1200" spc="-10" dirty="0">
                <a:latin typeface="Century Gothic"/>
                <a:cs typeface="Century Gothic"/>
              </a:rPr>
              <a:t>activities</a:t>
            </a:r>
            <a:endParaRPr sz="1200">
              <a:latin typeface="Century Gothic"/>
              <a:cs typeface="Century Gothic"/>
            </a:endParaRPr>
          </a:p>
          <a:p>
            <a:pPr marL="12700" marR="5080" lvl="1" indent="243840">
              <a:lnSpc>
                <a:spcPct val="100000"/>
              </a:lnSpc>
              <a:spcBef>
                <a:spcPts val="1200"/>
              </a:spcBef>
              <a:buAutoNum type="arabicPeriod"/>
              <a:tabLst>
                <a:tab pos="256540" algn="l"/>
              </a:tabLst>
            </a:pPr>
            <a:r>
              <a:rPr sz="1200" spc="105" dirty="0">
                <a:latin typeface="Century Gothic"/>
                <a:cs typeface="Century Gothic"/>
              </a:rPr>
              <a:t>List</a:t>
            </a:r>
            <a:r>
              <a:rPr sz="1200" spc="15" dirty="0">
                <a:latin typeface="Century Gothic"/>
                <a:cs typeface="Century Gothic"/>
              </a:rPr>
              <a:t> </a:t>
            </a:r>
            <a:r>
              <a:rPr sz="1200" spc="75" dirty="0">
                <a:latin typeface="Century Gothic"/>
                <a:cs typeface="Century Gothic"/>
              </a:rPr>
              <a:t>in</a:t>
            </a:r>
            <a:r>
              <a:rPr sz="1200" spc="15" dirty="0">
                <a:latin typeface="Century Gothic"/>
                <a:cs typeface="Century Gothic"/>
              </a:rPr>
              <a:t> </a:t>
            </a:r>
            <a:r>
              <a:rPr sz="1200" dirty="0">
                <a:latin typeface="Century Gothic"/>
                <a:cs typeface="Century Gothic"/>
              </a:rPr>
              <a:t>an</a:t>
            </a:r>
            <a:r>
              <a:rPr sz="1200" spc="20" dirty="0">
                <a:latin typeface="Century Gothic"/>
                <a:cs typeface="Century Gothic"/>
              </a:rPr>
              <a:t> </a:t>
            </a:r>
            <a:r>
              <a:rPr sz="1200" dirty="0">
                <a:latin typeface="Century Gothic"/>
                <a:cs typeface="Century Gothic"/>
              </a:rPr>
              <a:t>action</a:t>
            </a:r>
            <a:r>
              <a:rPr sz="1200" spc="15" dirty="0">
                <a:latin typeface="Century Gothic"/>
                <a:cs typeface="Century Gothic"/>
              </a:rPr>
              <a:t> </a:t>
            </a:r>
            <a:r>
              <a:rPr sz="1200" dirty="0">
                <a:latin typeface="Century Gothic"/>
                <a:cs typeface="Century Gothic"/>
              </a:rPr>
              <a:t>plan,</a:t>
            </a:r>
            <a:r>
              <a:rPr sz="1200" spc="15" dirty="0">
                <a:latin typeface="Century Gothic"/>
                <a:cs typeface="Century Gothic"/>
              </a:rPr>
              <a:t> </a:t>
            </a:r>
            <a:r>
              <a:rPr sz="1200" spc="-10" dirty="0">
                <a:latin typeface="Century Gothic"/>
                <a:cs typeface="Century Gothic"/>
              </a:rPr>
              <a:t>areas</a:t>
            </a:r>
            <a:r>
              <a:rPr sz="1200" spc="25" dirty="0">
                <a:latin typeface="Century Gothic"/>
                <a:cs typeface="Century Gothic"/>
              </a:rPr>
              <a:t> </a:t>
            </a:r>
            <a:r>
              <a:rPr sz="1200" dirty="0">
                <a:latin typeface="Century Gothic"/>
                <a:cs typeface="Century Gothic"/>
              </a:rPr>
              <a:t>for</a:t>
            </a:r>
            <a:r>
              <a:rPr sz="1200" spc="5" dirty="0">
                <a:latin typeface="Century Gothic"/>
                <a:cs typeface="Century Gothic"/>
              </a:rPr>
              <a:t> </a:t>
            </a:r>
            <a:r>
              <a:rPr sz="1200" dirty="0">
                <a:latin typeface="Century Gothic"/>
                <a:cs typeface="Century Gothic"/>
              </a:rPr>
              <a:t>development</a:t>
            </a:r>
            <a:r>
              <a:rPr sz="1200" spc="15" dirty="0">
                <a:latin typeface="Century Gothic"/>
                <a:cs typeface="Century Gothic"/>
              </a:rPr>
              <a:t> </a:t>
            </a:r>
            <a:r>
              <a:rPr sz="1200" dirty="0">
                <a:latin typeface="Century Gothic"/>
                <a:cs typeface="Century Gothic"/>
              </a:rPr>
              <a:t>to</a:t>
            </a:r>
            <a:r>
              <a:rPr sz="1200" spc="5" dirty="0">
                <a:latin typeface="Century Gothic"/>
                <a:cs typeface="Century Gothic"/>
              </a:rPr>
              <a:t> </a:t>
            </a:r>
            <a:r>
              <a:rPr sz="1200" dirty="0">
                <a:latin typeface="Century Gothic"/>
                <a:cs typeface="Century Gothic"/>
              </a:rPr>
              <a:t>meet</a:t>
            </a:r>
            <a:r>
              <a:rPr sz="1200" spc="35" dirty="0">
                <a:latin typeface="Century Gothic"/>
                <a:cs typeface="Century Gothic"/>
              </a:rPr>
              <a:t> </a:t>
            </a:r>
            <a:r>
              <a:rPr sz="1200" dirty="0">
                <a:latin typeface="Century Gothic"/>
                <a:cs typeface="Century Gothic"/>
              </a:rPr>
              <a:t>the</a:t>
            </a:r>
            <a:r>
              <a:rPr sz="1200" spc="15" dirty="0">
                <a:latin typeface="Century Gothic"/>
                <a:cs typeface="Century Gothic"/>
              </a:rPr>
              <a:t> </a:t>
            </a:r>
            <a:r>
              <a:rPr sz="1200" dirty="0">
                <a:latin typeface="Century Gothic"/>
                <a:cs typeface="Century Gothic"/>
              </a:rPr>
              <a:t>behaviours,</a:t>
            </a:r>
            <a:r>
              <a:rPr sz="1200" spc="10" dirty="0">
                <a:latin typeface="Century Gothic"/>
                <a:cs typeface="Century Gothic"/>
              </a:rPr>
              <a:t> </a:t>
            </a:r>
            <a:r>
              <a:rPr sz="1200" spc="-10" dirty="0">
                <a:latin typeface="Century Gothic"/>
                <a:cs typeface="Century Gothic"/>
              </a:rPr>
              <a:t>attitudes and</a:t>
            </a:r>
            <a:r>
              <a:rPr sz="1200" spc="95" dirty="0">
                <a:latin typeface="Century Gothic"/>
                <a:cs typeface="Century Gothic"/>
              </a:rPr>
              <a:t> </a:t>
            </a:r>
            <a:r>
              <a:rPr sz="1200" dirty="0">
                <a:latin typeface="Century Gothic"/>
                <a:cs typeface="Century Gothic"/>
              </a:rPr>
              <a:t>attributes</a:t>
            </a:r>
            <a:r>
              <a:rPr sz="1200" spc="100" dirty="0">
                <a:latin typeface="Century Gothic"/>
                <a:cs typeface="Century Gothic"/>
              </a:rPr>
              <a:t> </a:t>
            </a:r>
            <a:r>
              <a:rPr sz="1200" dirty="0">
                <a:latin typeface="Century Gothic"/>
                <a:cs typeface="Century Gothic"/>
              </a:rPr>
              <a:t>required</a:t>
            </a:r>
            <a:r>
              <a:rPr sz="1200" spc="95" dirty="0">
                <a:latin typeface="Century Gothic"/>
                <a:cs typeface="Century Gothic"/>
              </a:rPr>
              <a:t> </a:t>
            </a:r>
            <a:r>
              <a:rPr sz="1200" dirty="0">
                <a:latin typeface="Century Gothic"/>
                <a:cs typeface="Century Gothic"/>
              </a:rPr>
              <a:t>to</a:t>
            </a:r>
            <a:r>
              <a:rPr sz="1200" spc="85" dirty="0">
                <a:latin typeface="Century Gothic"/>
                <a:cs typeface="Century Gothic"/>
              </a:rPr>
              <a:t> </a:t>
            </a:r>
            <a:r>
              <a:rPr sz="1200" dirty="0">
                <a:latin typeface="Century Gothic"/>
                <a:cs typeface="Century Gothic"/>
              </a:rPr>
              <a:t>participate</a:t>
            </a:r>
            <a:r>
              <a:rPr sz="1200" spc="85" dirty="0">
                <a:latin typeface="Century Gothic"/>
                <a:cs typeface="Century Gothic"/>
              </a:rPr>
              <a:t> </a:t>
            </a:r>
            <a:r>
              <a:rPr sz="1200" spc="75" dirty="0">
                <a:latin typeface="Century Gothic"/>
                <a:cs typeface="Century Gothic"/>
              </a:rPr>
              <a:t>in</a:t>
            </a:r>
            <a:r>
              <a:rPr sz="1200" spc="100" dirty="0">
                <a:latin typeface="Century Gothic"/>
                <a:cs typeface="Century Gothic"/>
              </a:rPr>
              <a:t> </a:t>
            </a:r>
            <a:r>
              <a:rPr sz="1200" spc="-10" dirty="0">
                <a:latin typeface="Century Gothic"/>
                <a:cs typeface="Century Gothic"/>
              </a:rPr>
              <a:t>activities</a:t>
            </a:r>
            <a:endParaRPr sz="1200">
              <a:latin typeface="Century Gothic"/>
              <a:cs typeface="Century Gothic"/>
            </a:endParaRPr>
          </a:p>
          <a:p>
            <a:pPr marL="12700" marR="565785" lvl="1" indent="226060">
              <a:lnSpc>
                <a:spcPct val="100000"/>
              </a:lnSpc>
              <a:spcBef>
                <a:spcPts val="1200"/>
              </a:spcBef>
              <a:buAutoNum type="arabicPeriod"/>
              <a:tabLst>
                <a:tab pos="238760" algn="l"/>
              </a:tabLst>
            </a:pPr>
            <a:r>
              <a:rPr sz="1200" dirty="0">
                <a:latin typeface="Century Gothic"/>
                <a:cs typeface="Century Gothic"/>
              </a:rPr>
              <a:t>Identify</a:t>
            </a:r>
            <a:r>
              <a:rPr sz="1200" spc="105" dirty="0">
                <a:latin typeface="Century Gothic"/>
                <a:cs typeface="Century Gothic"/>
              </a:rPr>
              <a:t> </a:t>
            </a:r>
            <a:r>
              <a:rPr sz="1200" dirty="0">
                <a:latin typeface="Century Gothic"/>
                <a:cs typeface="Century Gothic"/>
              </a:rPr>
              <a:t>the</a:t>
            </a:r>
            <a:r>
              <a:rPr sz="1200" spc="110" dirty="0">
                <a:latin typeface="Century Gothic"/>
                <a:cs typeface="Century Gothic"/>
              </a:rPr>
              <a:t> </a:t>
            </a:r>
            <a:r>
              <a:rPr sz="1200" dirty="0">
                <a:latin typeface="Century Gothic"/>
                <a:cs typeface="Century Gothic"/>
              </a:rPr>
              <a:t>different</a:t>
            </a:r>
            <a:r>
              <a:rPr sz="1200" spc="114" dirty="0">
                <a:latin typeface="Century Gothic"/>
                <a:cs typeface="Century Gothic"/>
              </a:rPr>
              <a:t> </a:t>
            </a:r>
            <a:r>
              <a:rPr sz="1200" dirty="0">
                <a:latin typeface="Century Gothic"/>
                <a:cs typeface="Century Gothic"/>
              </a:rPr>
              <a:t>roles</a:t>
            </a:r>
            <a:r>
              <a:rPr sz="1200" spc="114" dirty="0">
                <a:latin typeface="Century Gothic"/>
                <a:cs typeface="Century Gothic"/>
              </a:rPr>
              <a:t> </a:t>
            </a:r>
            <a:r>
              <a:rPr sz="1200" dirty="0">
                <a:latin typeface="Century Gothic"/>
                <a:cs typeface="Century Gothic"/>
              </a:rPr>
              <a:t>required</a:t>
            </a:r>
            <a:r>
              <a:rPr sz="1200" spc="114" dirty="0">
                <a:latin typeface="Century Gothic"/>
                <a:cs typeface="Century Gothic"/>
              </a:rPr>
              <a:t> </a:t>
            </a:r>
            <a:r>
              <a:rPr sz="1200" spc="70" dirty="0">
                <a:latin typeface="Century Gothic"/>
                <a:cs typeface="Century Gothic"/>
              </a:rPr>
              <a:t>within</a:t>
            </a:r>
            <a:r>
              <a:rPr sz="1200" spc="100" dirty="0">
                <a:latin typeface="Century Gothic"/>
                <a:cs typeface="Century Gothic"/>
              </a:rPr>
              <a:t> </a:t>
            </a:r>
            <a:r>
              <a:rPr sz="1200" spc="-130" dirty="0">
                <a:latin typeface="Century Gothic"/>
                <a:cs typeface="Century Gothic"/>
              </a:rPr>
              <a:t>a</a:t>
            </a:r>
            <a:r>
              <a:rPr sz="1200" spc="110" dirty="0">
                <a:latin typeface="Century Gothic"/>
                <a:cs typeface="Century Gothic"/>
              </a:rPr>
              <a:t> </a:t>
            </a:r>
            <a:r>
              <a:rPr sz="1200" dirty="0">
                <a:latin typeface="Century Gothic"/>
                <a:cs typeface="Century Gothic"/>
              </a:rPr>
              <a:t>team</a:t>
            </a:r>
            <a:r>
              <a:rPr sz="1200" spc="130" dirty="0">
                <a:latin typeface="Century Gothic"/>
                <a:cs typeface="Century Gothic"/>
              </a:rPr>
              <a:t> </a:t>
            </a:r>
            <a:r>
              <a:rPr sz="1200" dirty="0">
                <a:latin typeface="Century Gothic"/>
                <a:cs typeface="Century Gothic"/>
              </a:rPr>
              <a:t>to</a:t>
            </a:r>
            <a:r>
              <a:rPr sz="1200" spc="100" dirty="0">
                <a:latin typeface="Century Gothic"/>
                <a:cs typeface="Century Gothic"/>
              </a:rPr>
              <a:t> </a:t>
            </a:r>
            <a:r>
              <a:rPr sz="1200" dirty="0">
                <a:latin typeface="Century Gothic"/>
                <a:cs typeface="Century Gothic"/>
              </a:rPr>
              <a:t>ensure</a:t>
            </a:r>
            <a:r>
              <a:rPr sz="1200" spc="125" dirty="0">
                <a:latin typeface="Century Gothic"/>
                <a:cs typeface="Century Gothic"/>
              </a:rPr>
              <a:t> </a:t>
            </a:r>
            <a:r>
              <a:rPr sz="1200" spc="75" dirty="0">
                <a:latin typeface="Century Gothic"/>
                <a:cs typeface="Century Gothic"/>
              </a:rPr>
              <a:t>it</a:t>
            </a:r>
            <a:r>
              <a:rPr sz="1200" spc="114" dirty="0">
                <a:latin typeface="Century Gothic"/>
                <a:cs typeface="Century Gothic"/>
              </a:rPr>
              <a:t> </a:t>
            </a:r>
            <a:r>
              <a:rPr sz="1200" spc="40" dirty="0">
                <a:latin typeface="Century Gothic"/>
                <a:cs typeface="Century Gothic"/>
              </a:rPr>
              <a:t>performs </a:t>
            </a:r>
            <a:r>
              <a:rPr sz="1200" spc="-10" dirty="0">
                <a:latin typeface="Century Gothic"/>
                <a:cs typeface="Century Gothic"/>
              </a:rPr>
              <a:t>effectively</a:t>
            </a:r>
            <a:endParaRPr sz="1200">
              <a:latin typeface="Century Gothic"/>
              <a:cs typeface="Century Gothic"/>
            </a:endParaRPr>
          </a:p>
          <a:p>
            <a:pPr marL="271145" lvl="1" indent="-258445">
              <a:lnSpc>
                <a:spcPct val="100000"/>
              </a:lnSpc>
              <a:spcBef>
                <a:spcPts val="1200"/>
              </a:spcBef>
              <a:buAutoNum type="arabicPeriod"/>
              <a:tabLst>
                <a:tab pos="271145" algn="l"/>
              </a:tabLst>
            </a:pPr>
            <a:r>
              <a:rPr sz="1200" spc="-20" dirty="0">
                <a:latin typeface="Century Gothic"/>
                <a:cs typeface="Century Gothic"/>
              </a:rPr>
              <a:t>Give</a:t>
            </a:r>
            <a:r>
              <a:rPr sz="1200" spc="60" dirty="0">
                <a:latin typeface="Century Gothic"/>
                <a:cs typeface="Century Gothic"/>
              </a:rPr>
              <a:t> </a:t>
            </a:r>
            <a:r>
              <a:rPr sz="1200" dirty="0">
                <a:latin typeface="Century Gothic"/>
                <a:cs typeface="Century Gothic"/>
              </a:rPr>
              <a:t>examples</a:t>
            </a:r>
            <a:r>
              <a:rPr sz="1200" spc="65" dirty="0">
                <a:latin typeface="Century Gothic"/>
                <a:cs typeface="Century Gothic"/>
              </a:rPr>
              <a:t> </a:t>
            </a:r>
            <a:r>
              <a:rPr sz="1200" dirty="0">
                <a:latin typeface="Century Gothic"/>
                <a:cs typeface="Century Gothic"/>
              </a:rPr>
              <a:t>of</a:t>
            </a:r>
            <a:r>
              <a:rPr sz="1200" spc="55" dirty="0">
                <a:latin typeface="Century Gothic"/>
                <a:cs typeface="Century Gothic"/>
              </a:rPr>
              <a:t> </a:t>
            </a:r>
            <a:r>
              <a:rPr sz="1200" dirty="0">
                <a:latin typeface="Century Gothic"/>
                <a:cs typeface="Century Gothic"/>
              </a:rPr>
              <a:t>own</a:t>
            </a:r>
            <a:r>
              <a:rPr sz="1200" spc="45" dirty="0">
                <a:latin typeface="Century Gothic"/>
                <a:cs typeface="Century Gothic"/>
              </a:rPr>
              <a:t> </a:t>
            </a:r>
            <a:r>
              <a:rPr sz="1200" dirty="0">
                <a:latin typeface="Century Gothic"/>
                <a:cs typeface="Century Gothic"/>
              </a:rPr>
              <a:t>contribution</a:t>
            </a:r>
            <a:r>
              <a:rPr sz="1200" spc="25" dirty="0">
                <a:latin typeface="Century Gothic"/>
                <a:cs typeface="Century Gothic"/>
              </a:rPr>
              <a:t> </a:t>
            </a:r>
            <a:r>
              <a:rPr sz="1200" dirty="0">
                <a:latin typeface="Century Gothic"/>
                <a:cs typeface="Century Gothic"/>
              </a:rPr>
              <a:t>and</a:t>
            </a:r>
            <a:r>
              <a:rPr sz="1200" spc="55" dirty="0">
                <a:latin typeface="Century Gothic"/>
                <a:cs typeface="Century Gothic"/>
              </a:rPr>
              <a:t> </a:t>
            </a:r>
            <a:r>
              <a:rPr sz="1200" dirty="0">
                <a:latin typeface="Century Gothic"/>
                <a:cs typeface="Century Gothic"/>
              </a:rPr>
              <a:t>how</a:t>
            </a:r>
            <a:r>
              <a:rPr sz="1200" spc="20" dirty="0">
                <a:latin typeface="Century Gothic"/>
                <a:cs typeface="Century Gothic"/>
              </a:rPr>
              <a:t> </a:t>
            </a:r>
            <a:r>
              <a:rPr sz="1200" spc="85" dirty="0">
                <a:latin typeface="Century Gothic"/>
                <a:cs typeface="Century Gothic"/>
              </a:rPr>
              <a:t>this</a:t>
            </a:r>
            <a:r>
              <a:rPr sz="1200" spc="55" dirty="0">
                <a:latin typeface="Century Gothic"/>
                <a:cs typeface="Century Gothic"/>
              </a:rPr>
              <a:t> </a:t>
            </a:r>
            <a:r>
              <a:rPr sz="1200" spc="45" dirty="0">
                <a:latin typeface="Century Gothic"/>
                <a:cs typeface="Century Gothic"/>
              </a:rPr>
              <a:t>support </a:t>
            </a:r>
            <a:r>
              <a:rPr sz="1200" dirty="0">
                <a:latin typeface="Century Gothic"/>
                <a:cs typeface="Century Gothic"/>
              </a:rPr>
              <a:t>team</a:t>
            </a:r>
            <a:r>
              <a:rPr sz="1200" spc="50" dirty="0">
                <a:latin typeface="Century Gothic"/>
                <a:cs typeface="Century Gothic"/>
              </a:rPr>
              <a:t> </a:t>
            </a:r>
            <a:r>
              <a:rPr sz="1200" spc="45" dirty="0">
                <a:latin typeface="Century Gothic"/>
                <a:cs typeface="Century Gothic"/>
              </a:rPr>
              <a:t>working</a:t>
            </a:r>
            <a:endParaRPr sz="1200">
              <a:latin typeface="Century Gothic"/>
              <a:cs typeface="Century Gothic"/>
            </a:endParaRPr>
          </a:p>
          <a:p>
            <a:pPr marL="269875" lvl="1" indent="-257175">
              <a:lnSpc>
                <a:spcPct val="100000"/>
              </a:lnSpc>
              <a:spcBef>
                <a:spcPts val="1200"/>
              </a:spcBef>
              <a:buAutoNum type="arabicPeriod"/>
              <a:tabLst>
                <a:tab pos="269875" algn="l"/>
              </a:tabLst>
            </a:pPr>
            <a:r>
              <a:rPr sz="1200" dirty="0">
                <a:latin typeface="Century Gothic"/>
                <a:cs typeface="Century Gothic"/>
              </a:rPr>
              <a:t>Describe</a:t>
            </a:r>
            <a:r>
              <a:rPr sz="1200" spc="90" dirty="0">
                <a:latin typeface="Century Gothic"/>
                <a:cs typeface="Century Gothic"/>
              </a:rPr>
              <a:t> </a:t>
            </a:r>
            <a:r>
              <a:rPr sz="1200" dirty="0">
                <a:latin typeface="Century Gothic"/>
                <a:cs typeface="Century Gothic"/>
              </a:rPr>
              <a:t>how</a:t>
            </a:r>
            <a:r>
              <a:rPr sz="1200" spc="105" dirty="0">
                <a:latin typeface="Century Gothic"/>
                <a:cs typeface="Century Gothic"/>
              </a:rPr>
              <a:t> </a:t>
            </a:r>
            <a:r>
              <a:rPr sz="1200" dirty="0">
                <a:latin typeface="Century Gothic"/>
                <a:cs typeface="Century Gothic"/>
              </a:rPr>
              <a:t>own</a:t>
            </a:r>
            <a:r>
              <a:rPr sz="1200" spc="105" dirty="0">
                <a:latin typeface="Century Gothic"/>
                <a:cs typeface="Century Gothic"/>
              </a:rPr>
              <a:t> </a:t>
            </a:r>
            <a:r>
              <a:rPr sz="1200" dirty="0">
                <a:latin typeface="Century Gothic"/>
                <a:cs typeface="Century Gothic"/>
              </a:rPr>
              <a:t>contribution</a:t>
            </a:r>
            <a:r>
              <a:rPr sz="1200" spc="90" dirty="0">
                <a:latin typeface="Century Gothic"/>
                <a:cs typeface="Century Gothic"/>
              </a:rPr>
              <a:t> </a:t>
            </a:r>
            <a:r>
              <a:rPr sz="1200" dirty="0">
                <a:latin typeface="Century Gothic"/>
                <a:cs typeface="Century Gothic"/>
              </a:rPr>
              <a:t>affects</a:t>
            </a:r>
            <a:r>
              <a:rPr sz="1200" spc="160" dirty="0">
                <a:latin typeface="Century Gothic"/>
                <a:cs typeface="Century Gothic"/>
              </a:rPr>
              <a:t> </a:t>
            </a:r>
            <a:r>
              <a:rPr sz="1200" dirty="0">
                <a:latin typeface="Century Gothic"/>
                <a:cs typeface="Century Gothic"/>
              </a:rPr>
              <a:t>others</a:t>
            </a:r>
            <a:r>
              <a:rPr sz="1200" spc="85" dirty="0">
                <a:latin typeface="Century Gothic"/>
                <a:cs typeface="Century Gothic"/>
              </a:rPr>
              <a:t> </a:t>
            </a:r>
            <a:r>
              <a:rPr sz="1200" dirty="0">
                <a:latin typeface="Century Gothic"/>
                <a:cs typeface="Century Gothic"/>
              </a:rPr>
              <a:t>to</a:t>
            </a:r>
            <a:r>
              <a:rPr sz="1200" spc="125" dirty="0">
                <a:latin typeface="Century Gothic"/>
                <a:cs typeface="Century Gothic"/>
              </a:rPr>
              <a:t> </a:t>
            </a:r>
            <a:r>
              <a:rPr sz="1200" dirty="0">
                <a:latin typeface="Century Gothic"/>
                <a:cs typeface="Century Gothic"/>
              </a:rPr>
              <a:t>deliver</a:t>
            </a:r>
            <a:r>
              <a:rPr sz="1200" spc="114" dirty="0">
                <a:latin typeface="Century Gothic"/>
                <a:cs typeface="Century Gothic"/>
              </a:rPr>
              <a:t> </a:t>
            </a:r>
            <a:r>
              <a:rPr sz="1200" dirty="0">
                <a:latin typeface="Century Gothic"/>
                <a:cs typeface="Century Gothic"/>
              </a:rPr>
              <a:t>team</a:t>
            </a:r>
            <a:r>
              <a:rPr sz="1200" spc="135" dirty="0">
                <a:latin typeface="Century Gothic"/>
                <a:cs typeface="Century Gothic"/>
              </a:rPr>
              <a:t> </a:t>
            </a:r>
            <a:r>
              <a:rPr sz="1200" spc="-10" dirty="0">
                <a:latin typeface="Century Gothic"/>
                <a:cs typeface="Century Gothic"/>
              </a:rPr>
              <a:t>targets</a:t>
            </a:r>
            <a:endParaRPr sz="1200">
              <a:latin typeface="Century Gothic"/>
              <a:cs typeface="Century Gothic"/>
            </a:endParaRPr>
          </a:p>
        </p:txBody>
      </p:sp>
      <p:pic>
        <p:nvPicPr>
          <p:cNvPr id="5" name="object 5" descr="A close up of a sign  Description automatically generated"/>
          <p:cNvPicPr/>
          <p:nvPr/>
        </p:nvPicPr>
        <p:blipFill>
          <a:blip r:embed="rId2" cstate="print"/>
          <a:stretch>
            <a:fillRect/>
          </a:stretch>
        </p:blipFill>
        <p:spPr>
          <a:xfrm>
            <a:off x="5634228" y="457200"/>
            <a:ext cx="888491" cy="539495"/>
          </a:xfrm>
          <a:prstGeom prst="rect">
            <a:avLst/>
          </a:prstGeom>
        </p:spPr>
      </p:pic>
      <p:sp>
        <p:nvSpPr>
          <p:cNvPr id="6" name="object 6"/>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17</a:t>
            </a:fld>
            <a:endParaRPr spc="-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858000" cy="9906000"/>
          </a:xfrm>
          <a:prstGeom prst="rect">
            <a:avLst/>
          </a:prstGeom>
        </p:spPr>
      </p:pic>
      <p:graphicFrame>
        <p:nvGraphicFramePr>
          <p:cNvPr id="3" name="object 3"/>
          <p:cNvGraphicFramePr>
            <a:graphicFrameLocks noGrp="1"/>
          </p:cNvGraphicFramePr>
          <p:nvPr/>
        </p:nvGraphicFramePr>
        <p:xfrm>
          <a:off x="261688" y="1794703"/>
          <a:ext cx="6322060" cy="3190875"/>
        </p:xfrm>
        <a:graphic>
          <a:graphicData uri="http://schemas.openxmlformats.org/drawingml/2006/table">
            <a:tbl>
              <a:tblPr firstRow="1" bandRow="1">
                <a:tableStyleId>{2D5ABB26-0587-4C30-8999-92F81FD0307C}</a:tableStyleId>
              </a:tblPr>
              <a:tblGrid>
                <a:gridCol w="1144905">
                  <a:extLst>
                    <a:ext uri="{9D8B030D-6E8A-4147-A177-3AD203B41FA5}">
                      <a16:colId xmlns:a16="http://schemas.microsoft.com/office/drawing/2014/main" val="20000"/>
                    </a:ext>
                  </a:extLst>
                </a:gridCol>
                <a:gridCol w="5177155">
                  <a:extLst>
                    <a:ext uri="{9D8B030D-6E8A-4147-A177-3AD203B41FA5}">
                      <a16:colId xmlns:a16="http://schemas.microsoft.com/office/drawing/2014/main" val="20001"/>
                    </a:ext>
                  </a:extLst>
                </a:gridCol>
              </a:tblGrid>
              <a:tr h="276225">
                <a:tc>
                  <a:txBody>
                    <a:bodyPr/>
                    <a:lstStyle/>
                    <a:p>
                      <a:pPr marL="68580">
                        <a:lnSpc>
                          <a:spcPct val="100000"/>
                        </a:lnSpc>
                        <a:spcBef>
                          <a:spcPts val="315"/>
                        </a:spcBef>
                      </a:pPr>
                      <a:r>
                        <a:rPr sz="1200" b="1" spc="105" dirty="0">
                          <a:latin typeface="Calibri"/>
                          <a:cs typeface="Calibri"/>
                        </a:rPr>
                        <a:t>Criteria</a:t>
                      </a:r>
                      <a:endParaRPr sz="1200">
                        <a:latin typeface="Calibri"/>
                        <a:cs typeface="Calibri"/>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67945">
                        <a:lnSpc>
                          <a:spcPct val="100000"/>
                        </a:lnSpc>
                        <a:spcBef>
                          <a:spcPts val="315"/>
                        </a:spcBef>
                      </a:pPr>
                      <a:r>
                        <a:rPr sz="1200" b="1" spc="130" dirty="0">
                          <a:latin typeface="Calibri"/>
                          <a:cs typeface="Calibri"/>
                        </a:rPr>
                        <a:t>List</a:t>
                      </a:r>
                      <a:r>
                        <a:rPr sz="1200" b="1" spc="85" dirty="0">
                          <a:latin typeface="Calibri"/>
                          <a:cs typeface="Calibri"/>
                        </a:rPr>
                        <a:t> </a:t>
                      </a:r>
                      <a:r>
                        <a:rPr sz="1200" b="1" spc="165" dirty="0">
                          <a:latin typeface="Calibri"/>
                          <a:cs typeface="Calibri"/>
                        </a:rPr>
                        <a:t>and</a:t>
                      </a:r>
                      <a:r>
                        <a:rPr sz="1200" b="1" spc="55" dirty="0">
                          <a:latin typeface="Calibri"/>
                          <a:cs typeface="Calibri"/>
                        </a:rPr>
                        <a:t> </a:t>
                      </a:r>
                      <a:r>
                        <a:rPr sz="1200" b="1" spc="125" dirty="0">
                          <a:latin typeface="Calibri"/>
                          <a:cs typeface="Calibri"/>
                        </a:rPr>
                        <a:t>explanation</a:t>
                      </a:r>
                      <a:endParaRPr sz="1200">
                        <a:latin typeface="Calibri"/>
                        <a:cs typeface="Calibri"/>
                      </a:endParaRPr>
                    </a:p>
                  </a:txBody>
                  <a:tcPr marL="0" marR="0" marT="400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0"/>
                  </a:ext>
                </a:extLst>
              </a:tr>
              <a:tr h="971550">
                <a:tc>
                  <a:txBody>
                    <a:bodyPr/>
                    <a:lstStyle/>
                    <a:p>
                      <a:pPr>
                        <a:lnSpc>
                          <a:spcPct val="100000"/>
                        </a:lnSpc>
                      </a:pPr>
                      <a:endParaRPr sz="1200">
                        <a:latin typeface="Times New Roman"/>
                        <a:cs typeface="Times New Roman"/>
                      </a:endParaRPr>
                    </a:p>
                    <a:p>
                      <a:pPr>
                        <a:lnSpc>
                          <a:spcPct val="100000"/>
                        </a:lnSpc>
                        <a:spcBef>
                          <a:spcPts val="290"/>
                        </a:spcBef>
                      </a:pPr>
                      <a:endParaRPr sz="1200">
                        <a:latin typeface="Times New Roman"/>
                        <a:cs typeface="Times New Roman"/>
                      </a:endParaRPr>
                    </a:p>
                    <a:p>
                      <a:pPr marL="68580">
                        <a:lnSpc>
                          <a:spcPct val="100000"/>
                        </a:lnSpc>
                      </a:pPr>
                      <a:r>
                        <a:rPr sz="1200" b="1" spc="130" dirty="0">
                          <a:latin typeface="Calibri"/>
                          <a:cs typeface="Calibri"/>
                        </a:rPr>
                        <a:t>Behaviours</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971550">
                <a:tc>
                  <a:txBody>
                    <a:bodyPr/>
                    <a:lstStyle/>
                    <a:p>
                      <a:pPr>
                        <a:lnSpc>
                          <a:spcPct val="100000"/>
                        </a:lnSpc>
                      </a:pPr>
                      <a:endParaRPr sz="1200">
                        <a:latin typeface="Times New Roman"/>
                        <a:cs typeface="Times New Roman"/>
                      </a:endParaRPr>
                    </a:p>
                    <a:p>
                      <a:pPr>
                        <a:lnSpc>
                          <a:spcPct val="100000"/>
                        </a:lnSpc>
                        <a:spcBef>
                          <a:spcPts val="290"/>
                        </a:spcBef>
                      </a:pPr>
                      <a:endParaRPr sz="1200">
                        <a:latin typeface="Times New Roman"/>
                        <a:cs typeface="Times New Roman"/>
                      </a:endParaRPr>
                    </a:p>
                    <a:p>
                      <a:pPr marL="68580">
                        <a:lnSpc>
                          <a:spcPct val="100000"/>
                        </a:lnSpc>
                      </a:pPr>
                      <a:r>
                        <a:rPr sz="1200" b="1" spc="120" dirty="0">
                          <a:latin typeface="Calibri"/>
                          <a:cs typeface="Calibri"/>
                        </a:rPr>
                        <a:t>Attitude</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971550">
                <a:tc>
                  <a:txBody>
                    <a:bodyPr/>
                    <a:lstStyle/>
                    <a:p>
                      <a:pPr>
                        <a:lnSpc>
                          <a:spcPct val="100000"/>
                        </a:lnSpc>
                      </a:pPr>
                      <a:endParaRPr sz="1200">
                        <a:latin typeface="Times New Roman"/>
                        <a:cs typeface="Times New Roman"/>
                      </a:endParaRPr>
                    </a:p>
                    <a:p>
                      <a:pPr>
                        <a:lnSpc>
                          <a:spcPct val="100000"/>
                        </a:lnSpc>
                        <a:spcBef>
                          <a:spcPts val="290"/>
                        </a:spcBef>
                      </a:pPr>
                      <a:endParaRPr sz="1200">
                        <a:latin typeface="Times New Roman"/>
                        <a:cs typeface="Times New Roman"/>
                      </a:endParaRPr>
                    </a:p>
                    <a:p>
                      <a:pPr marL="68580">
                        <a:lnSpc>
                          <a:spcPct val="100000"/>
                        </a:lnSpc>
                      </a:pPr>
                      <a:r>
                        <a:rPr sz="1200" b="1" spc="110" dirty="0">
                          <a:latin typeface="Calibri"/>
                          <a:cs typeface="Calibri"/>
                        </a:rPr>
                        <a:t>Capabilities</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4" name="object 4"/>
          <p:cNvSpPr txBox="1"/>
          <p:nvPr/>
        </p:nvSpPr>
        <p:spPr>
          <a:xfrm>
            <a:off x="239946" y="5252227"/>
            <a:ext cx="4839970" cy="360680"/>
          </a:xfrm>
          <a:prstGeom prst="rect">
            <a:avLst/>
          </a:prstGeom>
        </p:spPr>
        <p:txBody>
          <a:bodyPr vert="horz" wrap="square" lIns="0" tIns="43180" rIns="0" bIns="0" rtlCol="0">
            <a:spAutoFit/>
          </a:bodyPr>
          <a:lstStyle/>
          <a:p>
            <a:pPr marL="12700" marR="5080">
              <a:lnSpc>
                <a:spcPts val="1200"/>
              </a:lnSpc>
              <a:spcBef>
                <a:spcPts val="340"/>
              </a:spcBef>
            </a:pPr>
            <a:r>
              <a:rPr sz="1200" b="1" spc="75" dirty="0">
                <a:latin typeface="Calibri"/>
                <a:cs typeface="Calibri"/>
              </a:rPr>
              <a:t>Q2).</a:t>
            </a:r>
            <a:r>
              <a:rPr sz="1200" b="1" spc="120" dirty="0">
                <a:latin typeface="Calibri"/>
                <a:cs typeface="Calibri"/>
              </a:rPr>
              <a:t> </a:t>
            </a:r>
            <a:r>
              <a:rPr sz="1200" spc="10" dirty="0">
                <a:latin typeface="Century Gothic"/>
                <a:cs typeface="Century Gothic"/>
              </a:rPr>
              <a:t>Identify</a:t>
            </a:r>
            <a:r>
              <a:rPr sz="1200" spc="45" dirty="0">
                <a:latin typeface="Century Gothic"/>
                <a:cs typeface="Century Gothic"/>
              </a:rPr>
              <a:t> </a:t>
            </a:r>
            <a:r>
              <a:rPr sz="1200" spc="10" dirty="0">
                <a:latin typeface="Century Gothic"/>
                <a:cs typeface="Century Gothic"/>
              </a:rPr>
              <a:t>what</a:t>
            </a:r>
            <a:r>
              <a:rPr sz="1200" spc="25" dirty="0">
                <a:latin typeface="Century Gothic"/>
                <a:cs typeface="Century Gothic"/>
              </a:rPr>
              <a:t> </a:t>
            </a:r>
            <a:r>
              <a:rPr sz="1200" spc="10" dirty="0">
                <a:latin typeface="Century Gothic"/>
                <a:cs typeface="Century Gothic"/>
              </a:rPr>
              <a:t>could</a:t>
            </a:r>
            <a:r>
              <a:rPr sz="1200" spc="40" dirty="0">
                <a:latin typeface="Century Gothic"/>
                <a:cs typeface="Century Gothic"/>
              </a:rPr>
              <a:t> </a:t>
            </a:r>
            <a:r>
              <a:rPr sz="1200" dirty="0">
                <a:latin typeface="Century Gothic"/>
                <a:cs typeface="Century Gothic"/>
              </a:rPr>
              <a:t>be</a:t>
            </a:r>
            <a:r>
              <a:rPr sz="1200" spc="35" dirty="0">
                <a:latin typeface="Century Gothic"/>
                <a:cs typeface="Century Gothic"/>
              </a:rPr>
              <a:t> </a:t>
            </a:r>
            <a:r>
              <a:rPr sz="1200" spc="10" dirty="0">
                <a:latin typeface="Century Gothic"/>
                <a:cs typeface="Century Gothic"/>
              </a:rPr>
              <a:t>barriers</a:t>
            </a:r>
            <a:r>
              <a:rPr sz="1200" spc="35" dirty="0">
                <a:latin typeface="Century Gothic"/>
                <a:cs typeface="Century Gothic"/>
              </a:rPr>
              <a:t> </a:t>
            </a:r>
            <a:r>
              <a:rPr sz="1200" spc="10" dirty="0">
                <a:latin typeface="Century Gothic"/>
                <a:cs typeface="Century Gothic"/>
              </a:rPr>
              <a:t>to</a:t>
            </a:r>
            <a:r>
              <a:rPr sz="1200" spc="30" dirty="0">
                <a:latin typeface="Century Gothic"/>
                <a:cs typeface="Century Gothic"/>
              </a:rPr>
              <a:t> </a:t>
            </a:r>
            <a:r>
              <a:rPr sz="1200" spc="10" dirty="0">
                <a:latin typeface="Century Gothic"/>
                <a:cs typeface="Century Gothic"/>
              </a:rPr>
              <a:t>participating</a:t>
            </a:r>
            <a:r>
              <a:rPr sz="1200" spc="25" dirty="0">
                <a:latin typeface="Century Gothic"/>
                <a:cs typeface="Century Gothic"/>
              </a:rPr>
              <a:t> </a:t>
            </a:r>
            <a:r>
              <a:rPr sz="1200" spc="75" dirty="0">
                <a:latin typeface="Century Gothic"/>
                <a:cs typeface="Century Gothic"/>
              </a:rPr>
              <a:t>in</a:t>
            </a:r>
            <a:r>
              <a:rPr sz="1200" spc="40" dirty="0">
                <a:latin typeface="Century Gothic"/>
                <a:cs typeface="Century Gothic"/>
              </a:rPr>
              <a:t> </a:t>
            </a:r>
            <a:r>
              <a:rPr sz="1200" spc="-10" dirty="0">
                <a:latin typeface="Century Gothic"/>
                <a:cs typeface="Century Gothic"/>
              </a:rPr>
              <a:t>activities </a:t>
            </a:r>
            <a:r>
              <a:rPr sz="1200" dirty="0">
                <a:latin typeface="Century Gothic"/>
                <a:cs typeface="Century Gothic"/>
              </a:rPr>
              <a:t>(Ref</a:t>
            </a:r>
            <a:r>
              <a:rPr sz="1200" spc="20" dirty="0">
                <a:latin typeface="Century Gothic"/>
                <a:cs typeface="Century Gothic"/>
              </a:rPr>
              <a:t> </a:t>
            </a:r>
            <a:r>
              <a:rPr sz="1200" spc="170" dirty="0">
                <a:latin typeface="Century Gothic"/>
                <a:cs typeface="Century Gothic"/>
              </a:rPr>
              <a:t>F</a:t>
            </a:r>
            <a:r>
              <a:rPr sz="1200" spc="20" dirty="0">
                <a:latin typeface="Century Gothic"/>
                <a:cs typeface="Century Gothic"/>
              </a:rPr>
              <a:t> </a:t>
            </a:r>
            <a:r>
              <a:rPr sz="1200" spc="-20" dirty="0">
                <a:latin typeface="Century Gothic"/>
                <a:cs typeface="Century Gothic"/>
              </a:rPr>
              <a:t>1.2)</a:t>
            </a:r>
            <a:endParaRPr sz="1200">
              <a:latin typeface="Century Gothic"/>
              <a:cs typeface="Century Gothic"/>
            </a:endParaRPr>
          </a:p>
        </p:txBody>
      </p:sp>
      <p:graphicFrame>
        <p:nvGraphicFramePr>
          <p:cNvPr id="5" name="object 5"/>
          <p:cNvGraphicFramePr>
            <a:graphicFrameLocks noGrp="1"/>
          </p:cNvGraphicFramePr>
          <p:nvPr/>
        </p:nvGraphicFramePr>
        <p:xfrm>
          <a:off x="217117" y="5735946"/>
          <a:ext cx="6322060" cy="3442335"/>
        </p:xfrm>
        <a:graphic>
          <a:graphicData uri="http://schemas.openxmlformats.org/drawingml/2006/table">
            <a:tbl>
              <a:tblPr firstRow="1" bandRow="1">
                <a:tableStyleId>{2D5ABB26-0587-4C30-8999-92F81FD0307C}</a:tableStyleId>
              </a:tblPr>
              <a:tblGrid>
                <a:gridCol w="1189355">
                  <a:extLst>
                    <a:ext uri="{9D8B030D-6E8A-4147-A177-3AD203B41FA5}">
                      <a16:colId xmlns:a16="http://schemas.microsoft.com/office/drawing/2014/main" val="20000"/>
                    </a:ext>
                  </a:extLst>
                </a:gridCol>
                <a:gridCol w="5132705">
                  <a:extLst>
                    <a:ext uri="{9D8B030D-6E8A-4147-A177-3AD203B41FA5}">
                      <a16:colId xmlns:a16="http://schemas.microsoft.com/office/drawing/2014/main" val="20001"/>
                    </a:ext>
                  </a:extLst>
                </a:gridCol>
              </a:tblGrid>
              <a:tr h="335280">
                <a:tc>
                  <a:txBody>
                    <a:bodyPr/>
                    <a:lstStyle/>
                    <a:p>
                      <a:pPr marL="67945">
                        <a:lnSpc>
                          <a:spcPct val="100000"/>
                        </a:lnSpc>
                        <a:spcBef>
                          <a:spcPts val="545"/>
                        </a:spcBef>
                      </a:pPr>
                      <a:r>
                        <a:rPr sz="1200" b="1" spc="105" dirty="0">
                          <a:latin typeface="Calibri"/>
                          <a:cs typeface="Calibri"/>
                        </a:rPr>
                        <a:t>Criteria</a:t>
                      </a:r>
                      <a:endParaRPr sz="1200">
                        <a:latin typeface="Calibri"/>
                        <a:cs typeface="Calibri"/>
                      </a:endParaRPr>
                    </a:p>
                  </a:txBody>
                  <a:tcPr marL="0" marR="0" marT="692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68580">
                        <a:lnSpc>
                          <a:spcPct val="100000"/>
                        </a:lnSpc>
                        <a:spcBef>
                          <a:spcPts val="545"/>
                        </a:spcBef>
                      </a:pPr>
                      <a:r>
                        <a:rPr sz="1200" b="1" spc="130" dirty="0">
                          <a:latin typeface="Calibri"/>
                          <a:cs typeface="Calibri"/>
                        </a:rPr>
                        <a:t>List</a:t>
                      </a:r>
                      <a:r>
                        <a:rPr sz="1200" b="1" spc="85" dirty="0">
                          <a:latin typeface="Calibri"/>
                          <a:cs typeface="Calibri"/>
                        </a:rPr>
                        <a:t> </a:t>
                      </a:r>
                      <a:r>
                        <a:rPr sz="1200" b="1" spc="165" dirty="0">
                          <a:latin typeface="Calibri"/>
                          <a:cs typeface="Calibri"/>
                        </a:rPr>
                        <a:t>and</a:t>
                      </a:r>
                      <a:r>
                        <a:rPr sz="1200" b="1" spc="55" dirty="0">
                          <a:latin typeface="Calibri"/>
                          <a:cs typeface="Calibri"/>
                        </a:rPr>
                        <a:t> </a:t>
                      </a:r>
                      <a:r>
                        <a:rPr sz="1200" b="1" spc="125" dirty="0">
                          <a:latin typeface="Calibri"/>
                          <a:cs typeface="Calibri"/>
                        </a:rPr>
                        <a:t>explanation</a:t>
                      </a:r>
                      <a:endParaRPr sz="1200">
                        <a:latin typeface="Calibri"/>
                        <a:cs typeface="Calibri"/>
                      </a:endParaRPr>
                    </a:p>
                  </a:txBody>
                  <a:tcPr marL="0" marR="0" marT="692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0"/>
                  </a:ext>
                </a:extLst>
              </a:tr>
              <a:tr h="1035685">
                <a:tc>
                  <a:txBody>
                    <a:bodyPr/>
                    <a:lstStyle/>
                    <a:p>
                      <a:pPr>
                        <a:lnSpc>
                          <a:spcPct val="100000"/>
                        </a:lnSpc>
                      </a:pPr>
                      <a:endParaRPr sz="1200">
                        <a:latin typeface="Times New Roman"/>
                        <a:cs typeface="Times New Roman"/>
                      </a:endParaRPr>
                    </a:p>
                    <a:p>
                      <a:pPr>
                        <a:lnSpc>
                          <a:spcPct val="100000"/>
                        </a:lnSpc>
                        <a:spcBef>
                          <a:spcPts val="545"/>
                        </a:spcBef>
                      </a:pPr>
                      <a:endParaRPr sz="1200">
                        <a:latin typeface="Times New Roman"/>
                        <a:cs typeface="Times New Roman"/>
                      </a:endParaRPr>
                    </a:p>
                    <a:p>
                      <a:pPr marL="68580">
                        <a:lnSpc>
                          <a:spcPct val="100000"/>
                        </a:lnSpc>
                      </a:pPr>
                      <a:r>
                        <a:rPr sz="1200" b="1" spc="130" dirty="0">
                          <a:latin typeface="Calibri"/>
                          <a:cs typeface="Calibri"/>
                        </a:rPr>
                        <a:t>Behaviours</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035685">
                <a:tc>
                  <a:txBody>
                    <a:bodyPr/>
                    <a:lstStyle/>
                    <a:p>
                      <a:pPr>
                        <a:lnSpc>
                          <a:spcPct val="100000"/>
                        </a:lnSpc>
                      </a:pPr>
                      <a:endParaRPr sz="1200">
                        <a:latin typeface="Times New Roman"/>
                        <a:cs typeface="Times New Roman"/>
                      </a:endParaRPr>
                    </a:p>
                    <a:p>
                      <a:pPr>
                        <a:lnSpc>
                          <a:spcPct val="100000"/>
                        </a:lnSpc>
                        <a:spcBef>
                          <a:spcPts val="540"/>
                        </a:spcBef>
                      </a:pPr>
                      <a:endParaRPr sz="1200">
                        <a:latin typeface="Times New Roman"/>
                        <a:cs typeface="Times New Roman"/>
                      </a:endParaRPr>
                    </a:p>
                    <a:p>
                      <a:pPr marL="68580">
                        <a:lnSpc>
                          <a:spcPct val="100000"/>
                        </a:lnSpc>
                        <a:spcBef>
                          <a:spcPts val="5"/>
                        </a:spcBef>
                      </a:pPr>
                      <a:r>
                        <a:rPr sz="1200" b="1" spc="120" dirty="0">
                          <a:latin typeface="Calibri"/>
                          <a:cs typeface="Calibri"/>
                        </a:rPr>
                        <a:t>Attitude</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035685">
                <a:tc>
                  <a:txBody>
                    <a:bodyPr/>
                    <a:lstStyle/>
                    <a:p>
                      <a:pPr>
                        <a:lnSpc>
                          <a:spcPct val="100000"/>
                        </a:lnSpc>
                      </a:pPr>
                      <a:endParaRPr sz="1200">
                        <a:latin typeface="Times New Roman"/>
                        <a:cs typeface="Times New Roman"/>
                      </a:endParaRPr>
                    </a:p>
                    <a:p>
                      <a:pPr>
                        <a:lnSpc>
                          <a:spcPct val="100000"/>
                        </a:lnSpc>
                        <a:spcBef>
                          <a:spcPts val="540"/>
                        </a:spcBef>
                      </a:pPr>
                      <a:endParaRPr sz="1200">
                        <a:latin typeface="Times New Roman"/>
                        <a:cs typeface="Times New Roman"/>
                      </a:endParaRPr>
                    </a:p>
                    <a:p>
                      <a:pPr marL="68580">
                        <a:lnSpc>
                          <a:spcPct val="100000"/>
                        </a:lnSpc>
                        <a:spcBef>
                          <a:spcPts val="5"/>
                        </a:spcBef>
                      </a:pPr>
                      <a:r>
                        <a:rPr sz="1200" b="1" spc="110" dirty="0">
                          <a:latin typeface="Calibri"/>
                          <a:cs typeface="Calibri"/>
                        </a:rPr>
                        <a:t>Capabilities</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3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pic>
        <p:nvPicPr>
          <p:cNvPr id="6" name="object 6" descr="A close up of a sign  Description automatically generated"/>
          <p:cNvPicPr/>
          <p:nvPr/>
        </p:nvPicPr>
        <p:blipFill>
          <a:blip r:embed="rId3" cstate="print"/>
          <a:stretch>
            <a:fillRect/>
          </a:stretch>
        </p:blipFill>
        <p:spPr>
          <a:xfrm>
            <a:off x="5634228" y="457200"/>
            <a:ext cx="888491" cy="539495"/>
          </a:xfrm>
          <a:prstGeom prst="rect">
            <a:avLst/>
          </a:prstGeom>
        </p:spPr>
      </p:pic>
      <p:sp>
        <p:nvSpPr>
          <p:cNvPr id="7" name="object 7"/>
          <p:cNvSpPr txBox="1"/>
          <p:nvPr/>
        </p:nvSpPr>
        <p:spPr>
          <a:xfrm>
            <a:off x="255572" y="215620"/>
            <a:ext cx="4980305" cy="1419225"/>
          </a:xfrm>
          <a:prstGeom prst="rect">
            <a:avLst/>
          </a:prstGeom>
        </p:spPr>
        <p:txBody>
          <a:bodyPr vert="horz" wrap="square" lIns="0" tIns="12700" rIns="0" bIns="0" rtlCol="0">
            <a:spAutoFit/>
          </a:bodyPr>
          <a:lstStyle/>
          <a:p>
            <a:pPr marL="1336675" marR="81280" algn="ctr">
              <a:lnSpc>
                <a:spcPct val="100000"/>
              </a:lnSpc>
              <a:spcBef>
                <a:spcPts val="100"/>
              </a:spcBef>
            </a:pPr>
            <a:r>
              <a:rPr sz="2000" spc="260" dirty="0">
                <a:latin typeface="Calibri"/>
                <a:cs typeface="Calibri"/>
              </a:rPr>
              <a:t>PARTICIPATION</a:t>
            </a:r>
            <a:r>
              <a:rPr sz="2000" spc="90" dirty="0">
                <a:latin typeface="Calibri"/>
                <a:cs typeface="Calibri"/>
              </a:rPr>
              <a:t> </a:t>
            </a:r>
            <a:r>
              <a:rPr sz="2000" spc="320" dirty="0">
                <a:latin typeface="Calibri"/>
                <a:cs typeface="Calibri"/>
              </a:rPr>
              <a:t>PERSONAL </a:t>
            </a:r>
            <a:r>
              <a:rPr sz="2000" spc="310" dirty="0">
                <a:latin typeface="Calibri"/>
                <a:cs typeface="Calibri"/>
              </a:rPr>
              <a:t>BEHAVIOURS</a:t>
            </a:r>
            <a:r>
              <a:rPr sz="2000" spc="80" dirty="0">
                <a:latin typeface="Calibri"/>
                <a:cs typeface="Calibri"/>
              </a:rPr>
              <a:t> </a:t>
            </a:r>
            <a:r>
              <a:rPr sz="2000" spc="315" dirty="0">
                <a:latin typeface="Calibri"/>
                <a:cs typeface="Calibri"/>
              </a:rPr>
              <a:t>AND </a:t>
            </a:r>
            <a:r>
              <a:rPr sz="2000" spc="305" dirty="0">
                <a:latin typeface="Calibri"/>
                <a:cs typeface="Calibri"/>
              </a:rPr>
              <a:t>STANDARDS</a:t>
            </a:r>
            <a:endParaRPr sz="2000">
              <a:latin typeface="Calibri"/>
              <a:cs typeface="Calibri"/>
            </a:endParaRPr>
          </a:p>
          <a:p>
            <a:pPr marL="12700" marR="5080">
              <a:lnSpc>
                <a:spcPts val="1200"/>
              </a:lnSpc>
              <a:spcBef>
                <a:spcPts val="1370"/>
              </a:spcBef>
            </a:pPr>
            <a:r>
              <a:rPr sz="1200" b="1" dirty="0">
                <a:latin typeface="Calibri"/>
                <a:cs typeface="Calibri"/>
              </a:rPr>
              <a:t>Q1).</a:t>
            </a:r>
            <a:r>
              <a:rPr sz="1200" b="1" spc="140" dirty="0">
                <a:latin typeface="Calibri"/>
                <a:cs typeface="Calibri"/>
              </a:rPr>
              <a:t> </a:t>
            </a:r>
            <a:r>
              <a:rPr sz="1200" dirty="0">
                <a:latin typeface="Century Gothic"/>
                <a:cs typeface="Century Gothic"/>
              </a:rPr>
              <a:t>Identify</a:t>
            </a:r>
            <a:r>
              <a:rPr sz="1200" spc="40" dirty="0">
                <a:latin typeface="Century Gothic"/>
                <a:cs typeface="Century Gothic"/>
              </a:rPr>
              <a:t> </a:t>
            </a:r>
            <a:r>
              <a:rPr sz="1200" dirty="0">
                <a:latin typeface="Century Gothic"/>
                <a:cs typeface="Century Gothic"/>
              </a:rPr>
              <a:t>what</a:t>
            </a:r>
            <a:r>
              <a:rPr sz="1200" spc="35" dirty="0">
                <a:latin typeface="Century Gothic"/>
                <a:cs typeface="Century Gothic"/>
              </a:rPr>
              <a:t> </a:t>
            </a:r>
            <a:r>
              <a:rPr sz="1200" spc="100" dirty="0">
                <a:latin typeface="Century Gothic"/>
                <a:cs typeface="Century Gothic"/>
              </a:rPr>
              <a:t>is</a:t>
            </a:r>
            <a:r>
              <a:rPr sz="1200" spc="45" dirty="0">
                <a:latin typeface="Century Gothic"/>
                <a:cs typeface="Century Gothic"/>
              </a:rPr>
              <a:t> </a:t>
            </a:r>
            <a:r>
              <a:rPr sz="1200" dirty="0">
                <a:latin typeface="Century Gothic"/>
                <a:cs typeface="Century Gothic"/>
              </a:rPr>
              <a:t>generally</a:t>
            </a:r>
            <a:r>
              <a:rPr sz="1200" spc="55" dirty="0">
                <a:latin typeface="Century Gothic"/>
                <a:cs typeface="Century Gothic"/>
              </a:rPr>
              <a:t> </a:t>
            </a:r>
            <a:r>
              <a:rPr sz="1200" spc="-20" dirty="0">
                <a:latin typeface="Century Gothic"/>
                <a:cs typeface="Century Gothic"/>
              </a:rPr>
              <a:t>expected</a:t>
            </a:r>
            <a:r>
              <a:rPr sz="1200" spc="60" dirty="0">
                <a:latin typeface="Century Gothic"/>
                <a:cs typeface="Century Gothic"/>
              </a:rPr>
              <a:t> </a:t>
            </a:r>
            <a:r>
              <a:rPr sz="1200" dirty="0">
                <a:latin typeface="Century Gothic"/>
                <a:cs typeface="Century Gothic"/>
              </a:rPr>
              <a:t>to</a:t>
            </a:r>
            <a:r>
              <a:rPr sz="1200" spc="35" dirty="0">
                <a:latin typeface="Century Gothic"/>
                <a:cs typeface="Century Gothic"/>
              </a:rPr>
              <a:t> </a:t>
            </a:r>
            <a:r>
              <a:rPr sz="1200" dirty="0">
                <a:latin typeface="Century Gothic"/>
                <a:cs typeface="Century Gothic"/>
              </a:rPr>
              <a:t>participate</a:t>
            </a:r>
            <a:r>
              <a:rPr sz="1200" spc="40" dirty="0">
                <a:latin typeface="Century Gothic"/>
                <a:cs typeface="Century Gothic"/>
              </a:rPr>
              <a:t> </a:t>
            </a:r>
            <a:r>
              <a:rPr sz="1200" spc="75" dirty="0">
                <a:latin typeface="Century Gothic"/>
                <a:cs typeface="Century Gothic"/>
              </a:rPr>
              <a:t>in</a:t>
            </a:r>
            <a:r>
              <a:rPr sz="1200" spc="35" dirty="0">
                <a:latin typeface="Century Gothic"/>
                <a:cs typeface="Century Gothic"/>
              </a:rPr>
              <a:t> </a:t>
            </a:r>
            <a:r>
              <a:rPr sz="1200" spc="-10" dirty="0">
                <a:latin typeface="Century Gothic"/>
                <a:cs typeface="Century Gothic"/>
              </a:rPr>
              <a:t>activities </a:t>
            </a:r>
            <a:r>
              <a:rPr sz="1200" dirty="0">
                <a:latin typeface="Century Gothic"/>
                <a:cs typeface="Century Gothic"/>
              </a:rPr>
              <a:t>(Ref</a:t>
            </a:r>
            <a:r>
              <a:rPr sz="1200" spc="345" dirty="0">
                <a:latin typeface="Century Gothic"/>
                <a:cs typeface="Century Gothic"/>
              </a:rPr>
              <a:t> </a:t>
            </a:r>
            <a:r>
              <a:rPr sz="1200" spc="170" dirty="0">
                <a:latin typeface="Century Gothic"/>
                <a:cs typeface="Century Gothic"/>
              </a:rPr>
              <a:t>F</a:t>
            </a:r>
            <a:r>
              <a:rPr sz="1200" spc="10" dirty="0">
                <a:latin typeface="Century Gothic"/>
                <a:cs typeface="Century Gothic"/>
              </a:rPr>
              <a:t> </a:t>
            </a:r>
            <a:r>
              <a:rPr sz="1200" spc="-20" dirty="0">
                <a:latin typeface="Century Gothic"/>
                <a:cs typeface="Century Gothic"/>
              </a:rPr>
              <a:t>1.1)</a:t>
            </a:r>
            <a:endParaRPr sz="1200">
              <a:latin typeface="Century Gothic"/>
              <a:cs typeface="Century Gothic"/>
            </a:endParaRPr>
          </a:p>
        </p:txBody>
      </p:sp>
      <p:sp>
        <p:nvSpPr>
          <p:cNvPr id="8" name="object 8"/>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9" name="object 9"/>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18</a:t>
            </a:fld>
            <a:endParaRPr spc="-25" dirty="0"/>
          </a:p>
        </p:txBody>
      </p:sp>
      <p:sp>
        <p:nvSpPr>
          <p:cNvPr id="10" name="TextBox 9">
            <a:extLst>
              <a:ext uri="{FF2B5EF4-FFF2-40B4-BE49-F238E27FC236}">
                <a16:creationId xmlns:a16="http://schemas.microsoft.com/office/drawing/2014/main" id="{7D16E859-4C31-ECE2-CC09-B2558F827319}"/>
              </a:ext>
            </a:extLst>
          </p:cNvPr>
          <p:cNvSpPr txBox="1"/>
          <p:nvPr/>
        </p:nvSpPr>
        <p:spPr>
          <a:xfrm>
            <a:off x="1463881" y="2077880"/>
            <a:ext cx="5075295" cy="893919"/>
          </a:xfrm>
          <a:prstGeom prst="rect">
            <a:avLst/>
          </a:prstGeom>
          <a:noFill/>
          <a:ln>
            <a:solidFill>
              <a:schemeClr val="tx1"/>
            </a:solidFill>
          </a:ln>
        </p:spPr>
        <p:txBody>
          <a:bodyPr wrap="square" rtlCol="0">
            <a:spAutoFit/>
          </a:bodyPr>
          <a:lstStyle/>
          <a:p>
            <a:endParaRPr lang="en-GB" dirty="0"/>
          </a:p>
        </p:txBody>
      </p:sp>
      <p:sp>
        <p:nvSpPr>
          <p:cNvPr id="11" name="TextBox 10">
            <a:extLst>
              <a:ext uri="{FF2B5EF4-FFF2-40B4-BE49-F238E27FC236}">
                <a16:creationId xmlns:a16="http://schemas.microsoft.com/office/drawing/2014/main" id="{48F0A638-9019-A9BC-C1E0-7D56263B9310}"/>
              </a:ext>
            </a:extLst>
          </p:cNvPr>
          <p:cNvSpPr txBox="1"/>
          <p:nvPr/>
        </p:nvSpPr>
        <p:spPr>
          <a:xfrm>
            <a:off x="1426182" y="3076390"/>
            <a:ext cx="5075295" cy="893919"/>
          </a:xfrm>
          <a:prstGeom prst="rect">
            <a:avLst/>
          </a:prstGeom>
          <a:noFill/>
          <a:ln>
            <a:solidFill>
              <a:schemeClr val="tx1"/>
            </a:solidFill>
          </a:ln>
        </p:spPr>
        <p:txBody>
          <a:bodyPr wrap="square" rtlCol="0">
            <a:spAutoFit/>
          </a:bodyPr>
          <a:lstStyle/>
          <a:p>
            <a:endParaRPr lang="en-GB" dirty="0"/>
          </a:p>
        </p:txBody>
      </p:sp>
      <p:sp>
        <p:nvSpPr>
          <p:cNvPr id="12" name="TextBox 11">
            <a:extLst>
              <a:ext uri="{FF2B5EF4-FFF2-40B4-BE49-F238E27FC236}">
                <a16:creationId xmlns:a16="http://schemas.microsoft.com/office/drawing/2014/main" id="{680C3820-2C65-F125-9B14-6A7C800FA85A}"/>
              </a:ext>
            </a:extLst>
          </p:cNvPr>
          <p:cNvSpPr txBox="1"/>
          <p:nvPr/>
        </p:nvSpPr>
        <p:spPr>
          <a:xfrm>
            <a:off x="1463881" y="4008559"/>
            <a:ext cx="5075295" cy="893919"/>
          </a:xfrm>
          <a:prstGeom prst="rect">
            <a:avLst/>
          </a:prstGeom>
          <a:noFill/>
          <a:ln>
            <a:solidFill>
              <a:schemeClr val="tx1"/>
            </a:solidFill>
          </a:ln>
        </p:spPr>
        <p:txBody>
          <a:bodyPr wrap="square" rtlCol="0">
            <a:spAutoFit/>
          </a:bodyPr>
          <a:lstStyle/>
          <a:p>
            <a:endParaRPr lang="en-GB" dirty="0"/>
          </a:p>
        </p:txBody>
      </p:sp>
      <p:sp>
        <p:nvSpPr>
          <p:cNvPr id="13" name="TextBox 12">
            <a:extLst>
              <a:ext uri="{FF2B5EF4-FFF2-40B4-BE49-F238E27FC236}">
                <a16:creationId xmlns:a16="http://schemas.microsoft.com/office/drawing/2014/main" id="{E85BCF0E-0093-D958-C6C7-761F7C94F541}"/>
              </a:ext>
            </a:extLst>
          </p:cNvPr>
          <p:cNvSpPr txBox="1"/>
          <p:nvPr/>
        </p:nvSpPr>
        <p:spPr>
          <a:xfrm>
            <a:off x="1463881" y="6142221"/>
            <a:ext cx="5075295" cy="893919"/>
          </a:xfrm>
          <a:prstGeom prst="rect">
            <a:avLst/>
          </a:prstGeom>
          <a:noFill/>
          <a:ln>
            <a:solidFill>
              <a:schemeClr val="tx1"/>
            </a:solidFill>
          </a:ln>
        </p:spPr>
        <p:txBody>
          <a:bodyPr wrap="square" rtlCol="0">
            <a:spAutoFit/>
          </a:bodyPr>
          <a:lstStyle/>
          <a:p>
            <a:endParaRPr lang="en-GB" dirty="0"/>
          </a:p>
        </p:txBody>
      </p:sp>
      <p:sp>
        <p:nvSpPr>
          <p:cNvPr id="14" name="TextBox 13">
            <a:extLst>
              <a:ext uri="{FF2B5EF4-FFF2-40B4-BE49-F238E27FC236}">
                <a16:creationId xmlns:a16="http://schemas.microsoft.com/office/drawing/2014/main" id="{73EF241A-4104-4516-3827-50C4CDD0AEF8}"/>
              </a:ext>
            </a:extLst>
          </p:cNvPr>
          <p:cNvSpPr txBox="1"/>
          <p:nvPr/>
        </p:nvSpPr>
        <p:spPr>
          <a:xfrm>
            <a:off x="1426181" y="7159179"/>
            <a:ext cx="5075295" cy="893919"/>
          </a:xfrm>
          <a:prstGeom prst="rect">
            <a:avLst/>
          </a:prstGeom>
          <a:noFill/>
          <a:ln>
            <a:solidFill>
              <a:schemeClr val="tx1"/>
            </a:solidFill>
          </a:ln>
        </p:spPr>
        <p:txBody>
          <a:bodyPr wrap="square" rtlCol="0">
            <a:spAutoFit/>
          </a:bodyPr>
          <a:lstStyle/>
          <a:p>
            <a:endParaRPr lang="en-GB" dirty="0"/>
          </a:p>
        </p:txBody>
      </p:sp>
      <p:sp>
        <p:nvSpPr>
          <p:cNvPr id="15" name="TextBox 14">
            <a:extLst>
              <a:ext uri="{FF2B5EF4-FFF2-40B4-BE49-F238E27FC236}">
                <a16:creationId xmlns:a16="http://schemas.microsoft.com/office/drawing/2014/main" id="{AAC72FFD-96BD-4A9E-DD16-590BDD36915D}"/>
              </a:ext>
            </a:extLst>
          </p:cNvPr>
          <p:cNvSpPr txBox="1"/>
          <p:nvPr/>
        </p:nvSpPr>
        <p:spPr>
          <a:xfrm>
            <a:off x="1426180" y="8176137"/>
            <a:ext cx="5075295" cy="893919"/>
          </a:xfrm>
          <a:prstGeom prst="rect">
            <a:avLst/>
          </a:prstGeom>
          <a:noFill/>
          <a:ln>
            <a:solidFill>
              <a:schemeClr val="tx1"/>
            </a:solidFill>
          </a:ln>
        </p:spPr>
        <p:txBody>
          <a:bodyPr wrap="square" rtlCol="0">
            <a:spAutoFit/>
          </a:bodyPr>
          <a:lstStyle/>
          <a:p>
            <a:endParaRPr lang="en-GB"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858000" cy="9906000"/>
          </a:xfrm>
          <a:prstGeom prst="rect">
            <a:avLst/>
          </a:prstGeom>
        </p:spPr>
      </p:pic>
      <p:graphicFrame>
        <p:nvGraphicFramePr>
          <p:cNvPr id="3" name="object 3"/>
          <p:cNvGraphicFramePr>
            <a:graphicFrameLocks noGrp="1"/>
          </p:cNvGraphicFramePr>
          <p:nvPr/>
        </p:nvGraphicFramePr>
        <p:xfrm>
          <a:off x="293996" y="1778297"/>
          <a:ext cx="6322060" cy="4174490"/>
        </p:xfrm>
        <a:graphic>
          <a:graphicData uri="http://schemas.openxmlformats.org/drawingml/2006/table">
            <a:tbl>
              <a:tblPr firstRow="1" bandRow="1">
                <a:tableStyleId>{2D5ABB26-0587-4C30-8999-92F81FD0307C}</a:tableStyleId>
              </a:tblPr>
              <a:tblGrid>
                <a:gridCol w="1576705">
                  <a:extLst>
                    <a:ext uri="{9D8B030D-6E8A-4147-A177-3AD203B41FA5}">
                      <a16:colId xmlns:a16="http://schemas.microsoft.com/office/drawing/2014/main" val="20000"/>
                    </a:ext>
                  </a:extLst>
                </a:gridCol>
                <a:gridCol w="4745355">
                  <a:extLst>
                    <a:ext uri="{9D8B030D-6E8A-4147-A177-3AD203B41FA5}">
                      <a16:colId xmlns:a16="http://schemas.microsoft.com/office/drawing/2014/main" val="20001"/>
                    </a:ext>
                  </a:extLst>
                </a:gridCol>
              </a:tblGrid>
              <a:tr h="383540">
                <a:tc>
                  <a:txBody>
                    <a:bodyPr/>
                    <a:lstStyle/>
                    <a:p>
                      <a:pPr marL="67945">
                        <a:lnSpc>
                          <a:spcPct val="100000"/>
                        </a:lnSpc>
                        <a:spcBef>
                          <a:spcPts val="735"/>
                        </a:spcBef>
                      </a:pPr>
                      <a:r>
                        <a:rPr sz="1200" b="1" spc="135" dirty="0">
                          <a:latin typeface="Calibri"/>
                          <a:cs typeface="Calibri"/>
                        </a:rPr>
                        <a:t>Behaviour</a:t>
                      </a:r>
                      <a:endParaRPr sz="1200">
                        <a:latin typeface="Calibri"/>
                        <a:cs typeface="Calibri"/>
                      </a:endParaRPr>
                    </a:p>
                  </a:txBody>
                  <a:tcPr marL="0" marR="0" marT="933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a:txBody>
                    <a:bodyPr/>
                    <a:lstStyle/>
                    <a:p>
                      <a:pPr marL="67945">
                        <a:lnSpc>
                          <a:spcPct val="100000"/>
                        </a:lnSpc>
                        <a:spcBef>
                          <a:spcPts val="735"/>
                        </a:spcBef>
                      </a:pPr>
                      <a:r>
                        <a:rPr sz="1200" b="1" spc="145" dirty="0">
                          <a:latin typeface="Calibri"/>
                          <a:cs typeface="Calibri"/>
                        </a:rPr>
                        <a:t>State</a:t>
                      </a:r>
                      <a:r>
                        <a:rPr sz="1200" b="1" spc="60" dirty="0">
                          <a:latin typeface="Calibri"/>
                          <a:cs typeface="Calibri"/>
                        </a:rPr>
                        <a:t> </a:t>
                      </a:r>
                      <a:r>
                        <a:rPr sz="1200" b="1" spc="140" dirty="0">
                          <a:latin typeface="Calibri"/>
                          <a:cs typeface="Calibri"/>
                        </a:rPr>
                        <a:t>the</a:t>
                      </a:r>
                      <a:r>
                        <a:rPr sz="1200" b="1" spc="75" dirty="0">
                          <a:latin typeface="Calibri"/>
                          <a:cs typeface="Calibri"/>
                        </a:rPr>
                        <a:t> </a:t>
                      </a:r>
                      <a:r>
                        <a:rPr sz="1200" b="1" spc="160" dirty="0">
                          <a:latin typeface="Calibri"/>
                          <a:cs typeface="Calibri"/>
                        </a:rPr>
                        <a:t>impact</a:t>
                      </a:r>
                      <a:r>
                        <a:rPr sz="1200" b="1" spc="85" dirty="0">
                          <a:latin typeface="Calibri"/>
                          <a:cs typeface="Calibri"/>
                        </a:rPr>
                        <a:t> </a:t>
                      </a:r>
                      <a:r>
                        <a:rPr sz="1200" b="1" spc="155" dirty="0">
                          <a:latin typeface="Calibri"/>
                          <a:cs typeface="Calibri"/>
                        </a:rPr>
                        <a:t>on</a:t>
                      </a:r>
                      <a:r>
                        <a:rPr sz="1200" b="1" spc="70" dirty="0">
                          <a:latin typeface="Calibri"/>
                          <a:cs typeface="Calibri"/>
                        </a:rPr>
                        <a:t> </a:t>
                      </a:r>
                      <a:r>
                        <a:rPr sz="1200" b="1" spc="150" dirty="0">
                          <a:latin typeface="Calibri"/>
                          <a:cs typeface="Calibri"/>
                        </a:rPr>
                        <a:t>performance</a:t>
                      </a:r>
                      <a:r>
                        <a:rPr sz="1200" b="1" spc="65" dirty="0">
                          <a:latin typeface="Calibri"/>
                          <a:cs typeface="Calibri"/>
                        </a:rPr>
                        <a:t> </a:t>
                      </a:r>
                      <a:r>
                        <a:rPr sz="1200" b="1" spc="50" dirty="0">
                          <a:latin typeface="Calibri"/>
                          <a:cs typeface="Calibri"/>
                        </a:rPr>
                        <a:t>for:</a:t>
                      </a:r>
                      <a:endParaRPr sz="1200">
                        <a:latin typeface="Calibri"/>
                        <a:cs typeface="Calibri"/>
                      </a:endParaRPr>
                    </a:p>
                  </a:txBody>
                  <a:tcPr marL="0" marR="0" marT="9334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0"/>
                  </a:ext>
                </a:extLst>
              </a:tr>
              <a:tr h="631825">
                <a:tc rowSpan="2">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ts val="1160"/>
                        </a:lnSpc>
                      </a:pPr>
                      <a:r>
                        <a:rPr sz="1000" spc="-10" dirty="0">
                          <a:latin typeface="Century Gothic"/>
                          <a:cs typeface="Century Gothic"/>
                        </a:rPr>
                        <a:t>Yourself</a:t>
                      </a:r>
                      <a:endParaRPr sz="1000">
                        <a:latin typeface="Century Gothic"/>
                        <a:cs typeface="Century Gothic"/>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631825">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ts val="1160"/>
                        </a:lnSpc>
                      </a:pPr>
                      <a:r>
                        <a:rPr sz="1000" spc="-10" dirty="0">
                          <a:latin typeface="Century Gothic"/>
                          <a:cs typeface="Century Gothic"/>
                        </a:rPr>
                        <a:t>Others</a:t>
                      </a:r>
                      <a:endParaRPr sz="1000">
                        <a:latin typeface="Century Gothic"/>
                        <a:cs typeface="Century Gothic"/>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631825">
                <a:tc rowSpan="2">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ts val="1160"/>
                        </a:lnSpc>
                      </a:pPr>
                      <a:r>
                        <a:rPr sz="1000" spc="-10" dirty="0">
                          <a:latin typeface="Century Gothic"/>
                          <a:cs typeface="Century Gothic"/>
                        </a:rPr>
                        <a:t>Yourself</a:t>
                      </a:r>
                      <a:endParaRPr sz="1000">
                        <a:latin typeface="Century Gothic"/>
                        <a:cs typeface="Century Gothic"/>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631825">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ts val="1160"/>
                        </a:lnSpc>
                      </a:pPr>
                      <a:r>
                        <a:rPr sz="1000" spc="-10" dirty="0">
                          <a:latin typeface="Century Gothic"/>
                          <a:cs typeface="Century Gothic"/>
                        </a:rPr>
                        <a:t>Others</a:t>
                      </a:r>
                      <a:endParaRPr sz="1000">
                        <a:latin typeface="Century Gothic"/>
                        <a:cs typeface="Century Gothic"/>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631825">
                <a:tc rowSpan="2">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ts val="1160"/>
                        </a:lnSpc>
                      </a:pPr>
                      <a:r>
                        <a:rPr sz="1000" spc="-10" dirty="0">
                          <a:latin typeface="Century Gothic"/>
                          <a:cs typeface="Century Gothic"/>
                        </a:rPr>
                        <a:t>Yourself</a:t>
                      </a:r>
                      <a:endParaRPr sz="1000">
                        <a:latin typeface="Century Gothic"/>
                        <a:cs typeface="Century Gothic"/>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631825">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ts val="1160"/>
                        </a:lnSpc>
                      </a:pPr>
                      <a:r>
                        <a:rPr sz="1000" spc="-10" dirty="0">
                          <a:latin typeface="Century Gothic"/>
                          <a:cs typeface="Century Gothic"/>
                        </a:rPr>
                        <a:t>Others</a:t>
                      </a:r>
                      <a:endParaRPr sz="1000">
                        <a:latin typeface="Century Gothic"/>
                        <a:cs typeface="Century Gothic"/>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bl>
          </a:graphicData>
        </a:graphic>
      </p:graphicFrame>
      <p:sp>
        <p:nvSpPr>
          <p:cNvPr id="4" name="object 4"/>
          <p:cNvSpPr txBox="1"/>
          <p:nvPr/>
        </p:nvSpPr>
        <p:spPr>
          <a:xfrm>
            <a:off x="339065" y="6047759"/>
            <a:ext cx="5786120" cy="360680"/>
          </a:xfrm>
          <a:prstGeom prst="rect">
            <a:avLst/>
          </a:prstGeom>
        </p:spPr>
        <p:txBody>
          <a:bodyPr vert="horz" wrap="square" lIns="0" tIns="43180" rIns="0" bIns="0" rtlCol="0">
            <a:spAutoFit/>
          </a:bodyPr>
          <a:lstStyle/>
          <a:p>
            <a:pPr marL="12700" marR="5080">
              <a:lnSpc>
                <a:spcPts val="1200"/>
              </a:lnSpc>
              <a:spcBef>
                <a:spcPts val="340"/>
              </a:spcBef>
            </a:pPr>
            <a:r>
              <a:rPr sz="1200" b="1" spc="105" dirty="0">
                <a:latin typeface="Calibri"/>
                <a:cs typeface="Calibri"/>
              </a:rPr>
              <a:t>Q4).</a:t>
            </a:r>
            <a:r>
              <a:rPr sz="1200" b="1" spc="150" dirty="0">
                <a:latin typeface="Calibri"/>
                <a:cs typeface="Calibri"/>
              </a:rPr>
              <a:t> </a:t>
            </a:r>
            <a:r>
              <a:rPr sz="1200" spc="10" dirty="0">
                <a:latin typeface="Century Gothic"/>
                <a:cs typeface="Century Gothic"/>
              </a:rPr>
              <a:t>Describe</a:t>
            </a:r>
            <a:r>
              <a:rPr sz="1200" spc="40" dirty="0">
                <a:latin typeface="Century Gothic"/>
                <a:cs typeface="Century Gothic"/>
              </a:rPr>
              <a:t> </a:t>
            </a:r>
            <a:r>
              <a:rPr sz="1200" spc="10" dirty="0">
                <a:latin typeface="Century Gothic"/>
                <a:cs typeface="Century Gothic"/>
              </a:rPr>
              <a:t>the</a:t>
            </a:r>
            <a:r>
              <a:rPr sz="1200" spc="60" dirty="0">
                <a:latin typeface="Century Gothic"/>
                <a:cs typeface="Century Gothic"/>
              </a:rPr>
              <a:t> </a:t>
            </a:r>
            <a:r>
              <a:rPr sz="1200" spc="10" dirty="0">
                <a:latin typeface="Century Gothic"/>
                <a:cs typeface="Century Gothic"/>
              </a:rPr>
              <a:t>importance</a:t>
            </a:r>
            <a:r>
              <a:rPr sz="1200" spc="60" dirty="0">
                <a:latin typeface="Century Gothic"/>
                <a:cs typeface="Century Gothic"/>
              </a:rPr>
              <a:t> </a:t>
            </a:r>
            <a:r>
              <a:rPr sz="1200" spc="10" dirty="0">
                <a:latin typeface="Century Gothic"/>
                <a:cs typeface="Century Gothic"/>
              </a:rPr>
              <a:t>of</a:t>
            </a:r>
            <a:r>
              <a:rPr sz="1200" spc="65" dirty="0">
                <a:latin typeface="Century Gothic"/>
                <a:cs typeface="Century Gothic"/>
              </a:rPr>
              <a:t> </a:t>
            </a:r>
            <a:r>
              <a:rPr sz="1200" spc="10" dirty="0">
                <a:latin typeface="Century Gothic"/>
                <a:cs typeface="Century Gothic"/>
              </a:rPr>
              <a:t>emotions</a:t>
            </a:r>
            <a:r>
              <a:rPr sz="1200" spc="45" dirty="0">
                <a:latin typeface="Century Gothic"/>
                <a:cs typeface="Century Gothic"/>
              </a:rPr>
              <a:t> </a:t>
            </a:r>
            <a:r>
              <a:rPr sz="1200" dirty="0">
                <a:latin typeface="Century Gothic"/>
                <a:cs typeface="Century Gothic"/>
              </a:rPr>
              <a:t>and</a:t>
            </a:r>
            <a:r>
              <a:rPr sz="1200" spc="70" dirty="0">
                <a:latin typeface="Century Gothic"/>
                <a:cs typeface="Century Gothic"/>
              </a:rPr>
              <a:t> </a:t>
            </a:r>
            <a:r>
              <a:rPr sz="1200" spc="10" dirty="0">
                <a:latin typeface="Century Gothic"/>
                <a:cs typeface="Century Gothic"/>
              </a:rPr>
              <a:t>behaviours</a:t>
            </a:r>
            <a:r>
              <a:rPr sz="1200" spc="65" dirty="0">
                <a:latin typeface="Century Gothic"/>
                <a:cs typeface="Century Gothic"/>
              </a:rPr>
              <a:t> </a:t>
            </a:r>
            <a:r>
              <a:rPr sz="1200" spc="10" dirty="0">
                <a:latin typeface="Century Gothic"/>
                <a:cs typeface="Century Gothic"/>
              </a:rPr>
              <a:t>when</a:t>
            </a:r>
            <a:r>
              <a:rPr sz="1200" spc="50" dirty="0">
                <a:latin typeface="Century Gothic"/>
                <a:cs typeface="Century Gothic"/>
              </a:rPr>
              <a:t> </a:t>
            </a:r>
            <a:r>
              <a:rPr sz="1200" spc="10" dirty="0">
                <a:latin typeface="Century Gothic"/>
                <a:cs typeface="Century Gothic"/>
              </a:rPr>
              <a:t>seeking</a:t>
            </a:r>
            <a:r>
              <a:rPr sz="1200" spc="85" dirty="0">
                <a:latin typeface="Century Gothic"/>
                <a:cs typeface="Century Gothic"/>
              </a:rPr>
              <a:t> </a:t>
            </a:r>
            <a:r>
              <a:rPr sz="1200" spc="-25" dirty="0">
                <a:latin typeface="Century Gothic"/>
                <a:cs typeface="Century Gothic"/>
              </a:rPr>
              <a:t>to </a:t>
            </a:r>
            <a:r>
              <a:rPr sz="1200" dirty="0">
                <a:latin typeface="Century Gothic"/>
                <a:cs typeface="Century Gothic"/>
              </a:rPr>
              <a:t>participate</a:t>
            </a:r>
            <a:r>
              <a:rPr sz="1200" spc="20" dirty="0">
                <a:latin typeface="Century Gothic"/>
                <a:cs typeface="Century Gothic"/>
              </a:rPr>
              <a:t> </a:t>
            </a:r>
            <a:r>
              <a:rPr sz="1200" spc="75" dirty="0">
                <a:latin typeface="Century Gothic"/>
                <a:cs typeface="Century Gothic"/>
              </a:rPr>
              <a:t>in</a:t>
            </a:r>
            <a:r>
              <a:rPr sz="1200" spc="30" dirty="0">
                <a:latin typeface="Century Gothic"/>
                <a:cs typeface="Century Gothic"/>
              </a:rPr>
              <a:t> </a:t>
            </a:r>
            <a:r>
              <a:rPr sz="1200" dirty="0">
                <a:latin typeface="Century Gothic"/>
                <a:cs typeface="Century Gothic"/>
              </a:rPr>
              <a:t>activities</a:t>
            </a:r>
            <a:r>
              <a:rPr sz="1200" spc="30" dirty="0">
                <a:latin typeface="Century Gothic"/>
                <a:cs typeface="Century Gothic"/>
              </a:rPr>
              <a:t> </a:t>
            </a:r>
            <a:r>
              <a:rPr sz="1200" dirty="0">
                <a:latin typeface="Century Gothic"/>
                <a:cs typeface="Century Gothic"/>
              </a:rPr>
              <a:t>(Ref</a:t>
            </a:r>
            <a:r>
              <a:rPr sz="1200" spc="40" dirty="0">
                <a:latin typeface="Century Gothic"/>
                <a:cs typeface="Century Gothic"/>
              </a:rPr>
              <a:t> </a:t>
            </a:r>
            <a:r>
              <a:rPr sz="1200" spc="-85" dirty="0">
                <a:latin typeface="Century Gothic"/>
                <a:cs typeface="Century Gothic"/>
              </a:rPr>
              <a:t>:</a:t>
            </a:r>
            <a:r>
              <a:rPr sz="1200" spc="25" dirty="0">
                <a:latin typeface="Century Gothic"/>
                <a:cs typeface="Century Gothic"/>
              </a:rPr>
              <a:t> </a:t>
            </a:r>
            <a:r>
              <a:rPr sz="1200" spc="170" dirty="0">
                <a:latin typeface="Century Gothic"/>
                <a:cs typeface="Century Gothic"/>
              </a:rPr>
              <a:t>F</a:t>
            </a:r>
            <a:r>
              <a:rPr sz="1200" spc="35" dirty="0">
                <a:latin typeface="Century Gothic"/>
                <a:cs typeface="Century Gothic"/>
              </a:rPr>
              <a:t> </a:t>
            </a:r>
            <a:r>
              <a:rPr sz="1200" spc="-20" dirty="0">
                <a:latin typeface="Century Gothic"/>
                <a:cs typeface="Century Gothic"/>
              </a:rPr>
              <a:t>2.3)</a:t>
            </a:r>
            <a:endParaRPr sz="1200">
              <a:latin typeface="Century Gothic"/>
              <a:cs typeface="Century Gothic"/>
            </a:endParaRPr>
          </a:p>
        </p:txBody>
      </p:sp>
      <p:grpSp>
        <p:nvGrpSpPr>
          <p:cNvPr id="5" name="object 5"/>
          <p:cNvGrpSpPr/>
          <p:nvPr/>
        </p:nvGrpSpPr>
        <p:grpSpPr>
          <a:xfrm>
            <a:off x="293996" y="457200"/>
            <a:ext cx="6270625" cy="8904605"/>
            <a:chOff x="293996" y="457200"/>
            <a:chExt cx="6270625" cy="8904605"/>
          </a:xfrm>
        </p:grpSpPr>
        <p:sp>
          <p:nvSpPr>
            <p:cNvPr id="6" name="object 6"/>
            <p:cNvSpPr/>
            <p:nvPr/>
          </p:nvSpPr>
          <p:spPr>
            <a:xfrm>
              <a:off x="300346" y="6536588"/>
              <a:ext cx="0" cy="2825115"/>
            </a:xfrm>
            <a:custGeom>
              <a:avLst/>
              <a:gdLst/>
              <a:ahLst/>
              <a:cxnLst/>
              <a:rect l="l" t="t" r="r" b="b"/>
              <a:pathLst>
                <a:path h="2825115">
                  <a:moveTo>
                    <a:pt x="0" y="0"/>
                  </a:moveTo>
                  <a:lnTo>
                    <a:pt x="0" y="2825115"/>
                  </a:lnTo>
                </a:path>
              </a:pathLst>
            </a:custGeom>
            <a:ln w="12700">
              <a:solidFill>
                <a:srgbClr val="000000"/>
              </a:solidFill>
            </a:ln>
          </p:spPr>
          <p:txBody>
            <a:bodyPr wrap="square" lIns="0" tIns="0" rIns="0" bIns="0" rtlCol="0"/>
            <a:lstStyle/>
            <a:p>
              <a:endParaRPr/>
            </a:p>
          </p:txBody>
        </p:sp>
        <p:sp>
          <p:nvSpPr>
            <p:cNvPr id="7" name="object 7"/>
            <p:cNvSpPr/>
            <p:nvPr/>
          </p:nvSpPr>
          <p:spPr>
            <a:xfrm>
              <a:off x="6557651" y="6536588"/>
              <a:ext cx="0" cy="2825115"/>
            </a:xfrm>
            <a:custGeom>
              <a:avLst/>
              <a:gdLst/>
              <a:ahLst/>
              <a:cxnLst/>
              <a:rect l="l" t="t" r="r" b="b"/>
              <a:pathLst>
                <a:path h="2825115">
                  <a:moveTo>
                    <a:pt x="0" y="0"/>
                  </a:moveTo>
                  <a:lnTo>
                    <a:pt x="0" y="2825115"/>
                  </a:lnTo>
                </a:path>
              </a:pathLst>
            </a:custGeom>
            <a:ln w="12700">
              <a:solidFill>
                <a:srgbClr val="000000"/>
              </a:solidFill>
            </a:ln>
          </p:spPr>
          <p:txBody>
            <a:bodyPr wrap="square" lIns="0" tIns="0" rIns="0" bIns="0" rtlCol="0"/>
            <a:lstStyle/>
            <a:p>
              <a:endParaRPr/>
            </a:p>
          </p:txBody>
        </p:sp>
        <p:sp>
          <p:nvSpPr>
            <p:cNvPr id="8" name="object 8"/>
            <p:cNvSpPr/>
            <p:nvPr/>
          </p:nvSpPr>
          <p:spPr>
            <a:xfrm>
              <a:off x="293996" y="6542938"/>
              <a:ext cx="6270625" cy="0"/>
            </a:xfrm>
            <a:custGeom>
              <a:avLst/>
              <a:gdLst/>
              <a:ahLst/>
              <a:cxnLst/>
              <a:rect l="l" t="t" r="r" b="b"/>
              <a:pathLst>
                <a:path w="6270625">
                  <a:moveTo>
                    <a:pt x="0" y="0"/>
                  </a:moveTo>
                  <a:lnTo>
                    <a:pt x="6270002" y="0"/>
                  </a:lnTo>
                </a:path>
              </a:pathLst>
            </a:custGeom>
            <a:ln w="12700">
              <a:solidFill>
                <a:srgbClr val="000000"/>
              </a:solidFill>
            </a:ln>
          </p:spPr>
          <p:txBody>
            <a:bodyPr wrap="square" lIns="0" tIns="0" rIns="0" bIns="0" rtlCol="0"/>
            <a:lstStyle/>
            <a:p>
              <a:endParaRPr/>
            </a:p>
          </p:txBody>
        </p:sp>
        <p:sp>
          <p:nvSpPr>
            <p:cNvPr id="9" name="object 9"/>
            <p:cNvSpPr/>
            <p:nvPr/>
          </p:nvSpPr>
          <p:spPr>
            <a:xfrm>
              <a:off x="293996" y="9355358"/>
              <a:ext cx="6270625" cy="0"/>
            </a:xfrm>
            <a:custGeom>
              <a:avLst/>
              <a:gdLst/>
              <a:ahLst/>
              <a:cxnLst/>
              <a:rect l="l" t="t" r="r" b="b"/>
              <a:pathLst>
                <a:path w="6270625">
                  <a:moveTo>
                    <a:pt x="0" y="0"/>
                  </a:moveTo>
                  <a:lnTo>
                    <a:pt x="6270002" y="0"/>
                  </a:lnTo>
                </a:path>
              </a:pathLst>
            </a:custGeom>
            <a:ln w="12700">
              <a:solidFill>
                <a:srgbClr val="000000"/>
              </a:solidFill>
            </a:ln>
          </p:spPr>
          <p:txBody>
            <a:bodyPr wrap="square" lIns="0" tIns="0" rIns="0" bIns="0" rtlCol="0"/>
            <a:lstStyle/>
            <a:p>
              <a:endParaRPr/>
            </a:p>
          </p:txBody>
        </p:sp>
        <p:pic>
          <p:nvPicPr>
            <p:cNvPr id="10" name="object 10" descr="A close up of a sign  Description automatically generated"/>
            <p:cNvPicPr/>
            <p:nvPr/>
          </p:nvPicPr>
          <p:blipFill>
            <a:blip r:embed="rId3" cstate="print"/>
            <a:stretch>
              <a:fillRect/>
            </a:stretch>
          </p:blipFill>
          <p:spPr>
            <a:xfrm>
              <a:off x="5634228" y="457200"/>
              <a:ext cx="888491" cy="539495"/>
            </a:xfrm>
            <a:prstGeom prst="rect">
              <a:avLst/>
            </a:prstGeom>
          </p:spPr>
        </p:pic>
      </p:grpSp>
      <p:sp>
        <p:nvSpPr>
          <p:cNvPr id="11" name="object 11"/>
          <p:cNvSpPr txBox="1"/>
          <p:nvPr/>
        </p:nvSpPr>
        <p:spPr>
          <a:xfrm>
            <a:off x="305278" y="122457"/>
            <a:ext cx="5942330" cy="1569720"/>
          </a:xfrm>
          <a:prstGeom prst="rect">
            <a:avLst/>
          </a:prstGeom>
        </p:spPr>
        <p:txBody>
          <a:bodyPr vert="horz" wrap="square" lIns="0" tIns="12700" rIns="0" bIns="0" rtlCol="0">
            <a:spAutoFit/>
          </a:bodyPr>
          <a:lstStyle/>
          <a:p>
            <a:pPr marL="1297305" marR="1082675" algn="ctr">
              <a:lnSpc>
                <a:spcPct val="100000"/>
              </a:lnSpc>
              <a:spcBef>
                <a:spcPts val="100"/>
              </a:spcBef>
            </a:pPr>
            <a:r>
              <a:rPr sz="2000" spc="260" dirty="0">
                <a:latin typeface="Calibri"/>
                <a:cs typeface="Calibri"/>
              </a:rPr>
              <a:t>PARTICIPATION</a:t>
            </a:r>
            <a:r>
              <a:rPr sz="2000" spc="90" dirty="0">
                <a:latin typeface="Calibri"/>
                <a:cs typeface="Calibri"/>
              </a:rPr>
              <a:t> </a:t>
            </a:r>
            <a:r>
              <a:rPr sz="2000" spc="320" dirty="0">
                <a:latin typeface="Calibri"/>
                <a:cs typeface="Calibri"/>
              </a:rPr>
              <a:t>PERSONAL </a:t>
            </a:r>
            <a:r>
              <a:rPr sz="2000" spc="310" dirty="0">
                <a:latin typeface="Calibri"/>
                <a:cs typeface="Calibri"/>
              </a:rPr>
              <a:t>BEHAVIOURS</a:t>
            </a:r>
            <a:r>
              <a:rPr sz="2000" spc="80" dirty="0">
                <a:latin typeface="Calibri"/>
                <a:cs typeface="Calibri"/>
              </a:rPr>
              <a:t> </a:t>
            </a:r>
            <a:r>
              <a:rPr sz="2000" spc="315" dirty="0">
                <a:latin typeface="Calibri"/>
                <a:cs typeface="Calibri"/>
              </a:rPr>
              <a:t>AND </a:t>
            </a:r>
            <a:r>
              <a:rPr sz="2000" spc="305" dirty="0">
                <a:latin typeface="Calibri"/>
                <a:cs typeface="Calibri"/>
              </a:rPr>
              <a:t>STANDARDS</a:t>
            </a:r>
            <a:endParaRPr sz="2000">
              <a:latin typeface="Calibri"/>
              <a:cs typeface="Calibri"/>
            </a:endParaRPr>
          </a:p>
          <a:p>
            <a:pPr marL="12700" marR="5080">
              <a:lnSpc>
                <a:spcPts val="1200"/>
              </a:lnSpc>
              <a:spcBef>
                <a:spcPts val="1355"/>
              </a:spcBef>
            </a:pPr>
            <a:r>
              <a:rPr sz="1200" b="1" spc="75" dirty="0">
                <a:latin typeface="Calibri"/>
                <a:cs typeface="Calibri"/>
              </a:rPr>
              <a:t>Q3).</a:t>
            </a:r>
            <a:r>
              <a:rPr sz="1200" b="1" spc="175" dirty="0">
                <a:latin typeface="Calibri"/>
                <a:cs typeface="Calibri"/>
              </a:rPr>
              <a:t> </a:t>
            </a:r>
            <a:r>
              <a:rPr sz="1200" dirty="0">
                <a:latin typeface="Century Gothic"/>
                <a:cs typeface="Century Gothic"/>
              </a:rPr>
              <a:t>Complete</a:t>
            </a:r>
            <a:r>
              <a:rPr sz="1200" spc="80" dirty="0">
                <a:latin typeface="Century Gothic"/>
                <a:cs typeface="Century Gothic"/>
              </a:rPr>
              <a:t> </a:t>
            </a:r>
            <a:r>
              <a:rPr sz="1200" dirty="0">
                <a:latin typeface="Century Gothic"/>
                <a:cs typeface="Century Gothic"/>
              </a:rPr>
              <a:t>the</a:t>
            </a:r>
            <a:r>
              <a:rPr sz="1200" spc="85" dirty="0">
                <a:latin typeface="Century Gothic"/>
                <a:cs typeface="Century Gothic"/>
              </a:rPr>
              <a:t> </a:t>
            </a:r>
            <a:r>
              <a:rPr sz="1200" dirty="0">
                <a:latin typeface="Century Gothic"/>
                <a:cs typeface="Century Gothic"/>
              </a:rPr>
              <a:t>grid</a:t>
            </a:r>
            <a:r>
              <a:rPr sz="1200" spc="75" dirty="0">
                <a:latin typeface="Century Gothic"/>
                <a:cs typeface="Century Gothic"/>
              </a:rPr>
              <a:t> </a:t>
            </a:r>
            <a:r>
              <a:rPr sz="1200" dirty="0">
                <a:latin typeface="Century Gothic"/>
                <a:cs typeface="Century Gothic"/>
              </a:rPr>
              <a:t>below</a:t>
            </a:r>
            <a:r>
              <a:rPr sz="1200" spc="70" dirty="0">
                <a:latin typeface="Century Gothic"/>
                <a:cs typeface="Century Gothic"/>
              </a:rPr>
              <a:t> </a:t>
            </a:r>
            <a:r>
              <a:rPr sz="1200" dirty="0">
                <a:latin typeface="Century Gothic"/>
                <a:cs typeface="Century Gothic"/>
              </a:rPr>
              <a:t>to</a:t>
            </a:r>
            <a:r>
              <a:rPr sz="1200" spc="95" dirty="0">
                <a:latin typeface="Century Gothic"/>
                <a:cs typeface="Century Gothic"/>
              </a:rPr>
              <a:t> </a:t>
            </a:r>
            <a:r>
              <a:rPr sz="1200" dirty="0">
                <a:latin typeface="Century Gothic"/>
                <a:cs typeface="Century Gothic"/>
              </a:rPr>
              <a:t>identify</a:t>
            </a:r>
            <a:r>
              <a:rPr sz="1200" spc="85" dirty="0">
                <a:latin typeface="Century Gothic"/>
                <a:cs typeface="Century Gothic"/>
              </a:rPr>
              <a:t> </a:t>
            </a:r>
            <a:r>
              <a:rPr sz="1200" dirty="0">
                <a:latin typeface="Century Gothic"/>
                <a:cs typeface="Century Gothic"/>
              </a:rPr>
              <a:t>different</a:t>
            </a:r>
            <a:r>
              <a:rPr sz="1200" spc="30" dirty="0">
                <a:latin typeface="Century Gothic"/>
                <a:cs typeface="Century Gothic"/>
              </a:rPr>
              <a:t> </a:t>
            </a:r>
            <a:r>
              <a:rPr sz="1200" dirty="0">
                <a:latin typeface="Century Gothic"/>
                <a:cs typeface="Century Gothic"/>
              </a:rPr>
              <a:t>types</a:t>
            </a:r>
            <a:r>
              <a:rPr sz="1200" spc="45" dirty="0">
                <a:latin typeface="Century Gothic"/>
                <a:cs typeface="Century Gothic"/>
              </a:rPr>
              <a:t> </a:t>
            </a:r>
            <a:r>
              <a:rPr sz="1200" dirty="0">
                <a:latin typeface="Century Gothic"/>
                <a:cs typeface="Century Gothic"/>
              </a:rPr>
              <a:t>of</a:t>
            </a:r>
            <a:r>
              <a:rPr sz="1200" spc="70" dirty="0">
                <a:latin typeface="Century Gothic"/>
                <a:cs typeface="Century Gothic"/>
              </a:rPr>
              <a:t> </a:t>
            </a:r>
            <a:r>
              <a:rPr sz="1200" dirty="0">
                <a:latin typeface="Century Gothic"/>
                <a:cs typeface="Century Gothic"/>
              </a:rPr>
              <a:t>behaviours</a:t>
            </a:r>
            <a:r>
              <a:rPr sz="1200" spc="25" dirty="0">
                <a:latin typeface="Century Gothic"/>
                <a:cs typeface="Century Gothic"/>
              </a:rPr>
              <a:t> </a:t>
            </a:r>
            <a:r>
              <a:rPr sz="1200" spc="-20" dirty="0">
                <a:latin typeface="Century Gothic"/>
                <a:cs typeface="Century Gothic"/>
              </a:rPr>
              <a:t>and</a:t>
            </a:r>
            <a:r>
              <a:rPr sz="1200" spc="55" dirty="0">
                <a:latin typeface="Century Gothic"/>
                <a:cs typeface="Century Gothic"/>
              </a:rPr>
              <a:t> </a:t>
            </a:r>
            <a:r>
              <a:rPr sz="1200" spc="-25" dirty="0">
                <a:latin typeface="Century Gothic"/>
                <a:cs typeface="Century Gothic"/>
              </a:rPr>
              <a:t>the </a:t>
            </a:r>
            <a:r>
              <a:rPr sz="1200" dirty="0">
                <a:latin typeface="Century Gothic"/>
                <a:cs typeface="Century Gothic"/>
              </a:rPr>
              <a:t>impact</a:t>
            </a:r>
            <a:r>
              <a:rPr sz="1200" spc="5" dirty="0">
                <a:latin typeface="Century Gothic"/>
                <a:cs typeface="Century Gothic"/>
              </a:rPr>
              <a:t> </a:t>
            </a:r>
            <a:r>
              <a:rPr sz="1200" spc="75" dirty="0">
                <a:latin typeface="Century Gothic"/>
                <a:cs typeface="Century Gothic"/>
              </a:rPr>
              <a:t>it</a:t>
            </a:r>
            <a:r>
              <a:rPr sz="1200" spc="45" dirty="0">
                <a:latin typeface="Century Gothic"/>
                <a:cs typeface="Century Gothic"/>
              </a:rPr>
              <a:t> </a:t>
            </a:r>
            <a:r>
              <a:rPr sz="1200" dirty="0">
                <a:latin typeface="Century Gothic"/>
                <a:cs typeface="Century Gothic"/>
              </a:rPr>
              <a:t>has</a:t>
            </a:r>
            <a:r>
              <a:rPr sz="1200" spc="20" dirty="0">
                <a:latin typeface="Century Gothic"/>
                <a:cs typeface="Century Gothic"/>
              </a:rPr>
              <a:t> </a:t>
            </a:r>
            <a:r>
              <a:rPr sz="1200" dirty="0">
                <a:latin typeface="Century Gothic"/>
                <a:cs typeface="Century Gothic"/>
              </a:rPr>
              <a:t>on</a:t>
            </a:r>
            <a:r>
              <a:rPr sz="1200" spc="409" dirty="0">
                <a:latin typeface="Century Gothic"/>
                <a:cs typeface="Century Gothic"/>
              </a:rPr>
              <a:t> </a:t>
            </a:r>
            <a:r>
              <a:rPr sz="1200" dirty="0">
                <a:latin typeface="Century Gothic"/>
                <a:cs typeface="Century Gothic"/>
              </a:rPr>
              <a:t>the</a:t>
            </a:r>
            <a:r>
              <a:rPr sz="1200" spc="15" dirty="0">
                <a:latin typeface="Century Gothic"/>
                <a:cs typeface="Century Gothic"/>
              </a:rPr>
              <a:t> </a:t>
            </a:r>
            <a:r>
              <a:rPr sz="1200" dirty="0">
                <a:latin typeface="Century Gothic"/>
                <a:cs typeface="Century Gothic"/>
              </a:rPr>
              <a:t>performance</a:t>
            </a:r>
            <a:r>
              <a:rPr sz="1200" spc="-15" dirty="0">
                <a:latin typeface="Century Gothic"/>
                <a:cs typeface="Century Gothic"/>
              </a:rPr>
              <a:t> </a:t>
            </a:r>
            <a:r>
              <a:rPr sz="1200" dirty="0">
                <a:latin typeface="Century Gothic"/>
                <a:cs typeface="Century Gothic"/>
              </a:rPr>
              <a:t>of</a:t>
            </a:r>
            <a:r>
              <a:rPr sz="1200" spc="35" dirty="0">
                <a:latin typeface="Century Gothic"/>
                <a:cs typeface="Century Gothic"/>
              </a:rPr>
              <a:t> </a:t>
            </a:r>
            <a:r>
              <a:rPr sz="1200" dirty="0">
                <a:latin typeface="Century Gothic"/>
                <a:cs typeface="Century Gothic"/>
              </a:rPr>
              <a:t>yourself</a:t>
            </a:r>
            <a:r>
              <a:rPr sz="1200" spc="10" dirty="0">
                <a:latin typeface="Century Gothic"/>
                <a:cs typeface="Century Gothic"/>
              </a:rPr>
              <a:t> </a:t>
            </a:r>
            <a:r>
              <a:rPr sz="1200" spc="-20" dirty="0">
                <a:latin typeface="Century Gothic"/>
                <a:cs typeface="Century Gothic"/>
              </a:rPr>
              <a:t>and</a:t>
            </a:r>
            <a:r>
              <a:rPr sz="1200" spc="20" dirty="0">
                <a:latin typeface="Century Gothic"/>
                <a:cs typeface="Century Gothic"/>
              </a:rPr>
              <a:t> </a:t>
            </a:r>
            <a:r>
              <a:rPr sz="1200" spc="-10" dirty="0">
                <a:latin typeface="Century Gothic"/>
                <a:cs typeface="Century Gothic"/>
              </a:rPr>
              <a:t>others.</a:t>
            </a:r>
            <a:endParaRPr sz="1200">
              <a:latin typeface="Century Gothic"/>
              <a:cs typeface="Century Gothic"/>
            </a:endParaRPr>
          </a:p>
          <a:p>
            <a:pPr marL="12700">
              <a:lnSpc>
                <a:spcPts val="1200"/>
              </a:lnSpc>
            </a:pPr>
            <a:r>
              <a:rPr sz="1200" dirty="0">
                <a:latin typeface="Century Gothic"/>
                <a:cs typeface="Century Gothic"/>
              </a:rPr>
              <a:t>(Ref</a:t>
            </a:r>
            <a:r>
              <a:rPr sz="1200" spc="345" dirty="0">
                <a:latin typeface="Century Gothic"/>
                <a:cs typeface="Century Gothic"/>
              </a:rPr>
              <a:t> </a:t>
            </a:r>
            <a:r>
              <a:rPr sz="1200" spc="-85" dirty="0">
                <a:latin typeface="Century Gothic"/>
                <a:cs typeface="Century Gothic"/>
              </a:rPr>
              <a:t>:</a:t>
            </a:r>
            <a:r>
              <a:rPr sz="1200" spc="-10" dirty="0">
                <a:latin typeface="Century Gothic"/>
                <a:cs typeface="Century Gothic"/>
              </a:rPr>
              <a:t> </a:t>
            </a:r>
            <a:r>
              <a:rPr sz="1200" spc="170" dirty="0">
                <a:latin typeface="Century Gothic"/>
                <a:cs typeface="Century Gothic"/>
              </a:rPr>
              <a:t>F</a:t>
            </a:r>
            <a:r>
              <a:rPr sz="1200" spc="10" dirty="0">
                <a:latin typeface="Century Gothic"/>
                <a:cs typeface="Century Gothic"/>
              </a:rPr>
              <a:t> </a:t>
            </a:r>
            <a:r>
              <a:rPr sz="1200" spc="-110" dirty="0">
                <a:latin typeface="Century Gothic"/>
                <a:cs typeface="Century Gothic"/>
              </a:rPr>
              <a:t>2.1,</a:t>
            </a:r>
            <a:r>
              <a:rPr sz="1200" spc="-10" dirty="0">
                <a:latin typeface="Century Gothic"/>
                <a:cs typeface="Century Gothic"/>
              </a:rPr>
              <a:t> </a:t>
            </a:r>
            <a:r>
              <a:rPr sz="1200" spc="-20" dirty="0">
                <a:latin typeface="Century Gothic"/>
                <a:cs typeface="Century Gothic"/>
              </a:rPr>
              <a:t>2.2)</a:t>
            </a:r>
            <a:endParaRPr sz="1200">
              <a:latin typeface="Century Gothic"/>
              <a:cs typeface="Century Gothic"/>
            </a:endParaRPr>
          </a:p>
        </p:txBody>
      </p:sp>
      <p:sp>
        <p:nvSpPr>
          <p:cNvPr id="12" name="object 12"/>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13" name="object 13"/>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19</a:t>
            </a:fld>
            <a:endParaRPr spc="-25" dirty="0"/>
          </a:p>
        </p:txBody>
      </p:sp>
      <p:sp>
        <p:nvSpPr>
          <p:cNvPr id="14" name="TextBox 13">
            <a:extLst>
              <a:ext uri="{FF2B5EF4-FFF2-40B4-BE49-F238E27FC236}">
                <a16:creationId xmlns:a16="http://schemas.microsoft.com/office/drawing/2014/main" id="{98BC93A7-4346-21B5-B3EA-05F77041119B}"/>
              </a:ext>
            </a:extLst>
          </p:cNvPr>
          <p:cNvSpPr txBox="1"/>
          <p:nvPr/>
        </p:nvSpPr>
        <p:spPr>
          <a:xfrm>
            <a:off x="280544" y="6544934"/>
            <a:ext cx="6242169" cy="2804080"/>
          </a:xfrm>
          <a:prstGeom prst="rect">
            <a:avLst/>
          </a:prstGeom>
          <a:noFill/>
          <a:ln>
            <a:solidFill>
              <a:schemeClr val="tx1"/>
            </a:solidFill>
          </a:ln>
        </p:spPr>
        <p:txBody>
          <a:bodyPr wrap="square" rtlCol="0">
            <a:spAutoFit/>
          </a:bodyPr>
          <a:lstStyle/>
          <a:p>
            <a:endParaRPr lang="en-GB" dirty="0"/>
          </a:p>
        </p:txBody>
      </p:sp>
      <p:sp>
        <p:nvSpPr>
          <p:cNvPr id="15" name="TextBox 14">
            <a:extLst>
              <a:ext uri="{FF2B5EF4-FFF2-40B4-BE49-F238E27FC236}">
                <a16:creationId xmlns:a16="http://schemas.microsoft.com/office/drawing/2014/main" id="{89DE30A1-3A2E-340A-659F-B42448A50FDE}"/>
              </a:ext>
            </a:extLst>
          </p:cNvPr>
          <p:cNvSpPr txBox="1"/>
          <p:nvPr/>
        </p:nvSpPr>
        <p:spPr>
          <a:xfrm>
            <a:off x="2438399" y="2191282"/>
            <a:ext cx="4084313" cy="583709"/>
          </a:xfrm>
          <a:prstGeom prst="rect">
            <a:avLst/>
          </a:prstGeom>
          <a:noFill/>
          <a:ln>
            <a:solidFill>
              <a:schemeClr val="tx1"/>
            </a:solidFill>
          </a:ln>
        </p:spPr>
        <p:txBody>
          <a:bodyPr wrap="square" rtlCol="0">
            <a:spAutoFit/>
          </a:bodyPr>
          <a:lstStyle/>
          <a:p>
            <a:endParaRPr lang="en-GB" dirty="0"/>
          </a:p>
        </p:txBody>
      </p:sp>
      <p:sp>
        <p:nvSpPr>
          <p:cNvPr id="16" name="TextBox 15">
            <a:extLst>
              <a:ext uri="{FF2B5EF4-FFF2-40B4-BE49-F238E27FC236}">
                <a16:creationId xmlns:a16="http://schemas.microsoft.com/office/drawing/2014/main" id="{20D53367-DF3C-5B9F-D951-CE193B926DAC}"/>
              </a:ext>
            </a:extLst>
          </p:cNvPr>
          <p:cNvSpPr txBox="1"/>
          <p:nvPr/>
        </p:nvSpPr>
        <p:spPr>
          <a:xfrm>
            <a:off x="2438399" y="2828189"/>
            <a:ext cx="4084313" cy="583709"/>
          </a:xfrm>
          <a:prstGeom prst="rect">
            <a:avLst/>
          </a:prstGeom>
          <a:noFill/>
          <a:ln>
            <a:solidFill>
              <a:schemeClr val="tx1"/>
            </a:solidFill>
          </a:ln>
        </p:spPr>
        <p:txBody>
          <a:bodyPr wrap="square" rtlCol="0">
            <a:spAutoFit/>
          </a:bodyPr>
          <a:lstStyle/>
          <a:p>
            <a:endParaRPr lang="en-GB" dirty="0"/>
          </a:p>
        </p:txBody>
      </p:sp>
      <p:sp>
        <p:nvSpPr>
          <p:cNvPr id="17" name="TextBox 16">
            <a:extLst>
              <a:ext uri="{FF2B5EF4-FFF2-40B4-BE49-F238E27FC236}">
                <a16:creationId xmlns:a16="http://schemas.microsoft.com/office/drawing/2014/main" id="{3386326A-8F40-DBCE-68C2-3ADD90FE46E6}"/>
              </a:ext>
            </a:extLst>
          </p:cNvPr>
          <p:cNvSpPr txBox="1"/>
          <p:nvPr/>
        </p:nvSpPr>
        <p:spPr>
          <a:xfrm>
            <a:off x="2438398" y="3465096"/>
            <a:ext cx="4084313" cy="583709"/>
          </a:xfrm>
          <a:prstGeom prst="rect">
            <a:avLst/>
          </a:prstGeom>
          <a:noFill/>
          <a:ln>
            <a:solidFill>
              <a:schemeClr val="tx1"/>
            </a:solidFill>
          </a:ln>
        </p:spPr>
        <p:txBody>
          <a:bodyPr wrap="square" rtlCol="0">
            <a:spAutoFit/>
          </a:bodyPr>
          <a:lstStyle/>
          <a:p>
            <a:endParaRPr lang="en-GB" dirty="0"/>
          </a:p>
        </p:txBody>
      </p:sp>
      <p:sp>
        <p:nvSpPr>
          <p:cNvPr id="18" name="TextBox 17">
            <a:extLst>
              <a:ext uri="{FF2B5EF4-FFF2-40B4-BE49-F238E27FC236}">
                <a16:creationId xmlns:a16="http://schemas.microsoft.com/office/drawing/2014/main" id="{03C5EF7F-B467-4C8B-377C-527630CDCE85}"/>
              </a:ext>
            </a:extLst>
          </p:cNvPr>
          <p:cNvSpPr txBox="1"/>
          <p:nvPr/>
        </p:nvSpPr>
        <p:spPr>
          <a:xfrm>
            <a:off x="2473338" y="4102003"/>
            <a:ext cx="4084313" cy="583709"/>
          </a:xfrm>
          <a:prstGeom prst="rect">
            <a:avLst/>
          </a:prstGeom>
          <a:noFill/>
          <a:ln>
            <a:solidFill>
              <a:schemeClr val="tx1"/>
            </a:solidFill>
          </a:ln>
        </p:spPr>
        <p:txBody>
          <a:bodyPr wrap="square" rtlCol="0">
            <a:spAutoFit/>
          </a:bodyPr>
          <a:lstStyle/>
          <a:p>
            <a:endParaRPr lang="en-GB" dirty="0"/>
          </a:p>
        </p:txBody>
      </p:sp>
      <p:sp>
        <p:nvSpPr>
          <p:cNvPr id="19" name="TextBox 18">
            <a:extLst>
              <a:ext uri="{FF2B5EF4-FFF2-40B4-BE49-F238E27FC236}">
                <a16:creationId xmlns:a16="http://schemas.microsoft.com/office/drawing/2014/main" id="{E50D233E-DC79-72D0-077F-627BAB2EEE78}"/>
              </a:ext>
            </a:extLst>
          </p:cNvPr>
          <p:cNvSpPr txBox="1"/>
          <p:nvPr/>
        </p:nvSpPr>
        <p:spPr>
          <a:xfrm>
            <a:off x="2473338" y="4738910"/>
            <a:ext cx="4084313" cy="583709"/>
          </a:xfrm>
          <a:prstGeom prst="rect">
            <a:avLst/>
          </a:prstGeom>
          <a:noFill/>
          <a:ln>
            <a:solidFill>
              <a:schemeClr val="tx1"/>
            </a:solidFill>
          </a:ln>
        </p:spPr>
        <p:txBody>
          <a:bodyPr wrap="square" rtlCol="0">
            <a:spAutoFit/>
          </a:bodyPr>
          <a:lstStyle/>
          <a:p>
            <a:endParaRPr lang="en-GB" dirty="0"/>
          </a:p>
        </p:txBody>
      </p:sp>
      <p:sp>
        <p:nvSpPr>
          <p:cNvPr id="20" name="TextBox 19">
            <a:extLst>
              <a:ext uri="{FF2B5EF4-FFF2-40B4-BE49-F238E27FC236}">
                <a16:creationId xmlns:a16="http://schemas.microsoft.com/office/drawing/2014/main" id="{CF6F216E-8E83-BDAB-B6D1-7562021A016B}"/>
              </a:ext>
            </a:extLst>
          </p:cNvPr>
          <p:cNvSpPr txBox="1"/>
          <p:nvPr/>
        </p:nvSpPr>
        <p:spPr>
          <a:xfrm>
            <a:off x="2473338" y="5322034"/>
            <a:ext cx="4084313" cy="583709"/>
          </a:xfrm>
          <a:prstGeom prst="rect">
            <a:avLst/>
          </a:prstGeom>
          <a:noFill/>
          <a:ln>
            <a:solidFill>
              <a:schemeClr val="tx1"/>
            </a:solidFill>
          </a:ln>
        </p:spPr>
        <p:txBody>
          <a:bodyPr wrap="square" rtlCol="0">
            <a:spAutoFit/>
          </a:bodyPr>
          <a:lstStyle/>
          <a:p>
            <a:endParaRPr lang="en-GB" dirty="0"/>
          </a:p>
        </p:txBody>
      </p:sp>
      <p:sp>
        <p:nvSpPr>
          <p:cNvPr id="21" name="TextBox 20">
            <a:extLst>
              <a:ext uri="{FF2B5EF4-FFF2-40B4-BE49-F238E27FC236}">
                <a16:creationId xmlns:a16="http://schemas.microsoft.com/office/drawing/2014/main" id="{5545C0D4-5DB9-22BE-4326-66502C82615C}"/>
              </a:ext>
            </a:extLst>
          </p:cNvPr>
          <p:cNvSpPr txBox="1"/>
          <p:nvPr/>
        </p:nvSpPr>
        <p:spPr>
          <a:xfrm>
            <a:off x="372777" y="4771832"/>
            <a:ext cx="1379824" cy="1034032"/>
          </a:xfrm>
          <a:prstGeom prst="rect">
            <a:avLst/>
          </a:prstGeom>
          <a:noFill/>
          <a:ln>
            <a:solidFill>
              <a:schemeClr val="tx1"/>
            </a:solidFill>
          </a:ln>
        </p:spPr>
        <p:txBody>
          <a:bodyPr wrap="square" rtlCol="0">
            <a:spAutoFit/>
          </a:bodyPr>
          <a:lstStyle/>
          <a:p>
            <a:endParaRPr lang="en-GB" dirty="0"/>
          </a:p>
        </p:txBody>
      </p:sp>
      <p:sp>
        <p:nvSpPr>
          <p:cNvPr id="22" name="TextBox 21">
            <a:extLst>
              <a:ext uri="{FF2B5EF4-FFF2-40B4-BE49-F238E27FC236}">
                <a16:creationId xmlns:a16="http://schemas.microsoft.com/office/drawing/2014/main" id="{858EAE67-C446-8389-B7C1-4442500BF2EC}"/>
              </a:ext>
            </a:extLst>
          </p:cNvPr>
          <p:cNvSpPr txBox="1"/>
          <p:nvPr/>
        </p:nvSpPr>
        <p:spPr>
          <a:xfrm>
            <a:off x="398444" y="2282328"/>
            <a:ext cx="1379824" cy="1034032"/>
          </a:xfrm>
          <a:prstGeom prst="rect">
            <a:avLst/>
          </a:prstGeom>
          <a:noFill/>
          <a:ln>
            <a:solidFill>
              <a:schemeClr val="tx1"/>
            </a:solidFill>
          </a:ln>
        </p:spPr>
        <p:txBody>
          <a:bodyPr wrap="square" rtlCol="0">
            <a:spAutoFit/>
          </a:bodyPr>
          <a:lstStyle/>
          <a:p>
            <a:endParaRPr lang="en-GB"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858000" cy="9906000"/>
          </a:xfrm>
          <a:prstGeom prst="rect">
            <a:avLst/>
          </a:prstGeom>
        </p:spPr>
      </p:pic>
      <p:graphicFrame>
        <p:nvGraphicFramePr>
          <p:cNvPr id="3" name="object 3"/>
          <p:cNvGraphicFramePr>
            <a:graphicFrameLocks noGrp="1"/>
          </p:cNvGraphicFramePr>
          <p:nvPr/>
        </p:nvGraphicFramePr>
        <p:xfrm>
          <a:off x="255018" y="1778297"/>
          <a:ext cx="6336030" cy="7560310"/>
        </p:xfrm>
        <a:graphic>
          <a:graphicData uri="http://schemas.openxmlformats.org/drawingml/2006/table">
            <a:tbl>
              <a:tblPr firstRow="1" bandRow="1">
                <a:tableStyleId>{2D5ABB26-0587-4C30-8999-92F81FD0307C}</a:tableStyleId>
              </a:tblPr>
              <a:tblGrid>
                <a:gridCol w="6336030">
                  <a:extLst>
                    <a:ext uri="{9D8B030D-6E8A-4147-A177-3AD203B41FA5}">
                      <a16:colId xmlns:a16="http://schemas.microsoft.com/office/drawing/2014/main" val="20000"/>
                    </a:ext>
                  </a:extLst>
                </a:gridCol>
              </a:tblGrid>
              <a:tr h="3374390">
                <a:tc>
                  <a:txBody>
                    <a:bodyPr/>
                    <a:lstStyle/>
                    <a:p>
                      <a:pPr marL="67945">
                        <a:lnSpc>
                          <a:spcPct val="100000"/>
                        </a:lnSpc>
                        <a:spcBef>
                          <a:spcPts val="615"/>
                        </a:spcBef>
                      </a:pPr>
                      <a:r>
                        <a:rPr sz="1200" b="1" spc="180" dirty="0">
                          <a:latin typeface="Calibri"/>
                          <a:cs typeface="Calibri"/>
                        </a:rPr>
                        <a:t>Team</a:t>
                      </a:r>
                      <a:r>
                        <a:rPr sz="1200" b="1" spc="65" dirty="0">
                          <a:latin typeface="Calibri"/>
                          <a:cs typeface="Calibri"/>
                        </a:rPr>
                        <a:t> </a:t>
                      </a:r>
                      <a:r>
                        <a:rPr sz="1200" b="1" spc="125" dirty="0">
                          <a:latin typeface="Calibri"/>
                          <a:cs typeface="Calibri"/>
                        </a:rPr>
                        <a:t>Roles</a:t>
                      </a:r>
                      <a:endParaRPr sz="1200" dirty="0">
                        <a:latin typeface="Calibri"/>
                        <a:cs typeface="Calibri"/>
                      </a:endParaRPr>
                    </a:p>
                    <a:p>
                      <a:pPr marL="67945">
                        <a:lnSpc>
                          <a:spcPct val="100000"/>
                        </a:lnSpc>
                        <a:spcBef>
                          <a:spcPts val="1125"/>
                        </a:spcBef>
                      </a:pPr>
                      <a:r>
                        <a:rPr sz="1200" spc="-50" dirty="0">
                          <a:latin typeface="Arial"/>
                          <a:cs typeface="Arial"/>
                        </a:rPr>
                        <a:t>•</a:t>
                      </a:r>
                      <a:endParaRPr sz="1200" dirty="0">
                        <a:latin typeface="Arial"/>
                        <a:cs typeface="Arial"/>
                      </a:endParaRPr>
                    </a:p>
                    <a:p>
                      <a:pPr>
                        <a:lnSpc>
                          <a:spcPct val="100000"/>
                        </a:lnSpc>
                        <a:spcBef>
                          <a:spcPts val="60"/>
                        </a:spcBef>
                      </a:pPr>
                      <a:endParaRPr sz="1200" dirty="0">
                        <a:latin typeface="Times New Roman"/>
                        <a:cs typeface="Times New Roman"/>
                      </a:endParaRPr>
                    </a:p>
                    <a:p>
                      <a:pPr marL="67945">
                        <a:lnSpc>
                          <a:spcPct val="100000"/>
                        </a:lnSpc>
                      </a:pPr>
                      <a:r>
                        <a:rPr sz="1200" spc="-50" dirty="0">
                          <a:latin typeface="Arial"/>
                          <a:cs typeface="Arial"/>
                        </a:rPr>
                        <a:t>•</a:t>
                      </a:r>
                      <a:endParaRPr sz="1200" dirty="0">
                        <a:latin typeface="Arial"/>
                        <a:cs typeface="Arial"/>
                      </a:endParaRPr>
                    </a:p>
                    <a:p>
                      <a:pPr>
                        <a:lnSpc>
                          <a:spcPct val="100000"/>
                        </a:lnSpc>
                        <a:spcBef>
                          <a:spcPts val="60"/>
                        </a:spcBef>
                      </a:pPr>
                      <a:endParaRPr sz="1200" dirty="0">
                        <a:latin typeface="Times New Roman"/>
                        <a:cs typeface="Times New Roman"/>
                      </a:endParaRPr>
                    </a:p>
                    <a:p>
                      <a:pPr marL="67945">
                        <a:lnSpc>
                          <a:spcPct val="100000"/>
                        </a:lnSpc>
                      </a:pPr>
                      <a:r>
                        <a:rPr sz="1200" spc="-50" dirty="0">
                          <a:latin typeface="Arial"/>
                          <a:cs typeface="Arial"/>
                        </a:rPr>
                        <a:t>•</a:t>
                      </a:r>
                      <a:endParaRPr sz="1200" dirty="0">
                        <a:latin typeface="Arial"/>
                        <a:cs typeface="Arial"/>
                      </a:endParaRPr>
                    </a:p>
                    <a:p>
                      <a:pPr>
                        <a:lnSpc>
                          <a:spcPct val="100000"/>
                        </a:lnSpc>
                        <a:spcBef>
                          <a:spcPts val="60"/>
                        </a:spcBef>
                      </a:pPr>
                      <a:endParaRPr sz="1200" dirty="0">
                        <a:latin typeface="Times New Roman"/>
                        <a:cs typeface="Times New Roman"/>
                      </a:endParaRPr>
                    </a:p>
                    <a:p>
                      <a:pPr marL="67945">
                        <a:lnSpc>
                          <a:spcPct val="100000"/>
                        </a:lnSpc>
                      </a:pPr>
                      <a:r>
                        <a:rPr sz="1200" b="1" spc="185" dirty="0">
                          <a:latin typeface="Calibri"/>
                          <a:cs typeface="Calibri"/>
                        </a:rPr>
                        <a:t>How</a:t>
                      </a:r>
                      <a:r>
                        <a:rPr sz="1200" b="1" spc="70" dirty="0">
                          <a:latin typeface="Calibri"/>
                          <a:cs typeface="Calibri"/>
                        </a:rPr>
                        <a:t> </a:t>
                      </a:r>
                      <a:r>
                        <a:rPr sz="1200" b="1" spc="150" dirty="0">
                          <a:latin typeface="Calibri"/>
                          <a:cs typeface="Calibri"/>
                        </a:rPr>
                        <a:t>do</a:t>
                      </a:r>
                      <a:r>
                        <a:rPr sz="1200" b="1" spc="65" dirty="0">
                          <a:latin typeface="Calibri"/>
                          <a:cs typeface="Calibri"/>
                        </a:rPr>
                        <a:t> </a:t>
                      </a:r>
                      <a:r>
                        <a:rPr sz="1200" b="1" spc="145" dirty="0">
                          <a:latin typeface="Calibri"/>
                          <a:cs typeface="Calibri"/>
                        </a:rPr>
                        <a:t>these</a:t>
                      </a:r>
                      <a:r>
                        <a:rPr sz="1200" b="1" spc="85" dirty="0">
                          <a:latin typeface="Calibri"/>
                          <a:cs typeface="Calibri"/>
                        </a:rPr>
                        <a:t> </a:t>
                      </a:r>
                      <a:r>
                        <a:rPr sz="1200" b="1" spc="114" dirty="0">
                          <a:latin typeface="Calibri"/>
                          <a:cs typeface="Calibri"/>
                        </a:rPr>
                        <a:t>roles</a:t>
                      </a:r>
                      <a:r>
                        <a:rPr sz="1200" b="1" spc="70" dirty="0">
                          <a:latin typeface="Calibri"/>
                          <a:cs typeface="Calibri"/>
                        </a:rPr>
                        <a:t> </a:t>
                      </a:r>
                      <a:r>
                        <a:rPr sz="1200" b="1" spc="160" dirty="0">
                          <a:latin typeface="Calibri"/>
                          <a:cs typeface="Calibri"/>
                        </a:rPr>
                        <a:t>impact</a:t>
                      </a:r>
                      <a:r>
                        <a:rPr sz="1200" b="1" spc="80" dirty="0">
                          <a:latin typeface="Calibri"/>
                          <a:cs typeface="Calibri"/>
                        </a:rPr>
                        <a:t> </a:t>
                      </a:r>
                      <a:r>
                        <a:rPr sz="1200" b="1" spc="155" dirty="0">
                          <a:latin typeface="Calibri"/>
                          <a:cs typeface="Calibri"/>
                        </a:rPr>
                        <a:t>on</a:t>
                      </a:r>
                      <a:r>
                        <a:rPr sz="1200" b="1" spc="70" dirty="0">
                          <a:latin typeface="Calibri"/>
                          <a:cs typeface="Calibri"/>
                        </a:rPr>
                        <a:t> </a:t>
                      </a:r>
                      <a:r>
                        <a:rPr sz="1200" b="1" spc="165" dirty="0">
                          <a:latin typeface="Calibri"/>
                          <a:cs typeface="Calibri"/>
                        </a:rPr>
                        <a:t>each</a:t>
                      </a:r>
                      <a:r>
                        <a:rPr sz="1200" b="1" spc="70" dirty="0">
                          <a:latin typeface="Calibri"/>
                          <a:cs typeface="Calibri"/>
                        </a:rPr>
                        <a:t> </a:t>
                      </a:r>
                      <a:r>
                        <a:rPr sz="1200" b="1" spc="120" dirty="0">
                          <a:latin typeface="Calibri"/>
                          <a:cs typeface="Calibri"/>
                        </a:rPr>
                        <a:t>other</a:t>
                      </a:r>
                      <a:endParaRPr sz="1200" dirty="0">
                        <a:latin typeface="Calibri"/>
                        <a:cs typeface="Calibri"/>
                      </a:endParaRPr>
                    </a:p>
                  </a:txBody>
                  <a:tcPr marL="0" marR="0" marT="7810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4185920">
                <a:tc>
                  <a:txBody>
                    <a:bodyPr/>
                    <a:lstStyle/>
                    <a:p>
                      <a:pPr marL="67945" marR="99695">
                        <a:lnSpc>
                          <a:spcPct val="114999"/>
                        </a:lnSpc>
                        <a:spcBef>
                          <a:spcPts val="400"/>
                        </a:spcBef>
                      </a:pPr>
                      <a:r>
                        <a:rPr sz="1200" b="1" spc="125" dirty="0">
                          <a:latin typeface="Calibri"/>
                          <a:cs typeface="Calibri"/>
                        </a:rPr>
                        <a:t>Give</a:t>
                      </a:r>
                      <a:r>
                        <a:rPr sz="1200" b="1" spc="70" dirty="0">
                          <a:latin typeface="Calibri"/>
                          <a:cs typeface="Calibri"/>
                        </a:rPr>
                        <a:t> </a:t>
                      </a:r>
                      <a:r>
                        <a:rPr sz="1200" b="1" spc="160" dirty="0">
                          <a:latin typeface="Calibri"/>
                          <a:cs typeface="Calibri"/>
                        </a:rPr>
                        <a:t>examples</a:t>
                      </a:r>
                      <a:r>
                        <a:rPr sz="1200" b="1" spc="85" dirty="0">
                          <a:latin typeface="Calibri"/>
                          <a:cs typeface="Calibri"/>
                        </a:rPr>
                        <a:t> </a:t>
                      </a:r>
                      <a:r>
                        <a:rPr sz="1200" b="1" spc="110" dirty="0">
                          <a:latin typeface="Calibri"/>
                          <a:cs typeface="Calibri"/>
                        </a:rPr>
                        <a:t>of</a:t>
                      </a:r>
                      <a:r>
                        <a:rPr sz="1200" b="1" spc="65" dirty="0">
                          <a:latin typeface="Calibri"/>
                          <a:cs typeface="Calibri"/>
                        </a:rPr>
                        <a:t> </a:t>
                      </a:r>
                      <a:r>
                        <a:rPr sz="1200" b="1" spc="135" dirty="0">
                          <a:latin typeface="Calibri"/>
                          <a:cs typeface="Calibri"/>
                        </a:rPr>
                        <a:t>your</a:t>
                      </a:r>
                      <a:r>
                        <a:rPr sz="1200" b="1" spc="65" dirty="0">
                          <a:latin typeface="Calibri"/>
                          <a:cs typeface="Calibri"/>
                        </a:rPr>
                        <a:t> </a:t>
                      </a:r>
                      <a:r>
                        <a:rPr sz="1200" b="1" spc="175" dirty="0">
                          <a:latin typeface="Calibri"/>
                          <a:cs typeface="Calibri"/>
                        </a:rPr>
                        <a:t>own</a:t>
                      </a:r>
                      <a:r>
                        <a:rPr sz="1200" b="1" spc="60" dirty="0">
                          <a:latin typeface="Calibri"/>
                          <a:cs typeface="Calibri"/>
                        </a:rPr>
                        <a:t> </a:t>
                      </a:r>
                      <a:r>
                        <a:rPr sz="1200" b="1" spc="105" dirty="0">
                          <a:latin typeface="Calibri"/>
                          <a:cs typeface="Calibri"/>
                        </a:rPr>
                        <a:t>role</a:t>
                      </a:r>
                      <a:r>
                        <a:rPr sz="1200" b="1" spc="70" dirty="0">
                          <a:latin typeface="Calibri"/>
                          <a:cs typeface="Calibri"/>
                        </a:rPr>
                        <a:t> </a:t>
                      </a:r>
                      <a:r>
                        <a:rPr sz="1200" b="1" spc="165" dirty="0">
                          <a:latin typeface="Calibri"/>
                          <a:cs typeface="Calibri"/>
                        </a:rPr>
                        <a:t>and</a:t>
                      </a:r>
                      <a:r>
                        <a:rPr sz="1200" b="1" spc="60" dirty="0">
                          <a:latin typeface="Calibri"/>
                          <a:cs typeface="Calibri"/>
                        </a:rPr>
                        <a:t> </a:t>
                      </a:r>
                      <a:r>
                        <a:rPr sz="1200" b="1" spc="130" dirty="0">
                          <a:latin typeface="Calibri"/>
                          <a:cs typeface="Calibri"/>
                        </a:rPr>
                        <a:t>contribution</a:t>
                      </a:r>
                      <a:r>
                        <a:rPr sz="1200" b="1" spc="45" dirty="0">
                          <a:latin typeface="Calibri"/>
                          <a:cs typeface="Calibri"/>
                        </a:rPr>
                        <a:t> </a:t>
                      </a:r>
                      <a:r>
                        <a:rPr sz="1200" b="1" spc="165" dirty="0">
                          <a:latin typeface="Calibri"/>
                          <a:cs typeface="Calibri"/>
                        </a:rPr>
                        <a:t>and</a:t>
                      </a:r>
                      <a:r>
                        <a:rPr sz="1200" b="1" spc="70" dirty="0">
                          <a:latin typeface="Calibri"/>
                          <a:cs typeface="Calibri"/>
                        </a:rPr>
                        <a:t> </a:t>
                      </a:r>
                      <a:r>
                        <a:rPr sz="1200" b="1" spc="175" dirty="0">
                          <a:latin typeface="Calibri"/>
                          <a:cs typeface="Calibri"/>
                        </a:rPr>
                        <a:t>how</a:t>
                      </a:r>
                      <a:r>
                        <a:rPr sz="1200" b="1" spc="70" dirty="0">
                          <a:latin typeface="Calibri"/>
                          <a:cs typeface="Calibri"/>
                        </a:rPr>
                        <a:t> </a:t>
                      </a:r>
                      <a:r>
                        <a:rPr sz="1200" b="1" spc="125" dirty="0">
                          <a:latin typeface="Calibri"/>
                          <a:cs typeface="Calibri"/>
                        </a:rPr>
                        <a:t>this</a:t>
                      </a:r>
                      <a:r>
                        <a:rPr sz="1200" b="1" spc="70" dirty="0">
                          <a:latin typeface="Calibri"/>
                          <a:cs typeface="Calibri"/>
                        </a:rPr>
                        <a:t> </a:t>
                      </a:r>
                      <a:r>
                        <a:rPr sz="1200" b="1" spc="145" dirty="0">
                          <a:latin typeface="Calibri"/>
                          <a:cs typeface="Calibri"/>
                        </a:rPr>
                        <a:t>supported</a:t>
                      </a:r>
                      <a:r>
                        <a:rPr sz="1200" b="1" spc="60" dirty="0">
                          <a:latin typeface="Calibri"/>
                          <a:cs typeface="Calibri"/>
                        </a:rPr>
                        <a:t> </a:t>
                      </a:r>
                      <a:r>
                        <a:rPr sz="1200" b="1" spc="114" dirty="0">
                          <a:latin typeface="Calibri"/>
                          <a:cs typeface="Calibri"/>
                        </a:rPr>
                        <a:t>the </a:t>
                      </a:r>
                      <a:r>
                        <a:rPr sz="1200" b="1" spc="170" dirty="0">
                          <a:latin typeface="Calibri"/>
                          <a:cs typeface="Calibri"/>
                        </a:rPr>
                        <a:t>team</a:t>
                      </a:r>
                      <a:r>
                        <a:rPr sz="1200" b="1" spc="80" dirty="0">
                          <a:latin typeface="Calibri"/>
                          <a:cs typeface="Calibri"/>
                        </a:rPr>
                        <a:t> </a:t>
                      </a:r>
                      <a:r>
                        <a:rPr sz="1200" b="1" spc="130" dirty="0">
                          <a:latin typeface="Calibri"/>
                          <a:cs typeface="Calibri"/>
                        </a:rPr>
                        <a:t>working.</a:t>
                      </a:r>
                      <a:endParaRPr sz="1200" dirty="0">
                        <a:latin typeface="Calibri"/>
                        <a:cs typeface="Calibri"/>
                      </a:endParaRPr>
                    </a:p>
                  </a:txBody>
                  <a:tcPr marL="0" marR="0" marT="508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pic>
        <p:nvPicPr>
          <p:cNvPr id="4" name="object 4" descr="A close up of a sign  Description automatically generated"/>
          <p:cNvPicPr/>
          <p:nvPr/>
        </p:nvPicPr>
        <p:blipFill>
          <a:blip r:embed="rId3" cstate="print"/>
          <a:stretch>
            <a:fillRect/>
          </a:stretch>
        </p:blipFill>
        <p:spPr>
          <a:xfrm>
            <a:off x="5634228" y="457200"/>
            <a:ext cx="888491" cy="539495"/>
          </a:xfrm>
          <a:prstGeom prst="rect">
            <a:avLst/>
          </a:prstGeom>
        </p:spPr>
      </p:pic>
      <p:sp>
        <p:nvSpPr>
          <p:cNvPr id="5" name="object 5"/>
          <p:cNvSpPr txBox="1"/>
          <p:nvPr/>
        </p:nvSpPr>
        <p:spPr>
          <a:xfrm>
            <a:off x="391963" y="174213"/>
            <a:ext cx="5757545" cy="1475105"/>
          </a:xfrm>
          <a:prstGeom prst="rect">
            <a:avLst/>
          </a:prstGeom>
        </p:spPr>
        <p:txBody>
          <a:bodyPr vert="horz" wrap="square" lIns="0" tIns="12700" rIns="0" bIns="0" rtlCol="0">
            <a:spAutoFit/>
          </a:bodyPr>
          <a:lstStyle/>
          <a:p>
            <a:pPr marL="1221105" marR="974090" algn="ctr">
              <a:lnSpc>
                <a:spcPct val="100000"/>
              </a:lnSpc>
              <a:spcBef>
                <a:spcPts val="100"/>
              </a:spcBef>
            </a:pPr>
            <a:r>
              <a:rPr sz="2000" spc="260" dirty="0">
                <a:latin typeface="Calibri"/>
                <a:cs typeface="Calibri"/>
              </a:rPr>
              <a:t>PARTICIPATION</a:t>
            </a:r>
            <a:r>
              <a:rPr sz="2000" spc="90" dirty="0">
                <a:latin typeface="Calibri"/>
                <a:cs typeface="Calibri"/>
              </a:rPr>
              <a:t> </a:t>
            </a:r>
            <a:r>
              <a:rPr sz="2000" spc="320" dirty="0">
                <a:latin typeface="Calibri"/>
                <a:cs typeface="Calibri"/>
              </a:rPr>
              <a:t>PERSONAL </a:t>
            </a:r>
            <a:r>
              <a:rPr sz="2000" spc="310" dirty="0">
                <a:latin typeface="Calibri"/>
                <a:cs typeface="Calibri"/>
              </a:rPr>
              <a:t>BEHAVIOURS</a:t>
            </a:r>
            <a:r>
              <a:rPr sz="2000" spc="80" dirty="0">
                <a:latin typeface="Calibri"/>
                <a:cs typeface="Calibri"/>
              </a:rPr>
              <a:t> </a:t>
            </a:r>
            <a:r>
              <a:rPr sz="2000" spc="315" dirty="0">
                <a:latin typeface="Calibri"/>
                <a:cs typeface="Calibri"/>
              </a:rPr>
              <a:t>AND </a:t>
            </a:r>
            <a:r>
              <a:rPr sz="2000" spc="305" dirty="0">
                <a:latin typeface="Calibri"/>
                <a:cs typeface="Calibri"/>
              </a:rPr>
              <a:t>STANDARDS</a:t>
            </a:r>
            <a:endParaRPr sz="2000">
              <a:latin typeface="Calibri"/>
              <a:cs typeface="Calibri"/>
            </a:endParaRPr>
          </a:p>
          <a:p>
            <a:pPr marL="12700" marR="5080">
              <a:lnSpc>
                <a:spcPct val="100000"/>
              </a:lnSpc>
              <a:spcBef>
                <a:spcPts val="1330"/>
              </a:spcBef>
            </a:pPr>
            <a:r>
              <a:rPr sz="1200" b="1" spc="80" dirty="0">
                <a:latin typeface="Calibri"/>
                <a:cs typeface="Calibri"/>
              </a:rPr>
              <a:t>Q5</a:t>
            </a:r>
            <a:r>
              <a:rPr sz="1200" spc="80" dirty="0">
                <a:latin typeface="Century Gothic"/>
                <a:cs typeface="Century Gothic"/>
              </a:rPr>
              <a:t>)</a:t>
            </a:r>
            <a:r>
              <a:rPr sz="1200" spc="100" dirty="0">
                <a:latin typeface="Century Gothic"/>
                <a:cs typeface="Century Gothic"/>
              </a:rPr>
              <a:t> </a:t>
            </a:r>
            <a:r>
              <a:rPr sz="1200" dirty="0">
                <a:latin typeface="Century Gothic"/>
                <a:cs typeface="Century Gothic"/>
              </a:rPr>
              <a:t>Identify</a:t>
            </a:r>
            <a:r>
              <a:rPr sz="1200" spc="100" dirty="0">
                <a:latin typeface="Century Gothic"/>
                <a:cs typeface="Century Gothic"/>
              </a:rPr>
              <a:t> </a:t>
            </a:r>
            <a:r>
              <a:rPr sz="1200" dirty="0">
                <a:latin typeface="Century Gothic"/>
                <a:cs typeface="Century Gothic"/>
              </a:rPr>
              <a:t>the</a:t>
            </a:r>
            <a:r>
              <a:rPr sz="1200" spc="95" dirty="0">
                <a:latin typeface="Century Gothic"/>
                <a:cs typeface="Century Gothic"/>
              </a:rPr>
              <a:t> </a:t>
            </a:r>
            <a:r>
              <a:rPr sz="1200" dirty="0">
                <a:latin typeface="Century Gothic"/>
                <a:cs typeface="Century Gothic"/>
              </a:rPr>
              <a:t>different</a:t>
            </a:r>
            <a:r>
              <a:rPr sz="1200" spc="125" dirty="0">
                <a:latin typeface="Century Gothic"/>
                <a:cs typeface="Century Gothic"/>
              </a:rPr>
              <a:t> </a:t>
            </a:r>
            <a:r>
              <a:rPr sz="1200" dirty="0">
                <a:latin typeface="Century Gothic"/>
                <a:cs typeface="Century Gothic"/>
              </a:rPr>
              <a:t>roles</a:t>
            </a:r>
            <a:r>
              <a:rPr sz="1200" spc="85" dirty="0">
                <a:latin typeface="Century Gothic"/>
                <a:cs typeface="Century Gothic"/>
              </a:rPr>
              <a:t> </a:t>
            </a:r>
            <a:r>
              <a:rPr sz="1200" dirty="0">
                <a:latin typeface="Century Gothic"/>
                <a:cs typeface="Century Gothic"/>
              </a:rPr>
              <a:t>required</a:t>
            </a:r>
            <a:r>
              <a:rPr sz="1200" spc="105" dirty="0">
                <a:latin typeface="Century Gothic"/>
                <a:cs typeface="Century Gothic"/>
              </a:rPr>
              <a:t> </a:t>
            </a:r>
            <a:r>
              <a:rPr sz="1200" spc="70" dirty="0">
                <a:latin typeface="Century Gothic"/>
                <a:cs typeface="Century Gothic"/>
              </a:rPr>
              <a:t>within</a:t>
            </a:r>
            <a:r>
              <a:rPr sz="1200" spc="90" dirty="0">
                <a:latin typeface="Century Gothic"/>
                <a:cs typeface="Century Gothic"/>
              </a:rPr>
              <a:t> </a:t>
            </a:r>
            <a:r>
              <a:rPr sz="1200" spc="-130" dirty="0">
                <a:latin typeface="Century Gothic"/>
                <a:cs typeface="Century Gothic"/>
              </a:rPr>
              <a:t>a</a:t>
            </a:r>
            <a:r>
              <a:rPr sz="1200" spc="120" dirty="0">
                <a:latin typeface="Century Gothic"/>
                <a:cs typeface="Century Gothic"/>
              </a:rPr>
              <a:t> </a:t>
            </a:r>
            <a:r>
              <a:rPr sz="1200" dirty="0">
                <a:latin typeface="Century Gothic"/>
                <a:cs typeface="Century Gothic"/>
              </a:rPr>
              <a:t>team</a:t>
            </a:r>
            <a:r>
              <a:rPr sz="1200" spc="95" dirty="0">
                <a:latin typeface="Century Gothic"/>
                <a:cs typeface="Century Gothic"/>
              </a:rPr>
              <a:t> </a:t>
            </a:r>
            <a:r>
              <a:rPr sz="1200" dirty="0">
                <a:latin typeface="Century Gothic"/>
                <a:cs typeface="Century Gothic"/>
              </a:rPr>
              <a:t>to</a:t>
            </a:r>
            <a:r>
              <a:rPr sz="1200" spc="90" dirty="0">
                <a:latin typeface="Century Gothic"/>
                <a:cs typeface="Century Gothic"/>
              </a:rPr>
              <a:t> </a:t>
            </a:r>
            <a:r>
              <a:rPr sz="1200" dirty="0">
                <a:latin typeface="Century Gothic"/>
                <a:cs typeface="Century Gothic"/>
              </a:rPr>
              <a:t>ensure</a:t>
            </a:r>
            <a:r>
              <a:rPr sz="1200" spc="114" dirty="0">
                <a:latin typeface="Century Gothic"/>
                <a:cs typeface="Century Gothic"/>
              </a:rPr>
              <a:t> </a:t>
            </a:r>
            <a:r>
              <a:rPr sz="1200" spc="75" dirty="0">
                <a:latin typeface="Century Gothic"/>
                <a:cs typeface="Century Gothic"/>
              </a:rPr>
              <a:t>it</a:t>
            </a:r>
            <a:r>
              <a:rPr sz="1200" spc="105" dirty="0">
                <a:latin typeface="Century Gothic"/>
                <a:cs typeface="Century Gothic"/>
              </a:rPr>
              <a:t> </a:t>
            </a:r>
            <a:r>
              <a:rPr sz="1200" spc="40" dirty="0">
                <a:latin typeface="Century Gothic"/>
                <a:cs typeface="Century Gothic"/>
              </a:rPr>
              <a:t>performs </a:t>
            </a:r>
            <a:r>
              <a:rPr sz="1200" dirty="0">
                <a:latin typeface="Century Gothic"/>
                <a:cs typeface="Century Gothic"/>
              </a:rPr>
              <a:t>effectively</a:t>
            </a:r>
            <a:r>
              <a:rPr sz="1200" spc="20" dirty="0">
                <a:latin typeface="Century Gothic"/>
                <a:cs typeface="Century Gothic"/>
              </a:rPr>
              <a:t> </a:t>
            </a:r>
            <a:r>
              <a:rPr sz="1200" dirty="0">
                <a:latin typeface="Century Gothic"/>
                <a:cs typeface="Century Gothic"/>
              </a:rPr>
              <a:t>(Ref</a:t>
            </a:r>
            <a:r>
              <a:rPr sz="1200" spc="340" dirty="0">
                <a:latin typeface="Century Gothic"/>
                <a:cs typeface="Century Gothic"/>
              </a:rPr>
              <a:t> </a:t>
            </a:r>
            <a:r>
              <a:rPr sz="1200" spc="170" dirty="0">
                <a:latin typeface="Century Gothic"/>
                <a:cs typeface="Century Gothic"/>
              </a:rPr>
              <a:t>F</a:t>
            </a:r>
            <a:r>
              <a:rPr sz="1200" spc="5" dirty="0">
                <a:latin typeface="Century Gothic"/>
                <a:cs typeface="Century Gothic"/>
              </a:rPr>
              <a:t> </a:t>
            </a:r>
            <a:r>
              <a:rPr sz="1200" spc="-80" dirty="0">
                <a:latin typeface="Century Gothic"/>
                <a:cs typeface="Century Gothic"/>
              </a:rPr>
              <a:t>4.1,</a:t>
            </a:r>
            <a:r>
              <a:rPr sz="1200" spc="-5" dirty="0">
                <a:latin typeface="Century Gothic"/>
                <a:cs typeface="Century Gothic"/>
              </a:rPr>
              <a:t> </a:t>
            </a:r>
            <a:r>
              <a:rPr sz="1200" spc="-20" dirty="0">
                <a:latin typeface="Century Gothic"/>
                <a:cs typeface="Century Gothic"/>
              </a:rPr>
              <a:t>4.2)</a:t>
            </a:r>
            <a:endParaRPr sz="1200">
              <a:latin typeface="Century Gothic"/>
              <a:cs typeface="Century Gothic"/>
            </a:endParaRPr>
          </a:p>
        </p:txBody>
      </p:sp>
      <p:sp>
        <p:nvSpPr>
          <p:cNvPr id="6" name="object 6"/>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20</a:t>
            </a:fld>
            <a:endParaRPr spc="-25" dirty="0"/>
          </a:p>
        </p:txBody>
      </p:sp>
      <p:sp>
        <p:nvSpPr>
          <p:cNvPr id="8" name="TextBox 7">
            <a:extLst>
              <a:ext uri="{FF2B5EF4-FFF2-40B4-BE49-F238E27FC236}">
                <a16:creationId xmlns:a16="http://schemas.microsoft.com/office/drawing/2014/main" id="{A2CE0936-14FC-6DFF-88EB-FBB5867FB55F}"/>
              </a:ext>
            </a:extLst>
          </p:cNvPr>
          <p:cNvSpPr txBox="1"/>
          <p:nvPr/>
        </p:nvSpPr>
        <p:spPr>
          <a:xfrm>
            <a:off x="457199" y="2057400"/>
            <a:ext cx="6065519" cy="447306"/>
          </a:xfrm>
          <a:prstGeom prst="rect">
            <a:avLst/>
          </a:prstGeom>
          <a:noFill/>
          <a:ln>
            <a:solidFill>
              <a:schemeClr val="tx1"/>
            </a:solidFill>
          </a:ln>
        </p:spPr>
        <p:txBody>
          <a:bodyPr wrap="square" rtlCol="0">
            <a:spAutoFit/>
          </a:bodyPr>
          <a:lstStyle/>
          <a:p>
            <a:endParaRPr lang="en-GB" dirty="0"/>
          </a:p>
        </p:txBody>
      </p:sp>
      <p:sp>
        <p:nvSpPr>
          <p:cNvPr id="9" name="TextBox 8">
            <a:extLst>
              <a:ext uri="{FF2B5EF4-FFF2-40B4-BE49-F238E27FC236}">
                <a16:creationId xmlns:a16="http://schemas.microsoft.com/office/drawing/2014/main" id="{D486229E-9C3E-5167-97B3-6BD1A928EB57}"/>
              </a:ext>
            </a:extLst>
          </p:cNvPr>
          <p:cNvSpPr txBox="1"/>
          <p:nvPr/>
        </p:nvSpPr>
        <p:spPr>
          <a:xfrm>
            <a:off x="457199" y="2504706"/>
            <a:ext cx="6065519" cy="447306"/>
          </a:xfrm>
          <a:prstGeom prst="rect">
            <a:avLst/>
          </a:prstGeom>
          <a:noFill/>
          <a:ln>
            <a:solidFill>
              <a:schemeClr val="tx1"/>
            </a:solidFill>
          </a:ln>
        </p:spPr>
        <p:txBody>
          <a:bodyPr wrap="square" rtlCol="0">
            <a:spAutoFit/>
          </a:bodyPr>
          <a:lstStyle/>
          <a:p>
            <a:endParaRPr lang="en-GB" dirty="0"/>
          </a:p>
        </p:txBody>
      </p:sp>
      <p:sp>
        <p:nvSpPr>
          <p:cNvPr id="10" name="TextBox 9">
            <a:extLst>
              <a:ext uri="{FF2B5EF4-FFF2-40B4-BE49-F238E27FC236}">
                <a16:creationId xmlns:a16="http://schemas.microsoft.com/office/drawing/2014/main" id="{189F34F9-0ABF-4856-EF97-B2A207038FB1}"/>
              </a:ext>
            </a:extLst>
          </p:cNvPr>
          <p:cNvSpPr txBox="1"/>
          <p:nvPr/>
        </p:nvSpPr>
        <p:spPr>
          <a:xfrm>
            <a:off x="457199" y="2924695"/>
            <a:ext cx="6065519" cy="447306"/>
          </a:xfrm>
          <a:prstGeom prst="rect">
            <a:avLst/>
          </a:prstGeom>
          <a:noFill/>
          <a:ln>
            <a:solidFill>
              <a:schemeClr val="tx1"/>
            </a:solidFill>
          </a:ln>
        </p:spPr>
        <p:txBody>
          <a:bodyPr wrap="square" rtlCol="0">
            <a:spAutoFit/>
          </a:bodyPr>
          <a:lstStyle/>
          <a:p>
            <a:endParaRPr lang="en-GB" dirty="0"/>
          </a:p>
        </p:txBody>
      </p:sp>
      <p:sp>
        <p:nvSpPr>
          <p:cNvPr id="11" name="TextBox 10">
            <a:extLst>
              <a:ext uri="{FF2B5EF4-FFF2-40B4-BE49-F238E27FC236}">
                <a16:creationId xmlns:a16="http://schemas.microsoft.com/office/drawing/2014/main" id="{09AB908B-8654-0DDA-1677-14FC89FA51DC}"/>
              </a:ext>
            </a:extLst>
          </p:cNvPr>
          <p:cNvSpPr txBox="1"/>
          <p:nvPr/>
        </p:nvSpPr>
        <p:spPr>
          <a:xfrm>
            <a:off x="347823" y="5709736"/>
            <a:ext cx="6174895" cy="3510463"/>
          </a:xfrm>
          <a:prstGeom prst="rect">
            <a:avLst/>
          </a:prstGeom>
          <a:noFill/>
          <a:ln>
            <a:solidFill>
              <a:schemeClr val="tx1"/>
            </a:solidFill>
          </a:ln>
        </p:spPr>
        <p:txBody>
          <a:bodyPr wrap="square" rtlCol="0">
            <a:spAutoFit/>
          </a:bodyPr>
          <a:lstStyle/>
          <a:p>
            <a:endParaRPr lang="en-GB"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6858000" cy="9906000"/>
            <a:chOff x="0" y="0"/>
            <a:chExt cx="6858000" cy="9906000"/>
          </a:xfrm>
        </p:grpSpPr>
        <p:pic>
          <p:nvPicPr>
            <p:cNvPr id="3" name="object 3"/>
            <p:cNvPicPr/>
            <p:nvPr/>
          </p:nvPicPr>
          <p:blipFill>
            <a:blip r:embed="rId2" cstate="print"/>
            <a:stretch>
              <a:fillRect/>
            </a:stretch>
          </p:blipFill>
          <p:spPr>
            <a:xfrm>
              <a:off x="0" y="0"/>
              <a:ext cx="6858000" cy="9906000"/>
            </a:xfrm>
            <a:prstGeom prst="rect">
              <a:avLst/>
            </a:prstGeom>
          </p:spPr>
        </p:pic>
        <p:sp>
          <p:nvSpPr>
            <p:cNvPr id="4" name="object 4"/>
            <p:cNvSpPr/>
            <p:nvPr/>
          </p:nvSpPr>
          <p:spPr>
            <a:xfrm>
              <a:off x="261368" y="1706289"/>
              <a:ext cx="0" cy="7501890"/>
            </a:xfrm>
            <a:custGeom>
              <a:avLst/>
              <a:gdLst/>
              <a:ahLst/>
              <a:cxnLst/>
              <a:rect l="l" t="t" r="r" b="b"/>
              <a:pathLst>
                <a:path h="7501890">
                  <a:moveTo>
                    <a:pt x="0" y="0"/>
                  </a:moveTo>
                  <a:lnTo>
                    <a:pt x="0" y="7501534"/>
                  </a:lnTo>
                </a:path>
              </a:pathLst>
            </a:custGeom>
            <a:ln w="12700">
              <a:solidFill>
                <a:srgbClr val="000000"/>
              </a:solidFill>
            </a:ln>
          </p:spPr>
          <p:txBody>
            <a:bodyPr wrap="square" lIns="0" tIns="0" rIns="0" bIns="0" rtlCol="0"/>
            <a:lstStyle/>
            <a:p>
              <a:endParaRPr/>
            </a:p>
          </p:txBody>
        </p:sp>
        <p:sp>
          <p:nvSpPr>
            <p:cNvPr id="5" name="object 5"/>
            <p:cNvSpPr/>
            <p:nvPr/>
          </p:nvSpPr>
          <p:spPr>
            <a:xfrm>
              <a:off x="6597355" y="1706289"/>
              <a:ext cx="0" cy="7501890"/>
            </a:xfrm>
            <a:custGeom>
              <a:avLst/>
              <a:gdLst/>
              <a:ahLst/>
              <a:cxnLst/>
              <a:rect l="l" t="t" r="r" b="b"/>
              <a:pathLst>
                <a:path h="7501890">
                  <a:moveTo>
                    <a:pt x="0" y="0"/>
                  </a:moveTo>
                  <a:lnTo>
                    <a:pt x="0" y="7501534"/>
                  </a:lnTo>
                </a:path>
              </a:pathLst>
            </a:custGeom>
            <a:ln w="12700">
              <a:solidFill>
                <a:srgbClr val="000000"/>
              </a:solidFill>
            </a:ln>
          </p:spPr>
          <p:txBody>
            <a:bodyPr wrap="square" lIns="0" tIns="0" rIns="0" bIns="0" rtlCol="0"/>
            <a:lstStyle/>
            <a:p>
              <a:endParaRPr/>
            </a:p>
          </p:txBody>
        </p:sp>
        <p:sp>
          <p:nvSpPr>
            <p:cNvPr id="6" name="object 6"/>
            <p:cNvSpPr/>
            <p:nvPr/>
          </p:nvSpPr>
          <p:spPr>
            <a:xfrm>
              <a:off x="255018" y="1712639"/>
              <a:ext cx="6348730" cy="0"/>
            </a:xfrm>
            <a:custGeom>
              <a:avLst/>
              <a:gdLst/>
              <a:ahLst/>
              <a:cxnLst/>
              <a:rect l="l" t="t" r="r" b="b"/>
              <a:pathLst>
                <a:path w="6348730">
                  <a:moveTo>
                    <a:pt x="0" y="0"/>
                  </a:moveTo>
                  <a:lnTo>
                    <a:pt x="6348691" y="0"/>
                  </a:lnTo>
                </a:path>
              </a:pathLst>
            </a:custGeom>
            <a:ln w="12700">
              <a:solidFill>
                <a:srgbClr val="000000"/>
              </a:solidFill>
            </a:ln>
          </p:spPr>
          <p:txBody>
            <a:bodyPr wrap="square" lIns="0" tIns="0" rIns="0" bIns="0" rtlCol="0"/>
            <a:lstStyle/>
            <a:p>
              <a:endParaRPr/>
            </a:p>
          </p:txBody>
        </p:sp>
        <p:sp>
          <p:nvSpPr>
            <p:cNvPr id="7" name="object 7"/>
            <p:cNvSpPr/>
            <p:nvPr/>
          </p:nvSpPr>
          <p:spPr>
            <a:xfrm>
              <a:off x="255018" y="9201471"/>
              <a:ext cx="6348730" cy="0"/>
            </a:xfrm>
            <a:custGeom>
              <a:avLst/>
              <a:gdLst/>
              <a:ahLst/>
              <a:cxnLst/>
              <a:rect l="l" t="t" r="r" b="b"/>
              <a:pathLst>
                <a:path w="6348730">
                  <a:moveTo>
                    <a:pt x="0" y="0"/>
                  </a:moveTo>
                  <a:lnTo>
                    <a:pt x="6348691" y="0"/>
                  </a:lnTo>
                </a:path>
              </a:pathLst>
            </a:custGeom>
            <a:ln w="12700">
              <a:solidFill>
                <a:srgbClr val="000000"/>
              </a:solidFill>
            </a:ln>
          </p:spPr>
          <p:txBody>
            <a:bodyPr wrap="square" lIns="0" tIns="0" rIns="0" bIns="0" rtlCol="0"/>
            <a:lstStyle/>
            <a:p>
              <a:endParaRPr/>
            </a:p>
          </p:txBody>
        </p:sp>
      </p:grpSp>
      <p:sp>
        <p:nvSpPr>
          <p:cNvPr id="8" name="object 8"/>
          <p:cNvSpPr txBox="1"/>
          <p:nvPr/>
        </p:nvSpPr>
        <p:spPr>
          <a:xfrm>
            <a:off x="317248" y="2829595"/>
            <a:ext cx="5634355" cy="208279"/>
          </a:xfrm>
          <a:prstGeom prst="rect">
            <a:avLst/>
          </a:prstGeom>
        </p:spPr>
        <p:txBody>
          <a:bodyPr vert="horz" wrap="square" lIns="0" tIns="12700" rIns="0" bIns="0" rtlCol="0">
            <a:spAutoFit/>
          </a:bodyPr>
          <a:lstStyle/>
          <a:p>
            <a:pPr marL="12700">
              <a:lnSpc>
                <a:spcPct val="100000"/>
              </a:lnSpc>
              <a:spcBef>
                <a:spcPts val="100"/>
              </a:spcBef>
            </a:pPr>
            <a:r>
              <a:rPr sz="1200" b="1" spc="150" dirty="0">
                <a:latin typeface="Calibri"/>
                <a:cs typeface="Calibri"/>
              </a:rPr>
              <a:t>Describe</a:t>
            </a:r>
            <a:r>
              <a:rPr sz="1200" b="1" spc="85" dirty="0">
                <a:latin typeface="Calibri"/>
                <a:cs typeface="Calibri"/>
              </a:rPr>
              <a:t> </a:t>
            </a:r>
            <a:r>
              <a:rPr sz="1200" b="1" spc="175" dirty="0">
                <a:latin typeface="Calibri"/>
                <a:cs typeface="Calibri"/>
              </a:rPr>
              <a:t>how</a:t>
            </a:r>
            <a:r>
              <a:rPr sz="1200" b="1" spc="65" dirty="0">
                <a:latin typeface="Calibri"/>
                <a:cs typeface="Calibri"/>
              </a:rPr>
              <a:t> </a:t>
            </a:r>
            <a:r>
              <a:rPr sz="1200" b="1" spc="135" dirty="0">
                <a:latin typeface="Calibri"/>
                <a:cs typeface="Calibri"/>
              </a:rPr>
              <a:t>your</a:t>
            </a:r>
            <a:r>
              <a:rPr sz="1200" b="1" spc="45" dirty="0">
                <a:latin typeface="Calibri"/>
                <a:cs typeface="Calibri"/>
              </a:rPr>
              <a:t> </a:t>
            </a:r>
            <a:r>
              <a:rPr sz="1200" b="1" spc="130" dirty="0">
                <a:latin typeface="Calibri"/>
                <a:cs typeface="Calibri"/>
              </a:rPr>
              <a:t>contribution</a:t>
            </a:r>
            <a:r>
              <a:rPr sz="1200" b="1" spc="60" dirty="0">
                <a:latin typeface="Calibri"/>
                <a:cs typeface="Calibri"/>
              </a:rPr>
              <a:t> </a:t>
            </a:r>
            <a:r>
              <a:rPr sz="1200" b="1" spc="135" dirty="0">
                <a:latin typeface="Calibri"/>
                <a:cs typeface="Calibri"/>
              </a:rPr>
              <a:t>affects</a:t>
            </a:r>
            <a:r>
              <a:rPr sz="1200" b="1" spc="60" dirty="0">
                <a:latin typeface="Calibri"/>
                <a:cs typeface="Calibri"/>
              </a:rPr>
              <a:t> </a:t>
            </a:r>
            <a:r>
              <a:rPr sz="1200" b="1" spc="135" dirty="0">
                <a:latin typeface="Calibri"/>
                <a:cs typeface="Calibri"/>
              </a:rPr>
              <a:t>others</a:t>
            </a:r>
            <a:r>
              <a:rPr sz="1200" b="1" spc="70" dirty="0">
                <a:latin typeface="Calibri"/>
                <a:cs typeface="Calibri"/>
              </a:rPr>
              <a:t> </a:t>
            </a:r>
            <a:r>
              <a:rPr sz="1200" b="1" spc="120" dirty="0">
                <a:latin typeface="Calibri"/>
                <a:cs typeface="Calibri"/>
              </a:rPr>
              <a:t>to</a:t>
            </a:r>
            <a:r>
              <a:rPr sz="1200" b="1" spc="70" dirty="0">
                <a:latin typeface="Calibri"/>
                <a:cs typeface="Calibri"/>
              </a:rPr>
              <a:t> </a:t>
            </a:r>
            <a:r>
              <a:rPr sz="1200" b="1" spc="114" dirty="0">
                <a:latin typeface="Calibri"/>
                <a:cs typeface="Calibri"/>
              </a:rPr>
              <a:t>deliver</a:t>
            </a:r>
            <a:r>
              <a:rPr sz="1200" b="1" spc="85" dirty="0">
                <a:latin typeface="Calibri"/>
                <a:cs typeface="Calibri"/>
              </a:rPr>
              <a:t> </a:t>
            </a:r>
            <a:r>
              <a:rPr sz="1200" b="1" spc="170" dirty="0">
                <a:latin typeface="Calibri"/>
                <a:cs typeface="Calibri"/>
              </a:rPr>
              <a:t>team</a:t>
            </a:r>
            <a:r>
              <a:rPr sz="1200" b="1" spc="75" dirty="0">
                <a:latin typeface="Calibri"/>
                <a:cs typeface="Calibri"/>
              </a:rPr>
              <a:t> </a:t>
            </a:r>
            <a:r>
              <a:rPr sz="1200" b="1" spc="114" dirty="0">
                <a:latin typeface="Calibri"/>
                <a:cs typeface="Calibri"/>
              </a:rPr>
              <a:t>targets.</a:t>
            </a:r>
            <a:endParaRPr sz="1200">
              <a:latin typeface="Calibri"/>
              <a:cs typeface="Calibri"/>
            </a:endParaRPr>
          </a:p>
        </p:txBody>
      </p:sp>
      <p:pic>
        <p:nvPicPr>
          <p:cNvPr id="9" name="object 9" descr="A close up of a sign  Description automatically generated"/>
          <p:cNvPicPr/>
          <p:nvPr/>
        </p:nvPicPr>
        <p:blipFill>
          <a:blip r:embed="rId3" cstate="print"/>
          <a:stretch>
            <a:fillRect/>
          </a:stretch>
        </p:blipFill>
        <p:spPr>
          <a:xfrm>
            <a:off x="5634228" y="457200"/>
            <a:ext cx="888491" cy="539495"/>
          </a:xfrm>
          <a:prstGeom prst="rect">
            <a:avLst/>
          </a:prstGeom>
        </p:spPr>
      </p:pic>
      <p:sp>
        <p:nvSpPr>
          <p:cNvPr id="10" name="object 10"/>
          <p:cNvSpPr txBox="1"/>
          <p:nvPr/>
        </p:nvSpPr>
        <p:spPr>
          <a:xfrm>
            <a:off x="241485" y="122457"/>
            <a:ext cx="6053455" cy="1864360"/>
          </a:xfrm>
          <a:prstGeom prst="rect">
            <a:avLst/>
          </a:prstGeom>
        </p:spPr>
        <p:txBody>
          <a:bodyPr vert="horz" wrap="square" lIns="0" tIns="12700" rIns="0" bIns="0" rtlCol="0">
            <a:spAutoFit/>
          </a:bodyPr>
          <a:lstStyle/>
          <a:p>
            <a:pPr marL="1371600" marR="1119505" algn="ctr">
              <a:lnSpc>
                <a:spcPct val="100000"/>
              </a:lnSpc>
              <a:spcBef>
                <a:spcPts val="100"/>
              </a:spcBef>
            </a:pPr>
            <a:r>
              <a:rPr sz="2000" spc="260" dirty="0">
                <a:latin typeface="Calibri"/>
                <a:cs typeface="Calibri"/>
              </a:rPr>
              <a:t>PARTICIPATION</a:t>
            </a:r>
            <a:r>
              <a:rPr sz="2000" spc="90" dirty="0">
                <a:latin typeface="Calibri"/>
                <a:cs typeface="Calibri"/>
              </a:rPr>
              <a:t> </a:t>
            </a:r>
            <a:r>
              <a:rPr sz="2000" spc="320" dirty="0">
                <a:latin typeface="Calibri"/>
                <a:cs typeface="Calibri"/>
              </a:rPr>
              <a:t>PERSONAL </a:t>
            </a:r>
            <a:r>
              <a:rPr sz="2000" spc="310" dirty="0">
                <a:latin typeface="Calibri"/>
                <a:cs typeface="Calibri"/>
              </a:rPr>
              <a:t>BEHAVIOURS</a:t>
            </a:r>
            <a:r>
              <a:rPr sz="2000" spc="80" dirty="0">
                <a:latin typeface="Calibri"/>
                <a:cs typeface="Calibri"/>
              </a:rPr>
              <a:t> </a:t>
            </a:r>
            <a:r>
              <a:rPr sz="2000" spc="315" dirty="0">
                <a:latin typeface="Calibri"/>
                <a:cs typeface="Calibri"/>
              </a:rPr>
              <a:t>AND </a:t>
            </a:r>
            <a:r>
              <a:rPr sz="2000" spc="305" dirty="0">
                <a:latin typeface="Calibri"/>
                <a:cs typeface="Calibri"/>
              </a:rPr>
              <a:t>STANDARDS</a:t>
            </a:r>
            <a:endParaRPr sz="2000">
              <a:latin typeface="Calibri"/>
              <a:cs typeface="Calibri"/>
            </a:endParaRPr>
          </a:p>
          <a:p>
            <a:pPr marL="12700" marR="5080">
              <a:lnSpc>
                <a:spcPct val="100000"/>
              </a:lnSpc>
              <a:spcBef>
                <a:spcPts val="1030"/>
              </a:spcBef>
            </a:pPr>
            <a:r>
              <a:rPr sz="1200" b="1" spc="90" dirty="0">
                <a:latin typeface="Calibri"/>
                <a:cs typeface="Calibri"/>
              </a:rPr>
              <a:t>Q6</a:t>
            </a:r>
            <a:r>
              <a:rPr sz="1200" spc="90" dirty="0">
                <a:latin typeface="Century Gothic"/>
                <a:cs typeface="Century Gothic"/>
              </a:rPr>
              <a:t>)</a:t>
            </a:r>
            <a:r>
              <a:rPr sz="1200" spc="40" dirty="0">
                <a:latin typeface="Century Gothic"/>
                <a:cs typeface="Century Gothic"/>
              </a:rPr>
              <a:t> </a:t>
            </a:r>
            <a:r>
              <a:rPr sz="1200" dirty="0">
                <a:latin typeface="Century Gothic"/>
                <a:cs typeface="Century Gothic"/>
              </a:rPr>
              <a:t>What</a:t>
            </a:r>
            <a:r>
              <a:rPr sz="1200" spc="45" dirty="0">
                <a:latin typeface="Century Gothic"/>
                <a:cs typeface="Century Gothic"/>
              </a:rPr>
              <a:t> </a:t>
            </a:r>
            <a:r>
              <a:rPr sz="1200" spc="100" dirty="0">
                <a:latin typeface="Century Gothic"/>
                <a:cs typeface="Century Gothic"/>
              </a:rPr>
              <a:t>is</a:t>
            </a:r>
            <a:r>
              <a:rPr sz="1200" spc="60" dirty="0">
                <a:latin typeface="Century Gothic"/>
                <a:cs typeface="Century Gothic"/>
              </a:rPr>
              <a:t> </a:t>
            </a:r>
            <a:r>
              <a:rPr sz="1200" dirty="0">
                <a:latin typeface="Century Gothic"/>
                <a:cs typeface="Century Gothic"/>
              </a:rPr>
              <a:t>your</a:t>
            </a:r>
            <a:r>
              <a:rPr sz="1200" spc="35" dirty="0">
                <a:latin typeface="Century Gothic"/>
                <a:cs typeface="Century Gothic"/>
              </a:rPr>
              <a:t> </a:t>
            </a:r>
            <a:r>
              <a:rPr sz="1200" dirty="0">
                <a:latin typeface="Century Gothic"/>
                <a:cs typeface="Century Gothic"/>
              </a:rPr>
              <a:t>own</a:t>
            </a:r>
            <a:r>
              <a:rPr sz="1200" spc="15" dirty="0">
                <a:latin typeface="Century Gothic"/>
                <a:cs typeface="Century Gothic"/>
              </a:rPr>
              <a:t> </a:t>
            </a:r>
            <a:r>
              <a:rPr sz="1200" dirty="0">
                <a:latin typeface="Century Gothic"/>
                <a:cs typeface="Century Gothic"/>
              </a:rPr>
              <a:t>preferred</a:t>
            </a:r>
            <a:r>
              <a:rPr sz="1200" spc="45" dirty="0">
                <a:latin typeface="Century Gothic"/>
                <a:cs typeface="Century Gothic"/>
              </a:rPr>
              <a:t> </a:t>
            </a:r>
            <a:r>
              <a:rPr sz="1200" dirty="0">
                <a:latin typeface="Century Gothic"/>
                <a:cs typeface="Century Gothic"/>
              </a:rPr>
              <a:t>role</a:t>
            </a:r>
            <a:r>
              <a:rPr sz="1200" spc="40" dirty="0">
                <a:latin typeface="Century Gothic"/>
                <a:cs typeface="Century Gothic"/>
              </a:rPr>
              <a:t> </a:t>
            </a:r>
            <a:r>
              <a:rPr sz="1200" dirty="0">
                <a:latin typeface="Century Gothic"/>
                <a:cs typeface="Century Gothic"/>
              </a:rPr>
              <a:t>type</a:t>
            </a:r>
            <a:r>
              <a:rPr sz="1200" spc="35" dirty="0">
                <a:latin typeface="Century Gothic"/>
                <a:cs typeface="Century Gothic"/>
              </a:rPr>
              <a:t> </a:t>
            </a:r>
            <a:r>
              <a:rPr sz="1200" spc="70" dirty="0">
                <a:latin typeface="Century Gothic"/>
                <a:cs typeface="Century Gothic"/>
              </a:rPr>
              <a:t>within</a:t>
            </a:r>
            <a:r>
              <a:rPr sz="1200" spc="35" dirty="0">
                <a:latin typeface="Century Gothic"/>
                <a:cs typeface="Century Gothic"/>
              </a:rPr>
              <a:t> </a:t>
            </a:r>
            <a:r>
              <a:rPr sz="1200" spc="-130" dirty="0">
                <a:latin typeface="Century Gothic"/>
                <a:cs typeface="Century Gothic"/>
              </a:rPr>
              <a:t>a</a:t>
            </a:r>
            <a:r>
              <a:rPr sz="1200" spc="40" dirty="0">
                <a:latin typeface="Century Gothic"/>
                <a:cs typeface="Century Gothic"/>
              </a:rPr>
              <a:t> </a:t>
            </a:r>
            <a:r>
              <a:rPr sz="1200" dirty="0">
                <a:latin typeface="Century Gothic"/>
                <a:cs typeface="Century Gothic"/>
              </a:rPr>
              <a:t>team</a:t>
            </a:r>
            <a:r>
              <a:rPr sz="1200" spc="55" dirty="0">
                <a:latin typeface="Century Gothic"/>
                <a:cs typeface="Century Gothic"/>
              </a:rPr>
              <a:t> </a:t>
            </a:r>
            <a:r>
              <a:rPr sz="1200" spc="-10" dirty="0">
                <a:latin typeface="Century Gothic"/>
                <a:cs typeface="Century Gothic"/>
              </a:rPr>
              <a:t>and</a:t>
            </a:r>
            <a:r>
              <a:rPr sz="1200" spc="30" dirty="0">
                <a:latin typeface="Century Gothic"/>
                <a:cs typeface="Century Gothic"/>
              </a:rPr>
              <a:t> </a:t>
            </a:r>
            <a:r>
              <a:rPr sz="1200" b="1" spc="140" dirty="0">
                <a:latin typeface="Calibri"/>
                <a:cs typeface="Calibri"/>
              </a:rPr>
              <a:t>describe</a:t>
            </a:r>
            <a:r>
              <a:rPr sz="1200" b="1" spc="130" dirty="0">
                <a:latin typeface="Calibri"/>
                <a:cs typeface="Calibri"/>
              </a:rPr>
              <a:t> </a:t>
            </a:r>
            <a:r>
              <a:rPr sz="1200" dirty="0">
                <a:latin typeface="Century Gothic"/>
                <a:cs typeface="Century Gothic"/>
              </a:rPr>
              <a:t>how</a:t>
            </a:r>
            <a:r>
              <a:rPr sz="1200" spc="15" dirty="0">
                <a:latin typeface="Century Gothic"/>
                <a:cs typeface="Century Gothic"/>
              </a:rPr>
              <a:t> </a:t>
            </a:r>
            <a:r>
              <a:rPr sz="1200" spc="-20" dirty="0">
                <a:latin typeface="Century Gothic"/>
                <a:cs typeface="Century Gothic"/>
              </a:rPr>
              <a:t>your </a:t>
            </a:r>
            <a:r>
              <a:rPr sz="1200" dirty="0">
                <a:latin typeface="Century Gothic"/>
                <a:cs typeface="Century Gothic"/>
              </a:rPr>
              <a:t>contribution</a:t>
            </a:r>
            <a:r>
              <a:rPr sz="1200" spc="60" dirty="0">
                <a:latin typeface="Century Gothic"/>
                <a:cs typeface="Century Gothic"/>
              </a:rPr>
              <a:t> </a:t>
            </a:r>
            <a:r>
              <a:rPr sz="1200" dirty="0">
                <a:latin typeface="Century Gothic"/>
                <a:cs typeface="Century Gothic"/>
              </a:rPr>
              <a:t>affects</a:t>
            </a:r>
            <a:r>
              <a:rPr sz="1200" spc="125" dirty="0">
                <a:latin typeface="Century Gothic"/>
                <a:cs typeface="Century Gothic"/>
              </a:rPr>
              <a:t> </a:t>
            </a:r>
            <a:r>
              <a:rPr sz="1200" dirty="0">
                <a:latin typeface="Century Gothic"/>
                <a:cs typeface="Century Gothic"/>
              </a:rPr>
              <a:t>others</a:t>
            </a:r>
            <a:r>
              <a:rPr sz="1200" spc="60" dirty="0">
                <a:latin typeface="Century Gothic"/>
                <a:cs typeface="Century Gothic"/>
              </a:rPr>
              <a:t> </a:t>
            </a:r>
            <a:r>
              <a:rPr sz="1200" dirty="0">
                <a:latin typeface="Century Gothic"/>
                <a:cs typeface="Century Gothic"/>
              </a:rPr>
              <a:t>to</a:t>
            </a:r>
            <a:r>
              <a:rPr sz="1200" spc="100" dirty="0">
                <a:latin typeface="Century Gothic"/>
                <a:cs typeface="Century Gothic"/>
              </a:rPr>
              <a:t> </a:t>
            </a:r>
            <a:r>
              <a:rPr sz="1200" dirty="0">
                <a:latin typeface="Century Gothic"/>
                <a:cs typeface="Century Gothic"/>
              </a:rPr>
              <a:t>deliver</a:t>
            </a:r>
            <a:r>
              <a:rPr sz="1200" spc="90" dirty="0">
                <a:latin typeface="Century Gothic"/>
                <a:cs typeface="Century Gothic"/>
              </a:rPr>
              <a:t> </a:t>
            </a:r>
            <a:r>
              <a:rPr sz="1200" dirty="0">
                <a:latin typeface="Century Gothic"/>
                <a:cs typeface="Century Gothic"/>
              </a:rPr>
              <a:t>team</a:t>
            </a:r>
            <a:r>
              <a:rPr sz="1200" spc="110" dirty="0">
                <a:latin typeface="Century Gothic"/>
                <a:cs typeface="Century Gothic"/>
              </a:rPr>
              <a:t> </a:t>
            </a:r>
            <a:r>
              <a:rPr sz="1200" dirty="0">
                <a:latin typeface="Century Gothic"/>
                <a:cs typeface="Century Gothic"/>
              </a:rPr>
              <a:t>targets</a:t>
            </a:r>
            <a:r>
              <a:rPr sz="1200" spc="75" dirty="0">
                <a:latin typeface="Century Gothic"/>
                <a:cs typeface="Century Gothic"/>
              </a:rPr>
              <a:t> </a:t>
            </a:r>
            <a:r>
              <a:rPr sz="1200" dirty="0">
                <a:latin typeface="Century Gothic"/>
                <a:cs typeface="Century Gothic"/>
              </a:rPr>
              <a:t>(Ref</a:t>
            </a:r>
            <a:r>
              <a:rPr sz="1200" spc="100" dirty="0">
                <a:latin typeface="Century Gothic"/>
                <a:cs typeface="Century Gothic"/>
              </a:rPr>
              <a:t>  </a:t>
            </a:r>
            <a:r>
              <a:rPr sz="1200" spc="170" dirty="0">
                <a:latin typeface="Century Gothic"/>
                <a:cs typeface="Century Gothic"/>
              </a:rPr>
              <a:t>F</a:t>
            </a:r>
            <a:r>
              <a:rPr sz="1200" spc="110" dirty="0">
                <a:latin typeface="Century Gothic"/>
                <a:cs typeface="Century Gothic"/>
              </a:rPr>
              <a:t> </a:t>
            </a:r>
            <a:r>
              <a:rPr sz="1200" spc="-20" dirty="0">
                <a:latin typeface="Century Gothic"/>
                <a:cs typeface="Century Gothic"/>
              </a:rPr>
              <a:t>4.3)</a:t>
            </a:r>
            <a:endParaRPr sz="1200">
              <a:latin typeface="Century Gothic"/>
              <a:cs typeface="Century Gothic"/>
            </a:endParaRPr>
          </a:p>
          <a:p>
            <a:pPr>
              <a:lnSpc>
                <a:spcPct val="100000"/>
              </a:lnSpc>
              <a:spcBef>
                <a:spcPts val="450"/>
              </a:spcBef>
            </a:pPr>
            <a:endParaRPr sz="1200">
              <a:latin typeface="Century Gothic"/>
              <a:cs typeface="Century Gothic"/>
            </a:endParaRPr>
          </a:p>
          <a:p>
            <a:pPr marL="88265">
              <a:lnSpc>
                <a:spcPct val="100000"/>
              </a:lnSpc>
              <a:spcBef>
                <a:spcPts val="5"/>
              </a:spcBef>
            </a:pPr>
            <a:r>
              <a:rPr sz="1200" b="1" spc="190" dirty="0">
                <a:latin typeface="Calibri"/>
                <a:cs typeface="Calibri"/>
              </a:rPr>
              <a:t>Own</a:t>
            </a:r>
            <a:r>
              <a:rPr sz="1200" b="1" spc="80" dirty="0">
                <a:latin typeface="Calibri"/>
                <a:cs typeface="Calibri"/>
              </a:rPr>
              <a:t> </a:t>
            </a:r>
            <a:r>
              <a:rPr sz="1200" b="1" spc="130" dirty="0">
                <a:latin typeface="Calibri"/>
                <a:cs typeface="Calibri"/>
              </a:rPr>
              <a:t>Preferred</a:t>
            </a:r>
            <a:r>
              <a:rPr sz="1200" b="1" spc="80" dirty="0">
                <a:latin typeface="Calibri"/>
                <a:cs typeface="Calibri"/>
              </a:rPr>
              <a:t> </a:t>
            </a:r>
            <a:r>
              <a:rPr sz="1200" b="1" spc="135" dirty="0">
                <a:latin typeface="Calibri"/>
                <a:cs typeface="Calibri"/>
              </a:rPr>
              <a:t>Role</a:t>
            </a:r>
            <a:r>
              <a:rPr sz="1200" b="1" spc="100" dirty="0">
                <a:latin typeface="Calibri"/>
                <a:cs typeface="Calibri"/>
              </a:rPr>
              <a:t> </a:t>
            </a:r>
            <a:r>
              <a:rPr sz="1200" b="1" spc="105" dirty="0">
                <a:latin typeface="Calibri"/>
                <a:cs typeface="Calibri"/>
              </a:rPr>
              <a:t>Type:</a:t>
            </a:r>
            <a:endParaRPr sz="1200">
              <a:latin typeface="Calibri"/>
              <a:cs typeface="Calibri"/>
            </a:endParaRPr>
          </a:p>
        </p:txBody>
      </p:sp>
      <p:sp>
        <p:nvSpPr>
          <p:cNvPr id="11" name="object 11"/>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12" name="object 12"/>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21</a:t>
            </a:fld>
            <a:endParaRPr spc="-25" dirty="0"/>
          </a:p>
        </p:txBody>
      </p:sp>
      <p:sp>
        <p:nvSpPr>
          <p:cNvPr id="13" name="TextBox 12">
            <a:extLst>
              <a:ext uri="{FF2B5EF4-FFF2-40B4-BE49-F238E27FC236}">
                <a16:creationId xmlns:a16="http://schemas.microsoft.com/office/drawing/2014/main" id="{D5F77FE0-42B5-E45E-D63E-C36E7114D96C}"/>
              </a:ext>
            </a:extLst>
          </p:cNvPr>
          <p:cNvSpPr txBox="1"/>
          <p:nvPr/>
        </p:nvSpPr>
        <p:spPr>
          <a:xfrm>
            <a:off x="353927" y="2013788"/>
            <a:ext cx="6168785" cy="688943"/>
          </a:xfrm>
          <a:prstGeom prst="rect">
            <a:avLst/>
          </a:prstGeom>
          <a:noFill/>
          <a:ln>
            <a:solidFill>
              <a:schemeClr val="tx1"/>
            </a:solidFill>
          </a:ln>
        </p:spPr>
        <p:txBody>
          <a:bodyPr wrap="square" rtlCol="0">
            <a:spAutoFit/>
          </a:bodyPr>
          <a:lstStyle/>
          <a:p>
            <a:endParaRPr lang="en-GB" dirty="0"/>
          </a:p>
        </p:txBody>
      </p:sp>
      <p:sp>
        <p:nvSpPr>
          <p:cNvPr id="14" name="TextBox 13">
            <a:extLst>
              <a:ext uri="{FF2B5EF4-FFF2-40B4-BE49-F238E27FC236}">
                <a16:creationId xmlns:a16="http://schemas.microsoft.com/office/drawing/2014/main" id="{3DA602F5-0943-B68C-6C84-DEFE4EFCEDA3}"/>
              </a:ext>
            </a:extLst>
          </p:cNvPr>
          <p:cNvSpPr txBox="1"/>
          <p:nvPr/>
        </p:nvSpPr>
        <p:spPr>
          <a:xfrm>
            <a:off x="317248" y="3098513"/>
            <a:ext cx="6205463" cy="6038744"/>
          </a:xfrm>
          <a:prstGeom prst="rect">
            <a:avLst/>
          </a:prstGeom>
          <a:noFill/>
          <a:ln>
            <a:solidFill>
              <a:schemeClr val="tx1"/>
            </a:solidFill>
          </a:ln>
        </p:spPr>
        <p:txBody>
          <a:bodyPr wrap="square" rtlCol="0">
            <a:spAutoFit/>
          </a:bodyPr>
          <a:lstStyle/>
          <a:p>
            <a:endParaRPr lang="en-GB"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858000" cy="9906000"/>
          </a:xfrm>
          <a:prstGeom prst="rect">
            <a:avLst/>
          </a:prstGeom>
        </p:spPr>
      </p:pic>
      <p:graphicFrame>
        <p:nvGraphicFramePr>
          <p:cNvPr id="3" name="object 3"/>
          <p:cNvGraphicFramePr>
            <a:graphicFrameLocks noGrp="1"/>
          </p:cNvGraphicFramePr>
          <p:nvPr/>
        </p:nvGraphicFramePr>
        <p:xfrm>
          <a:off x="230451" y="1634280"/>
          <a:ext cx="6386195" cy="7639050"/>
        </p:xfrm>
        <a:graphic>
          <a:graphicData uri="http://schemas.openxmlformats.org/drawingml/2006/table">
            <a:tbl>
              <a:tblPr firstRow="1" bandRow="1">
                <a:tableStyleId>{2D5ABB26-0587-4C30-8999-92F81FD0307C}</a:tableStyleId>
              </a:tblPr>
              <a:tblGrid>
                <a:gridCol w="1242695">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274320">
                <a:tc gridSpan="2">
                  <a:txBody>
                    <a:bodyPr/>
                    <a:lstStyle/>
                    <a:p>
                      <a:pPr marL="90805">
                        <a:lnSpc>
                          <a:spcPct val="100000"/>
                        </a:lnSpc>
                        <a:spcBef>
                          <a:spcPts val="300"/>
                        </a:spcBef>
                      </a:pPr>
                      <a:r>
                        <a:rPr sz="1200" b="1" spc="120" dirty="0">
                          <a:latin typeface="Calibri"/>
                          <a:cs typeface="Calibri"/>
                        </a:rPr>
                        <a:t>Identify</a:t>
                      </a:r>
                      <a:r>
                        <a:rPr sz="1200" b="1" spc="50" dirty="0">
                          <a:latin typeface="Calibri"/>
                          <a:cs typeface="Calibri"/>
                        </a:rPr>
                        <a:t> </a:t>
                      </a:r>
                      <a:r>
                        <a:rPr sz="1200" b="1" spc="175" dirty="0">
                          <a:latin typeface="Calibri"/>
                          <a:cs typeface="Calibri"/>
                        </a:rPr>
                        <a:t>own</a:t>
                      </a:r>
                      <a:r>
                        <a:rPr sz="1200" b="1" spc="70" dirty="0">
                          <a:latin typeface="Calibri"/>
                          <a:cs typeface="Calibri"/>
                        </a:rPr>
                        <a:t> </a:t>
                      </a:r>
                      <a:r>
                        <a:rPr sz="1200" b="1" spc="135" dirty="0">
                          <a:latin typeface="Calibri"/>
                          <a:cs typeface="Calibri"/>
                        </a:rPr>
                        <a:t>areas</a:t>
                      </a:r>
                      <a:r>
                        <a:rPr sz="1200" b="1" spc="60" dirty="0">
                          <a:latin typeface="Calibri"/>
                          <a:cs typeface="Calibri"/>
                        </a:rPr>
                        <a:t> </a:t>
                      </a:r>
                      <a:r>
                        <a:rPr sz="1200" b="1" spc="110" dirty="0">
                          <a:latin typeface="Calibri"/>
                          <a:cs typeface="Calibri"/>
                        </a:rPr>
                        <a:t>of</a:t>
                      </a:r>
                      <a:r>
                        <a:rPr sz="1200" b="1" spc="65" dirty="0">
                          <a:latin typeface="Calibri"/>
                          <a:cs typeface="Calibri"/>
                        </a:rPr>
                        <a:t> </a:t>
                      </a:r>
                      <a:r>
                        <a:rPr sz="1200" b="1" spc="150" dirty="0">
                          <a:latin typeface="Calibri"/>
                          <a:cs typeface="Calibri"/>
                        </a:rPr>
                        <a:t>strength</a:t>
                      </a:r>
                      <a:r>
                        <a:rPr sz="1200" b="1" spc="75" dirty="0">
                          <a:latin typeface="Calibri"/>
                          <a:cs typeface="Calibri"/>
                        </a:rPr>
                        <a:t> </a:t>
                      </a:r>
                      <a:r>
                        <a:rPr sz="1200" b="1" spc="165" dirty="0">
                          <a:latin typeface="Calibri"/>
                          <a:cs typeface="Calibri"/>
                        </a:rPr>
                        <a:t>and</a:t>
                      </a:r>
                      <a:r>
                        <a:rPr sz="1200" b="1" spc="60" dirty="0">
                          <a:latin typeface="Calibri"/>
                          <a:cs typeface="Calibri"/>
                        </a:rPr>
                        <a:t> </a:t>
                      </a:r>
                      <a:r>
                        <a:rPr sz="1200" b="1" spc="150" dirty="0">
                          <a:latin typeface="Calibri"/>
                          <a:cs typeface="Calibri"/>
                        </a:rPr>
                        <a:t>development</a:t>
                      </a:r>
                      <a:r>
                        <a:rPr sz="1200" b="1" spc="80" dirty="0">
                          <a:latin typeface="Calibri"/>
                          <a:cs typeface="Calibri"/>
                        </a:rPr>
                        <a:t> </a:t>
                      </a:r>
                      <a:r>
                        <a:rPr sz="1200" b="1" spc="155" dirty="0">
                          <a:latin typeface="Calibri"/>
                          <a:cs typeface="Calibri"/>
                        </a:rPr>
                        <a:t>needs</a:t>
                      </a:r>
                      <a:r>
                        <a:rPr sz="1200" b="1" spc="85" dirty="0">
                          <a:latin typeface="Calibri"/>
                          <a:cs typeface="Calibri"/>
                        </a:rPr>
                        <a:t> </a:t>
                      </a:r>
                      <a:r>
                        <a:rPr sz="1200" b="1" spc="100" dirty="0">
                          <a:latin typeface="Calibri"/>
                          <a:cs typeface="Calibri"/>
                        </a:rPr>
                        <a:t>for</a:t>
                      </a:r>
                      <a:r>
                        <a:rPr sz="1200" b="1" spc="65" dirty="0">
                          <a:latin typeface="Calibri"/>
                          <a:cs typeface="Calibri"/>
                        </a:rPr>
                        <a:t> </a:t>
                      </a:r>
                      <a:r>
                        <a:rPr sz="1200" b="1" spc="140" dirty="0">
                          <a:latin typeface="Calibri"/>
                          <a:cs typeface="Calibri"/>
                        </a:rPr>
                        <a:t>the</a:t>
                      </a:r>
                      <a:r>
                        <a:rPr sz="1200" b="1" spc="70" dirty="0">
                          <a:latin typeface="Calibri"/>
                          <a:cs typeface="Calibri"/>
                        </a:rPr>
                        <a:t> </a:t>
                      </a:r>
                      <a:r>
                        <a:rPr sz="1200" b="1" spc="120" dirty="0">
                          <a:latin typeface="Calibri"/>
                          <a:cs typeface="Calibri"/>
                        </a:rPr>
                        <a:t>following</a:t>
                      </a:r>
                      <a:endParaRPr sz="1200">
                        <a:latin typeface="Calibri"/>
                        <a:cs typeface="Calibri"/>
                      </a:endParaRPr>
                    </a:p>
                  </a:txBody>
                  <a:tcPr marL="0" marR="0" marT="381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extLst>
                  <a:ext uri="{0D108BD9-81ED-4DB2-BD59-A6C34878D82A}">
                    <a16:rowId xmlns:a16="http://schemas.microsoft.com/office/drawing/2014/main" val="10000"/>
                  </a:ext>
                </a:extLst>
              </a:tr>
              <a:tr h="1227455">
                <a:tc rowSpan="2">
                  <a:txBody>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615"/>
                        </a:spcBef>
                      </a:pPr>
                      <a:endParaRPr sz="1200">
                        <a:latin typeface="Times New Roman"/>
                        <a:cs typeface="Times New Roman"/>
                      </a:endParaRPr>
                    </a:p>
                    <a:p>
                      <a:pPr marL="67945">
                        <a:lnSpc>
                          <a:spcPct val="100000"/>
                        </a:lnSpc>
                      </a:pPr>
                      <a:r>
                        <a:rPr sz="1200" b="1" spc="130" dirty="0">
                          <a:latin typeface="Calibri"/>
                          <a:cs typeface="Calibri"/>
                        </a:rPr>
                        <a:t>Behaviours</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sz="1000" spc="40" dirty="0">
                          <a:latin typeface="Century Gothic"/>
                          <a:cs typeface="Century Gothic"/>
                        </a:rPr>
                        <a:t>Strengths</a:t>
                      </a:r>
                      <a:endParaRPr sz="1000">
                        <a:latin typeface="Century Gothic"/>
                        <a:cs typeface="Century Gothic"/>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227455">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sz="1000" dirty="0">
                          <a:latin typeface="Century Gothic"/>
                          <a:cs typeface="Century Gothic"/>
                        </a:rPr>
                        <a:t>Development</a:t>
                      </a:r>
                      <a:r>
                        <a:rPr sz="1000" spc="140" dirty="0">
                          <a:latin typeface="Century Gothic"/>
                          <a:cs typeface="Century Gothic"/>
                        </a:rPr>
                        <a:t> </a:t>
                      </a:r>
                      <a:r>
                        <a:rPr sz="1000" spc="-10" dirty="0">
                          <a:latin typeface="Century Gothic"/>
                          <a:cs typeface="Century Gothic"/>
                        </a:rPr>
                        <a:t>needs</a:t>
                      </a:r>
                      <a:endParaRPr sz="1000">
                        <a:latin typeface="Century Gothic"/>
                        <a:cs typeface="Century Gothic"/>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227455">
                <a:tc rowSpan="2">
                  <a:txBody>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615"/>
                        </a:spcBef>
                      </a:pPr>
                      <a:endParaRPr sz="1200">
                        <a:latin typeface="Times New Roman"/>
                        <a:cs typeface="Times New Roman"/>
                      </a:endParaRPr>
                    </a:p>
                    <a:p>
                      <a:pPr marL="67945">
                        <a:lnSpc>
                          <a:spcPct val="100000"/>
                        </a:lnSpc>
                      </a:pPr>
                      <a:r>
                        <a:rPr sz="1200" b="1" spc="120" dirty="0">
                          <a:latin typeface="Calibri"/>
                          <a:cs typeface="Calibri"/>
                        </a:rPr>
                        <a:t>Attitude</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sz="1000" spc="40" dirty="0">
                          <a:latin typeface="Century Gothic"/>
                          <a:cs typeface="Century Gothic"/>
                        </a:rPr>
                        <a:t>Strengths</a:t>
                      </a:r>
                      <a:endParaRPr sz="1000">
                        <a:latin typeface="Century Gothic"/>
                        <a:cs typeface="Century Gothic"/>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r h="1227455">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sz="1000" dirty="0">
                          <a:latin typeface="Century Gothic"/>
                          <a:cs typeface="Century Gothic"/>
                        </a:rPr>
                        <a:t>Development</a:t>
                      </a:r>
                      <a:r>
                        <a:rPr sz="1000" spc="140" dirty="0">
                          <a:latin typeface="Century Gothic"/>
                          <a:cs typeface="Century Gothic"/>
                        </a:rPr>
                        <a:t> </a:t>
                      </a:r>
                      <a:r>
                        <a:rPr sz="1000" spc="-10" dirty="0">
                          <a:latin typeface="Century Gothic"/>
                          <a:cs typeface="Century Gothic"/>
                        </a:rPr>
                        <a:t>needs</a:t>
                      </a:r>
                      <a:endParaRPr sz="1000">
                        <a:latin typeface="Century Gothic"/>
                        <a:cs typeface="Century Gothic"/>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4"/>
                  </a:ext>
                </a:extLst>
              </a:tr>
              <a:tr h="1227455">
                <a:tc rowSpan="2">
                  <a:txBody>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615"/>
                        </a:spcBef>
                      </a:pPr>
                      <a:endParaRPr sz="1200">
                        <a:latin typeface="Times New Roman"/>
                        <a:cs typeface="Times New Roman"/>
                      </a:endParaRPr>
                    </a:p>
                    <a:p>
                      <a:pPr marL="67945">
                        <a:lnSpc>
                          <a:spcPct val="100000"/>
                        </a:lnSpc>
                      </a:pPr>
                      <a:r>
                        <a:rPr sz="1200" b="1" spc="110" dirty="0">
                          <a:latin typeface="Calibri"/>
                          <a:cs typeface="Calibri"/>
                        </a:rPr>
                        <a:t>Capabilities</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sz="1000" spc="40" dirty="0">
                          <a:latin typeface="Century Gothic"/>
                          <a:cs typeface="Century Gothic"/>
                        </a:rPr>
                        <a:t>Strengths</a:t>
                      </a:r>
                      <a:endParaRPr sz="1000">
                        <a:latin typeface="Century Gothic"/>
                        <a:cs typeface="Century Gothic"/>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1227455">
                <a:tc vMerge="1">
                  <a:txBody>
                    <a:bodyPr/>
                    <a:lstStyle/>
                    <a:p>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91440">
                        <a:lnSpc>
                          <a:spcPct val="100000"/>
                        </a:lnSpc>
                        <a:spcBef>
                          <a:spcPts val="320"/>
                        </a:spcBef>
                      </a:pPr>
                      <a:r>
                        <a:rPr sz="1000" dirty="0">
                          <a:latin typeface="Century Gothic"/>
                          <a:cs typeface="Century Gothic"/>
                        </a:rPr>
                        <a:t>Development</a:t>
                      </a:r>
                      <a:r>
                        <a:rPr sz="1000" spc="140" dirty="0">
                          <a:latin typeface="Century Gothic"/>
                          <a:cs typeface="Century Gothic"/>
                        </a:rPr>
                        <a:t> </a:t>
                      </a:r>
                      <a:r>
                        <a:rPr sz="1000" spc="-10" dirty="0">
                          <a:latin typeface="Century Gothic"/>
                          <a:cs typeface="Century Gothic"/>
                        </a:rPr>
                        <a:t>needs</a:t>
                      </a:r>
                      <a:endParaRPr sz="1000">
                        <a:latin typeface="Century Gothic"/>
                        <a:cs typeface="Century Gothic"/>
                      </a:endParaRPr>
                    </a:p>
                  </a:txBody>
                  <a:tcPr marL="0" marR="0" marT="406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bl>
          </a:graphicData>
        </a:graphic>
      </p:graphicFrame>
      <p:pic>
        <p:nvPicPr>
          <p:cNvPr id="4" name="object 4" descr="A close up of a sign  Description automatically generated"/>
          <p:cNvPicPr/>
          <p:nvPr/>
        </p:nvPicPr>
        <p:blipFill>
          <a:blip r:embed="rId3" cstate="print"/>
          <a:stretch>
            <a:fillRect/>
          </a:stretch>
        </p:blipFill>
        <p:spPr>
          <a:xfrm>
            <a:off x="5634228" y="457200"/>
            <a:ext cx="888491" cy="539495"/>
          </a:xfrm>
          <a:prstGeom prst="rect">
            <a:avLst/>
          </a:prstGeom>
        </p:spPr>
      </p:pic>
      <p:sp>
        <p:nvSpPr>
          <p:cNvPr id="5" name="object 5"/>
          <p:cNvSpPr txBox="1"/>
          <p:nvPr/>
        </p:nvSpPr>
        <p:spPr>
          <a:xfrm>
            <a:off x="244716" y="91404"/>
            <a:ext cx="6107430" cy="1436370"/>
          </a:xfrm>
          <a:prstGeom prst="rect">
            <a:avLst/>
          </a:prstGeom>
        </p:spPr>
        <p:txBody>
          <a:bodyPr vert="horz" wrap="square" lIns="0" tIns="12700" rIns="0" bIns="0" rtlCol="0">
            <a:spAutoFit/>
          </a:bodyPr>
          <a:lstStyle/>
          <a:p>
            <a:pPr marL="1471930" marR="1073785" algn="ctr">
              <a:lnSpc>
                <a:spcPct val="100000"/>
              </a:lnSpc>
              <a:spcBef>
                <a:spcPts val="100"/>
              </a:spcBef>
            </a:pPr>
            <a:r>
              <a:rPr sz="2000" spc="260" dirty="0">
                <a:latin typeface="Calibri"/>
                <a:cs typeface="Calibri"/>
              </a:rPr>
              <a:t>PARTICIPATION</a:t>
            </a:r>
            <a:r>
              <a:rPr sz="2000" spc="90" dirty="0">
                <a:latin typeface="Calibri"/>
                <a:cs typeface="Calibri"/>
              </a:rPr>
              <a:t> </a:t>
            </a:r>
            <a:r>
              <a:rPr sz="2000" spc="320" dirty="0">
                <a:latin typeface="Calibri"/>
                <a:cs typeface="Calibri"/>
              </a:rPr>
              <a:t>PERSONAL </a:t>
            </a:r>
            <a:r>
              <a:rPr sz="2000" spc="310" dirty="0">
                <a:latin typeface="Calibri"/>
                <a:cs typeface="Calibri"/>
              </a:rPr>
              <a:t>BEHAVIOURS</a:t>
            </a:r>
            <a:r>
              <a:rPr sz="2000" spc="80" dirty="0">
                <a:latin typeface="Calibri"/>
                <a:cs typeface="Calibri"/>
              </a:rPr>
              <a:t> </a:t>
            </a:r>
            <a:r>
              <a:rPr sz="2000" spc="315" dirty="0">
                <a:latin typeface="Calibri"/>
                <a:cs typeface="Calibri"/>
              </a:rPr>
              <a:t>AND </a:t>
            </a:r>
            <a:r>
              <a:rPr sz="2000" spc="305" dirty="0">
                <a:latin typeface="Calibri"/>
                <a:cs typeface="Calibri"/>
              </a:rPr>
              <a:t>STANDARDS</a:t>
            </a:r>
            <a:endParaRPr sz="2000">
              <a:latin typeface="Calibri"/>
              <a:cs typeface="Calibri"/>
            </a:endParaRPr>
          </a:p>
          <a:p>
            <a:pPr marL="12700" marR="5080">
              <a:lnSpc>
                <a:spcPct val="100000"/>
              </a:lnSpc>
              <a:spcBef>
                <a:spcPts val="1025"/>
              </a:spcBef>
            </a:pPr>
            <a:r>
              <a:rPr sz="1200" b="1" spc="120" dirty="0">
                <a:latin typeface="Calibri"/>
                <a:cs typeface="Calibri"/>
              </a:rPr>
              <a:t>Q7)</a:t>
            </a:r>
            <a:r>
              <a:rPr sz="1200" b="1" spc="105" dirty="0">
                <a:latin typeface="Calibri"/>
                <a:cs typeface="Calibri"/>
              </a:rPr>
              <a:t> </a:t>
            </a:r>
            <a:r>
              <a:rPr sz="1200" spc="10" dirty="0">
                <a:latin typeface="Century Gothic"/>
                <a:cs typeface="Century Gothic"/>
              </a:rPr>
              <a:t>Reflecting</a:t>
            </a:r>
            <a:r>
              <a:rPr sz="1200" spc="40" dirty="0">
                <a:latin typeface="Century Gothic"/>
                <a:cs typeface="Century Gothic"/>
              </a:rPr>
              <a:t> </a:t>
            </a:r>
            <a:r>
              <a:rPr sz="1200" spc="10" dirty="0">
                <a:latin typeface="Century Gothic"/>
                <a:cs typeface="Century Gothic"/>
              </a:rPr>
              <a:t>upon</a:t>
            </a:r>
            <a:r>
              <a:rPr sz="1200" spc="20" dirty="0">
                <a:latin typeface="Century Gothic"/>
                <a:cs typeface="Century Gothic"/>
              </a:rPr>
              <a:t> </a:t>
            </a:r>
            <a:r>
              <a:rPr sz="1200" spc="10" dirty="0">
                <a:latin typeface="Century Gothic"/>
                <a:cs typeface="Century Gothic"/>
              </a:rPr>
              <a:t>the</a:t>
            </a:r>
            <a:r>
              <a:rPr sz="1200" spc="15" dirty="0">
                <a:latin typeface="Century Gothic"/>
                <a:cs typeface="Century Gothic"/>
              </a:rPr>
              <a:t> </a:t>
            </a:r>
            <a:r>
              <a:rPr sz="1200" spc="10" dirty="0">
                <a:latin typeface="Century Gothic"/>
                <a:cs typeface="Century Gothic"/>
              </a:rPr>
              <a:t>performance</a:t>
            </a:r>
            <a:r>
              <a:rPr sz="1200" spc="15" dirty="0">
                <a:latin typeface="Century Gothic"/>
                <a:cs typeface="Century Gothic"/>
              </a:rPr>
              <a:t> </a:t>
            </a:r>
            <a:r>
              <a:rPr sz="1200" spc="10" dirty="0">
                <a:latin typeface="Century Gothic"/>
                <a:cs typeface="Century Gothic"/>
              </a:rPr>
              <a:t>of</a:t>
            </a:r>
            <a:r>
              <a:rPr sz="1200" spc="25" dirty="0">
                <a:latin typeface="Century Gothic"/>
                <a:cs typeface="Century Gothic"/>
              </a:rPr>
              <a:t> </a:t>
            </a:r>
            <a:r>
              <a:rPr sz="1200" spc="10" dirty="0">
                <a:latin typeface="Century Gothic"/>
                <a:cs typeface="Century Gothic"/>
              </a:rPr>
              <a:t>yourself</a:t>
            </a:r>
            <a:r>
              <a:rPr sz="1200" spc="20" dirty="0">
                <a:latin typeface="Century Gothic"/>
                <a:cs typeface="Century Gothic"/>
              </a:rPr>
              <a:t> </a:t>
            </a:r>
            <a:r>
              <a:rPr sz="1200" spc="70" dirty="0">
                <a:latin typeface="Century Gothic"/>
                <a:cs typeface="Century Gothic"/>
              </a:rPr>
              <a:t>within</a:t>
            </a:r>
            <a:r>
              <a:rPr sz="1200" spc="10" dirty="0">
                <a:latin typeface="Century Gothic"/>
                <a:cs typeface="Century Gothic"/>
              </a:rPr>
              <a:t> the</a:t>
            </a:r>
            <a:r>
              <a:rPr sz="1200" spc="15" dirty="0">
                <a:latin typeface="Century Gothic"/>
                <a:cs typeface="Century Gothic"/>
              </a:rPr>
              <a:t> </a:t>
            </a:r>
            <a:r>
              <a:rPr sz="1200" dirty="0">
                <a:latin typeface="Century Gothic"/>
                <a:cs typeface="Century Gothic"/>
              </a:rPr>
              <a:t>team,</a:t>
            </a:r>
            <a:r>
              <a:rPr sz="1200" spc="25" dirty="0">
                <a:latin typeface="Century Gothic"/>
                <a:cs typeface="Century Gothic"/>
              </a:rPr>
              <a:t> </a:t>
            </a:r>
            <a:r>
              <a:rPr sz="1200" spc="10" dirty="0">
                <a:latin typeface="Century Gothic"/>
                <a:cs typeface="Century Gothic"/>
              </a:rPr>
              <a:t>complete</a:t>
            </a:r>
            <a:r>
              <a:rPr sz="1200" spc="20" dirty="0">
                <a:latin typeface="Century Gothic"/>
                <a:cs typeface="Century Gothic"/>
              </a:rPr>
              <a:t> </a:t>
            </a:r>
            <a:r>
              <a:rPr sz="1200" spc="-25" dirty="0">
                <a:latin typeface="Century Gothic"/>
                <a:cs typeface="Century Gothic"/>
              </a:rPr>
              <a:t>the </a:t>
            </a:r>
            <a:r>
              <a:rPr sz="1200" spc="20" dirty="0">
                <a:latin typeface="Century Gothic"/>
                <a:cs typeface="Century Gothic"/>
              </a:rPr>
              <a:t>information</a:t>
            </a:r>
            <a:r>
              <a:rPr sz="1200" spc="-5" dirty="0">
                <a:latin typeface="Century Gothic"/>
                <a:cs typeface="Century Gothic"/>
              </a:rPr>
              <a:t> </a:t>
            </a:r>
            <a:r>
              <a:rPr sz="1200" spc="20" dirty="0">
                <a:latin typeface="Century Gothic"/>
                <a:cs typeface="Century Gothic"/>
              </a:rPr>
              <a:t>below</a:t>
            </a:r>
            <a:r>
              <a:rPr sz="1200" spc="330" dirty="0">
                <a:latin typeface="Century Gothic"/>
                <a:cs typeface="Century Gothic"/>
              </a:rPr>
              <a:t> </a:t>
            </a:r>
            <a:r>
              <a:rPr sz="1200" spc="20" dirty="0">
                <a:latin typeface="Century Gothic"/>
                <a:cs typeface="Century Gothic"/>
              </a:rPr>
              <a:t>(Ref</a:t>
            </a:r>
            <a:r>
              <a:rPr sz="1200" spc="355" dirty="0">
                <a:latin typeface="Century Gothic"/>
                <a:cs typeface="Century Gothic"/>
              </a:rPr>
              <a:t> </a:t>
            </a:r>
            <a:r>
              <a:rPr sz="1200" spc="170" dirty="0">
                <a:latin typeface="Century Gothic"/>
                <a:cs typeface="Century Gothic"/>
              </a:rPr>
              <a:t>F</a:t>
            </a:r>
            <a:r>
              <a:rPr sz="1200" spc="15" dirty="0">
                <a:latin typeface="Century Gothic"/>
                <a:cs typeface="Century Gothic"/>
              </a:rPr>
              <a:t> </a:t>
            </a:r>
            <a:r>
              <a:rPr sz="1200" spc="-20" dirty="0">
                <a:latin typeface="Century Gothic"/>
                <a:cs typeface="Century Gothic"/>
              </a:rPr>
              <a:t>3.1)</a:t>
            </a:r>
            <a:endParaRPr sz="1200">
              <a:latin typeface="Century Gothic"/>
              <a:cs typeface="Century Gothic"/>
            </a:endParaRPr>
          </a:p>
        </p:txBody>
      </p:sp>
      <p:sp>
        <p:nvSpPr>
          <p:cNvPr id="6" name="object 6"/>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22</a:t>
            </a:fld>
            <a:endParaRPr spc="-25" dirty="0"/>
          </a:p>
        </p:txBody>
      </p:sp>
      <p:sp>
        <p:nvSpPr>
          <p:cNvPr id="8" name="TextBox 7">
            <a:extLst>
              <a:ext uri="{FF2B5EF4-FFF2-40B4-BE49-F238E27FC236}">
                <a16:creationId xmlns:a16="http://schemas.microsoft.com/office/drawing/2014/main" id="{FCAE06CF-EFBD-98EF-B990-A84643DD76DD}"/>
              </a:ext>
            </a:extLst>
          </p:cNvPr>
          <p:cNvSpPr txBox="1"/>
          <p:nvPr/>
        </p:nvSpPr>
        <p:spPr>
          <a:xfrm>
            <a:off x="1600199" y="2138890"/>
            <a:ext cx="4922519" cy="875422"/>
          </a:xfrm>
          <a:prstGeom prst="rect">
            <a:avLst/>
          </a:prstGeom>
          <a:noFill/>
          <a:ln>
            <a:solidFill>
              <a:schemeClr val="tx1"/>
            </a:solidFill>
          </a:ln>
        </p:spPr>
        <p:txBody>
          <a:bodyPr wrap="square" rtlCol="0">
            <a:spAutoFit/>
          </a:bodyPr>
          <a:lstStyle/>
          <a:p>
            <a:endParaRPr lang="en-GB" dirty="0"/>
          </a:p>
        </p:txBody>
      </p:sp>
      <p:sp>
        <p:nvSpPr>
          <p:cNvPr id="9" name="TextBox 8">
            <a:extLst>
              <a:ext uri="{FF2B5EF4-FFF2-40B4-BE49-F238E27FC236}">
                <a16:creationId xmlns:a16="http://schemas.microsoft.com/office/drawing/2014/main" id="{17FA50C2-A021-EDE7-0E8C-F8E6AB3FB558}"/>
              </a:ext>
            </a:extLst>
          </p:cNvPr>
          <p:cNvSpPr txBox="1"/>
          <p:nvPr/>
        </p:nvSpPr>
        <p:spPr>
          <a:xfrm>
            <a:off x="1588167" y="3465362"/>
            <a:ext cx="4922519" cy="875422"/>
          </a:xfrm>
          <a:prstGeom prst="rect">
            <a:avLst/>
          </a:prstGeom>
          <a:noFill/>
          <a:ln>
            <a:solidFill>
              <a:schemeClr val="tx1"/>
            </a:solidFill>
          </a:ln>
        </p:spPr>
        <p:txBody>
          <a:bodyPr wrap="square" rtlCol="0">
            <a:spAutoFit/>
          </a:bodyPr>
          <a:lstStyle/>
          <a:p>
            <a:endParaRPr lang="en-GB" dirty="0"/>
          </a:p>
        </p:txBody>
      </p:sp>
      <p:sp>
        <p:nvSpPr>
          <p:cNvPr id="10" name="TextBox 9">
            <a:extLst>
              <a:ext uri="{FF2B5EF4-FFF2-40B4-BE49-F238E27FC236}">
                <a16:creationId xmlns:a16="http://schemas.microsoft.com/office/drawing/2014/main" id="{B121AB1B-0ED3-6BED-8C4B-1A54D29D0148}"/>
              </a:ext>
            </a:extLst>
          </p:cNvPr>
          <p:cNvSpPr txBox="1"/>
          <p:nvPr/>
        </p:nvSpPr>
        <p:spPr>
          <a:xfrm>
            <a:off x="1576135" y="4540928"/>
            <a:ext cx="4922519" cy="875422"/>
          </a:xfrm>
          <a:prstGeom prst="rect">
            <a:avLst/>
          </a:prstGeom>
          <a:noFill/>
          <a:ln>
            <a:solidFill>
              <a:schemeClr val="tx1"/>
            </a:solidFill>
          </a:ln>
        </p:spPr>
        <p:txBody>
          <a:bodyPr wrap="square" rtlCol="0">
            <a:spAutoFit/>
          </a:bodyPr>
          <a:lstStyle/>
          <a:p>
            <a:endParaRPr lang="en-GB" dirty="0"/>
          </a:p>
        </p:txBody>
      </p:sp>
      <p:sp>
        <p:nvSpPr>
          <p:cNvPr id="11" name="TextBox 10">
            <a:extLst>
              <a:ext uri="{FF2B5EF4-FFF2-40B4-BE49-F238E27FC236}">
                <a16:creationId xmlns:a16="http://schemas.microsoft.com/office/drawing/2014/main" id="{6B240139-37CB-7F70-D8FA-29A453BB47E3}"/>
              </a:ext>
            </a:extLst>
          </p:cNvPr>
          <p:cNvSpPr txBox="1"/>
          <p:nvPr/>
        </p:nvSpPr>
        <p:spPr>
          <a:xfrm>
            <a:off x="1564103" y="5867400"/>
            <a:ext cx="4922519" cy="875422"/>
          </a:xfrm>
          <a:prstGeom prst="rect">
            <a:avLst/>
          </a:prstGeom>
          <a:noFill/>
          <a:ln>
            <a:solidFill>
              <a:schemeClr val="tx1"/>
            </a:solidFill>
          </a:ln>
        </p:spPr>
        <p:txBody>
          <a:bodyPr wrap="square" rtlCol="0">
            <a:spAutoFit/>
          </a:bodyPr>
          <a:lstStyle/>
          <a:p>
            <a:endParaRPr lang="en-GB" dirty="0"/>
          </a:p>
        </p:txBody>
      </p:sp>
      <p:sp>
        <p:nvSpPr>
          <p:cNvPr id="12" name="TextBox 11">
            <a:extLst>
              <a:ext uri="{FF2B5EF4-FFF2-40B4-BE49-F238E27FC236}">
                <a16:creationId xmlns:a16="http://schemas.microsoft.com/office/drawing/2014/main" id="{B7FF79D1-D924-2118-D262-2B0717A4128E}"/>
              </a:ext>
            </a:extLst>
          </p:cNvPr>
          <p:cNvSpPr txBox="1"/>
          <p:nvPr/>
        </p:nvSpPr>
        <p:spPr>
          <a:xfrm>
            <a:off x="1576135" y="7037068"/>
            <a:ext cx="4922519" cy="875422"/>
          </a:xfrm>
          <a:prstGeom prst="rect">
            <a:avLst/>
          </a:prstGeom>
          <a:noFill/>
          <a:ln>
            <a:solidFill>
              <a:schemeClr val="tx1"/>
            </a:solidFill>
          </a:ln>
        </p:spPr>
        <p:txBody>
          <a:bodyPr wrap="square" rtlCol="0">
            <a:spAutoFit/>
          </a:bodyPr>
          <a:lstStyle/>
          <a:p>
            <a:endParaRPr lang="en-GB" dirty="0"/>
          </a:p>
        </p:txBody>
      </p:sp>
      <p:sp>
        <p:nvSpPr>
          <p:cNvPr id="13" name="TextBox 12">
            <a:extLst>
              <a:ext uri="{FF2B5EF4-FFF2-40B4-BE49-F238E27FC236}">
                <a16:creationId xmlns:a16="http://schemas.microsoft.com/office/drawing/2014/main" id="{801E50E9-84B8-18AD-9671-78577D1DB85D}"/>
              </a:ext>
            </a:extLst>
          </p:cNvPr>
          <p:cNvSpPr txBox="1"/>
          <p:nvPr/>
        </p:nvSpPr>
        <p:spPr>
          <a:xfrm>
            <a:off x="1564103" y="8363540"/>
            <a:ext cx="4922519" cy="875422"/>
          </a:xfrm>
          <a:prstGeom prst="rect">
            <a:avLst/>
          </a:prstGeom>
          <a:noFill/>
          <a:ln>
            <a:solidFill>
              <a:schemeClr val="tx1"/>
            </a:solidFill>
          </a:ln>
        </p:spPr>
        <p:txBody>
          <a:bodyPr wrap="square" rtlCol="0">
            <a:spAutoFit/>
          </a:bodyPr>
          <a:lstStyle/>
          <a:p>
            <a:endParaRPr lang="en-GB"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858000" cy="9906000"/>
          </a:xfrm>
          <a:prstGeom prst="rect">
            <a:avLst/>
          </a:prstGeom>
        </p:spPr>
      </p:pic>
      <p:graphicFrame>
        <p:nvGraphicFramePr>
          <p:cNvPr id="3" name="object 3"/>
          <p:cNvGraphicFramePr>
            <a:graphicFrameLocks noGrp="1"/>
          </p:cNvGraphicFramePr>
          <p:nvPr/>
        </p:nvGraphicFramePr>
        <p:xfrm>
          <a:off x="230451" y="1734211"/>
          <a:ext cx="6386195" cy="4140835"/>
        </p:xfrm>
        <a:graphic>
          <a:graphicData uri="http://schemas.openxmlformats.org/drawingml/2006/table">
            <a:tbl>
              <a:tblPr firstRow="1" bandRow="1">
                <a:tableStyleId>{2D5ABB26-0587-4C30-8999-92F81FD0307C}</a:tableStyleId>
              </a:tblPr>
              <a:tblGrid>
                <a:gridCol w="1320165">
                  <a:extLst>
                    <a:ext uri="{9D8B030D-6E8A-4147-A177-3AD203B41FA5}">
                      <a16:colId xmlns:a16="http://schemas.microsoft.com/office/drawing/2014/main" val="20000"/>
                    </a:ext>
                  </a:extLst>
                </a:gridCol>
                <a:gridCol w="5066030">
                  <a:extLst>
                    <a:ext uri="{9D8B030D-6E8A-4147-A177-3AD203B41FA5}">
                      <a16:colId xmlns:a16="http://schemas.microsoft.com/office/drawing/2014/main" val="20001"/>
                    </a:ext>
                  </a:extLst>
                </a:gridCol>
              </a:tblGrid>
              <a:tr h="376555">
                <a:tc gridSpan="2">
                  <a:txBody>
                    <a:bodyPr/>
                    <a:lstStyle/>
                    <a:p>
                      <a:pPr algn="ctr">
                        <a:lnSpc>
                          <a:spcPct val="100000"/>
                        </a:lnSpc>
                        <a:spcBef>
                          <a:spcPts val="1060"/>
                        </a:spcBef>
                      </a:pPr>
                      <a:r>
                        <a:rPr sz="1400" b="1" spc="170" dirty="0">
                          <a:latin typeface="Calibri"/>
                          <a:cs typeface="Calibri"/>
                        </a:rPr>
                        <a:t>Action</a:t>
                      </a:r>
                      <a:r>
                        <a:rPr sz="1400" b="1" spc="65" dirty="0">
                          <a:latin typeface="Calibri"/>
                          <a:cs typeface="Calibri"/>
                        </a:rPr>
                        <a:t> </a:t>
                      </a:r>
                      <a:r>
                        <a:rPr sz="1400" b="1" spc="160" dirty="0">
                          <a:latin typeface="Calibri"/>
                          <a:cs typeface="Calibri"/>
                        </a:rPr>
                        <a:t>Plan</a:t>
                      </a:r>
                      <a:endParaRPr sz="1400">
                        <a:latin typeface="Calibri"/>
                        <a:cs typeface="Calibri"/>
                      </a:endParaRPr>
                    </a:p>
                  </a:txBody>
                  <a:tcPr marL="0" marR="0" marT="13462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solidFill>
                      <a:srgbClr val="FFFFFF"/>
                    </a:solidFill>
                  </a:tcPr>
                </a:tc>
                <a:tc hMerge="1">
                  <a:txBody>
                    <a:bodyPr/>
                    <a:lstStyle/>
                    <a:p>
                      <a:endParaRPr/>
                    </a:p>
                  </a:txBody>
                  <a:tcPr marL="0" marR="0" marT="0" marB="0"/>
                </a:tc>
                <a:extLst>
                  <a:ext uri="{0D108BD9-81ED-4DB2-BD59-A6C34878D82A}">
                    <a16:rowId xmlns:a16="http://schemas.microsoft.com/office/drawing/2014/main" val="10000"/>
                  </a:ext>
                </a:extLst>
              </a:tr>
              <a:tr h="1254760">
                <a:tc>
                  <a:txBody>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25"/>
                        </a:spcBef>
                      </a:pPr>
                      <a:endParaRPr sz="1200">
                        <a:latin typeface="Times New Roman"/>
                        <a:cs typeface="Times New Roman"/>
                      </a:endParaRPr>
                    </a:p>
                    <a:p>
                      <a:pPr marL="67945">
                        <a:lnSpc>
                          <a:spcPct val="100000"/>
                        </a:lnSpc>
                      </a:pPr>
                      <a:r>
                        <a:rPr sz="1200" b="1" spc="130" dirty="0">
                          <a:latin typeface="Calibri"/>
                          <a:cs typeface="Calibri"/>
                        </a:rPr>
                        <a:t>Behaviours</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254760">
                <a:tc>
                  <a:txBody>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25"/>
                        </a:spcBef>
                      </a:pPr>
                      <a:endParaRPr sz="1200">
                        <a:latin typeface="Times New Roman"/>
                        <a:cs typeface="Times New Roman"/>
                      </a:endParaRPr>
                    </a:p>
                    <a:p>
                      <a:pPr marL="67945">
                        <a:lnSpc>
                          <a:spcPct val="100000"/>
                        </a:lnSpc>
                      </a:pPr>
                      <a:r>
                        <a:rPr sz="1200" b="1" spc="120" dirty="0">
                          <a:latin typeface="Calibri"/>
                          <a:cs typeface="Calibri"/>
                        </a:rPr>
                        <a:t>Attitude</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254760">
                <a:tc>
                  <a:txBody>
                    <a:bodyPr/>
                    <a:lstStyle/>
                    <a:p>
                      <a:pPr>
                        <a:lnSpc>
                          <a:spcPct val="100000"/>
                        </a:lnSpc>
                      </a:pPr>
                      <a:endParaRPr sz="1200">
                        <a:latin typeface="Times New Roman"/>
                        <a:cs typeface="Times New Roman"/>
                      </a:endParaRPr>
                    </a:p>
                    <a:p>
                      <a:pPr>
                        <a:lnSpc>
                          <a:spcPct val="100000"/>
                        </a:lnSpc>
                      </a:pPr>
                      <a:endParaRPr sz="1200">
                        <a:latin typeface="Times New Roman"/>
                        <a:cs typeface="Times New Roman"/>
                      </a:endParaRPr>
                    </a:p>
                    <a:p>
                      <a:pPr>
                        <a:lnSpc>
                          <a:spcPct val="100000"/>
                        </a:lnSpc>
                        <a:spcBef>
                          <a:spcPts val="25"/>
                        </a:spcBef>
                      </a:pPr>
                      <a:endParaRPr sz="1200">
                        <a:latin typeface="Times New Roman"/>
                        <a:cs typeface="Times New Roman"/>
                      </a:endParaRPr>
                    </a:p>
                    <a:p>
                      <a:pPr marL="67945">
                        <a:lnSpc>
                          <a:spcPct val="100000"/>
                        </a:lnSpc>
                      </a:pPr>
                      <a:r>
                        <a:rPr sz="1200" b="1" spc="110" dirty="0">
                          <a:latin typeface="Calibri"/>
                          <a:cs typeface="Calibri"/>
                        </a:rPr>
                        <a:t>Capabilities</a:t>
                      </a:r>
                      <a:endParaRPr sz="1200">
                        <a:latin typeface="Calibri"/>
                        <a:cs typeface="Calibri"/>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4" name="object 4"/>
          <p:cNvSpPr txBox="1"/>
          <p:nvPr/>
        </p:nvSpPr>
        <p:spPr>
          <a:xfrm>
            <a:off x="310903" y="5949741"/>
            <a:ext cx="5818505" cy="1017905"/>
          </a:xfrm>
          <a:prstGeom prst="rect">
            <a:avLst/>
          </a:prstGeom>
        </p:spPr>
        <p:txBody>
          <a:bodyPr vert="horz" wrap="square" lIns="0" tIns="13335" rIns="0" bIns="0" rtlCol="0">
            <a:spAutoFit/>
          </a:bodyPr>
          <a:lstStyle/>
          <a:p>
            <a:pPr marL="12700">
              <a:lnSpc>
                <a:spcPct val="100000"/>
              </a:lnSpc>
              <a:spcBef>
                <a:spcPts val="105"/>
              </a:spcBef>
            </a:pPr>
            <a:r>
              <a:rPr sz="1400" b="1" spc="150" dirty="0">
                <a:latin typeface="Calibri"/>
                <a:cs typeface="Calibri"/>
              </a:rPr>
              <a:t>Tutor</a:t>
            </a:r>
            <a:r>
              <a:rPr sz="1400" b="1" spc="80" dirty="0">
                <a:latin typeface="Calibri"/>
                <a:cs typeface="Calibri"/>
              </a:rPr>
              <a:t> </a:t>
            </a:r>
            <a:r>
              <a:rPr sz="1400" b="1" spc="155" dirty="0">
                <a:latin typeface="Calibri"/>
                <a:cs typeface="Calibri"/>
              </a:rPr>
              <a:t>Observation</a:t>
            </a:r>
            <a:endParaRPr sz="1400">
              <a:latin typeface="Calibri"/>
              <a:cs typeface="Calibri"/>
            </a:endParaRPr>
          </a:p>
          <a:p>
            <a:pPr marL="12700">
              <a:lnSpc>
                <a:spcPct val="100000"/>
              </a:lnSpc>
              <a:spcBef>
                <a:spcPts val="1205"/>
              </a:spcBef>
              <a:tabLst>
                <a:tab pos="5805170" algn="l"/>
              </a:tabLst>
            </a:pPr>
            <a:r>
              <a:rPr sz="1200" spc="70" dirty="0">
                <a:latin typeface="Century Gothic"/>
                <a:cs typeface="Century Gothic"/>
              </a:rPr>
              <a:t>During</a:t>
            </a:r>
            <a:r>
              <a:rPr sz="1200" spc="15" dirty="0">
                <a:latin typeface="Century Gothic"/>
                <a:cs typeface="Century Gothic"/>
              </a:rPr>
              <a:t> </a:t>
            </a:r>
            <a:r>
              <a:rPr sz="1200" spc="85" dirty="0">
                <a:latin typeface="Century Gothic"/>
                <a:cs typeface="Century Gothic"/>
              </a:rPr>
              <a:t>this</a:t>
            </a:r>
            <a:r>
              <a:rPr sz="1200" spc="30" dirty="0">
                <a:latin typeface="Century Gothic"/>
                <a:cs typeface="Century Gothic"/>
              </a:rPr>
              <a:t> </a:t>
            </a:r>
            <a:r>
              <a:rPr sz="1200" dirty="0">
                <a:latin typeface="Century Gothic"/>
                <a:cs typeface="Century Gothic"/>
              </a:rPr>
              <a:t>course </a:t>
            </a:r>
            <a:r>
              <a:rPr sz="1200" u="sng" dirty="0">
                <a:uFill>
                  <a:solidFill>
                    <a:srgbClr val="000000"/>
                  </a:solidFill>
                </a:uFill>
                <a:latin typeface="Times New Roman"/>
                <a:cs typeface="Times New Roman"/>
              </a:rPr>
              <a:t>	</a:t>
            </a:r>
            <a:endParaRPr sz="1200">
              <a:latin typeface="Times New Roman"/>
              <a:cs typeface="Times New Roman"/>
            </a:endParaRPr>
          </a:p>
          <a:p>
            <a:pPr marL="12700" marR="750570">
              <a:lnSpc>
                <a:spcPct val="100000"/>
              </a:lnSpc>
              <a:spcBef>
                <a:spcPts val="600"/>
              </a:spcBef>
            </a:pPr>
            <a:r>
              <a:rPr sz="1200" spc="10" dirty="0">
                <a:latin typeface="Century Gothic"/>
                <a:cs typeface="Century Gothic"/>
              </a:rPr>
              <a:t>demonstrated</a:t>
            </a:r>
            <a:r>
              <a:rPr sz="1200" spc="55" dirty="0">
                <a:latin typeface="Century Gothic"/>
                <a:cs typeface="Century Gothic"/>
              </a:rPr>
              <a:t> </a:t>
            </a:r>
            <a:r>
              <a:rPr sz="1200" spc="10" dirty="0">
                <a:latin typeface="Century Gothic"/>
                <a:cs typeface="Century Gothic"/>
              </a:rPr>
              <a:t>the</a:t>
            </a:r>
            <a:r>
              <a:rPr sz="1200" spc="70" dirty="0">
                <a:latin typeface="Century Gothic"/>
                <a:cs typeface="Century Gothic"/>
              </a:rPr>
              <a:t> </a:t>
            </a:r>
            <a:r>
              <a:rPr sz="1200" spc="10" dirty="0">
                <a:latin typeface="Century Gothic"/>
                <a:cs typeface="Century Gothic"/>
              </a:rPr>
              <a:t>following</a:t>
            </a:r>
            <a:r>
              <a:rPr sz="1200" spc="45" dirty="0">
                <a:latin typeface="Century Gothic"/>
                <a:cs typeface="Century Gothic"/>
              </a:rPr>
              <a:t> </a:t>
            </a:r>
            <a:r>
              <a:rPr sz="1200" spc="10" dirty="0">
                <a:latin typeface="Century Gothic"/>
                <a:cs typeface="Century Gothic"/>
              </a:rPr>
              <a:t>towards</a:t>
            </a:r>
            <a:r>
              <a:rPr sz="1200" spc="55" dirty="0">
                <a:latin typeface="Century Gothic"/>
                <a:cs typeface="Century Gothic"/>
              </a:rPr>
              <a:t> </a:t>
            </a:r>
            <a:r>
              <a:rPr sz="1200" spc="10" dirty="0">
                <a:latin typeface="Century Gothic"/>
                <a:cs typeface="Century Gothic"/>
              </a:rPr>
              <a:t>the</a:t>
            </a:r>
            <a:r>
              <a:rPr sz="1200" spc="45" dirty="0">
                <a:latin typeface="Century Gothic"/>
                <a:cs typeface="Century Gothic"/>
              </a:rPr>
              <a:t> </a:t>
            </a:r>
            <a:r>
              <a:rPr sz="1200" spc="10" dirty="0">
                <a:latin typeface="Century Gothic"/>
                <a:cs typeface="Century Gothic"/>
              </a:rPr>
              <a:t>completion</a:t>
            </a:r>
            <a:r>
              <a:rPr sz="1200" spc="70" dirty="0">
                <a:latin typeface="Century Gothic"/>
                <a:cs typeface="Century Gothic"/>
              </a:rPr>
              <a:t> </a:t>
            </a:r>
            <a:r>
              <a:rPr sz="1200" spc="10" dirty="0">
                <a:latin typeface="Century Gothic"/>
                <a:cs typeface="Century Gothic"/>
              </a:rPr>
              <a:t>of</a:t>
            </a:r>
            <a:r>
              <a:rPr sz="1200" spc="75" dirty="0">
                <a:latin typeface="Century Gothic"/>
                <a:cs typeface="Century Gothic"/>
              </a:rPr>
              <a:t> </a:t>
            </a:r>
            <a:r>
              <a:rPr sz="1200" spc="85" dirty="0">
                <a:latin typeface="Century Gothic"/>
                <a:cs typeface="Century Gothic"/>
              </a:rPr>
              <a:t>this</a:t>
            </a:r>
            <a:r>
              <a:rPr sz="1200" spc="50" dirty="0">
                <a:latin typeface="Century Gothic"/>
                <a:cs typeface="Century Gothic"/>
              </a:rPr>
              <a:t> </a:t>
            </a:r>
            <a:r>
              <a:rPr sz="1200" spc="-10" dirty="0">
                <a:latin typeface="Century Gothic"/>
                <a:cs typeface="Century Gothic"/>
              </a:rPr>
              <a:t>award </a:t>
            </a:r>
            <a:r>
              <a:rPr sz="1200" dirty="0">
                <a:latin typeface="Century Gothic"/>
                <a:cs typeface="Century Gothic"/>
              </a:rPr>
              <a:t>(Ref</a:t>
            </a:r>
            <a:r>
              <a:rPr sz="1200" spc="345" dirty="0">
                <a:latin typeface="Century Gothic"/>
                <a:cs typeface="Century Gothic"/>
              </a:rPr>
              <a:t> </a:t>
            </a:r>
            <a:r>
              <a:rPr sz="1200" spc="170" dirty="0">
                <a:latin typeface="Century Gothic"/>
                <a:cs typeface="Century Gothic"/>
              </a:rPr>
              <a:t>F</a:t>
            </a:r>
            <a:r>
              <a:rPr sz="1200" spc="5" dirty="0">
                <a:latin typeface="Century Gothic"/>
                <a:cs typeface="Century Gothic"/>
              </a:rPr>
              <a:t> </a:t>
            </a:r>
            <a:r>
              <a:rPr sz="1200" spc="-20" dirty="0">
                <a:latin typeface="Century Gothic"/>
                <a:cs typeface="Century Gothic"/>
              </a:rPr>
              <a:t>3.1)</a:t>
            </a:r>
            <a:endParaRPr sz="1200">
              <a:latin typeface="Century Gothic"/>
              <a:cs typeface="Century Gothic"/>
            </a:endParaRPr>
          </a:p>
        </p:txBody>
      </p:sp>
      <p:graphicFrame>
        <p:nvGraphicFramePr>
          <p:cNvPr id="5" name="object 5"/>
          <p:cNvGraphicFramePr>
            <a:graphicFrameLocks noGrp="1"/>
          </p:cNvGraphicFramePr>
          <p:nvPr/>
        </p:nvGraphicFramePr>
        <p:xfrm>
          <a:off x="242314" y="7016314"/>
          <a:ext cx="6275067" cy="1427480"/>
        </p:xfrm>
        <a:graphic>
          <a:graphicData uri="http://schemas.openxmlformats.org/drawingml/2006/table">
            <a:tbl>
              <a:tblPr firstRow="1" bandRow="1">
                <a:tableStyleId>{2D5ABB26-0587-4C30-8999-92F81FD0307C}</a:tableStyleId>
              </a:tblPr>
              <a:tblGrid>
                <a:gridCol w="1163955">
                  <a:extLst>
                    <a:ext uri="{9D8B030D-6E8A-4147-A177-3AD203B41FA5}">
                      <a16:colId xmlns:a16="http://schemas.microsoft.com/office/drawing/2014/main" val="20000"/>
                    </a:ext>
                  </a:extLst>
                </a:gridCol>
                <a:gridCol w="927734">
                  <a:extLst>
                    <a:ext uri="{9D8B030D-6E8A-4147-A177-3AD203B41FA5}">
                      <a16:colId xmlns:a16="http://schemas.microsoft.com/office/drawing/2014/main" val="20001"/>
                    </a:ext>
                  </a:extLst>
                </a:gridCol>
                <a:gridCol w="1045844">
                  <a:extLst>
                    <a:ext uri="{9D8B030D-6E8A-4147-A177-3AD203B41FA5}">
                      <a16:colId xmlns:a16="http://schemas.microsoft.com/office/drawing/2014/main" val="20002"/>
                    </a:ext>
                  </a:extLst>
                </a:gridCol>
                <a:gridCol w="1045844">
                  <a:extLst>
                    <a:ext uri="{9D8B030D-6E8A-4147-A177-3AD203B41FA5}">
                      <a16:colId xmlns:a16="http://schemas.microsoft.com/office/drawing/2014/main" val="20003"/>
                    </a:ext>
                  </a:extLst>
                </a:gridCol>
                <a:gridCol w="1045845">
                  <a:extLst>
                    <a:ext uri="{9D8B030D-6E8A-4147-A177-3AD203B41FA5}">
                      <a16:colId xmlns:a16="http://schemas.microsoft.com/office/drawing/2014/main" val="20004"/>
                    </a:ext>
                  </a:extLst>
                </a:gridCol>
                <a:gridCol w="1045845">
                  <a:extLst>
                    <a:ext uri="{9D8B030D-6E8A-4147-A177-3AD203B41FA5}">
                      <a16:colId xmlns:a16="http://schemas.microsoft.com/office/drawing/2014/main" val="20005"/>
                    </a:ext>
                  </a:extLst>
                </a:gridCol>
              </a:tblGrid>
              <a:tr h="356870">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81940">
                        <a:lnSpc>
                          <a:spcPct val="100000"/>
                        </a:lnSpc>
                        <a:spcBef>
                          <a:spcPts val="625"/>
                        </a:spcBef>
                      </a:pPr>
                      <a:r>
                        <a:rPr sz="1200" spc="-20" dirty="0">
                          <a:latin typeface="Century Gothic"/>
                          <a:cs typeface="Century Gothic"/>
                        </a:rPr>
                        <a:t>Poor</a:t>
                      </a:r>
                      <a:endParaRPr sz="1200">
                        <a:latin typeface="Century Gothic"/>
                        <a:cs typeface="Century Gothic"/>
                      </a:endParaRPr>
                    </a:p>
                  </a:txBody>
                  <a:tcPr marL="0" marR="0" marT="793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625"/>
                        </a:spcBef>
                      </a:pPr>
                      <a:r>
                        <a:rPr sz="1200" spc="35" dirty="0">
                          <a:latin typeface="Century Gothic"/>
                          <a:cs typeface="Century Gothic"/>
                        </a:rPr>
                        <a:t>Fair</a:t>
                      </a:r>
                      <a:endParaRPr sz="1200">
                        <a:latin typeface="Century Gothic"/>
                        <a:cs typeface="Century Gothic"/>
                      </a:endParaRPr>
                    </a:p>
                  </a:txBody>
                  <a:tcPr marL="0" marR="0" marT="793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15595">
                        <a:lnSpc>
                          <a:spcPct val="100000"/>
                        </a:lnSpc>
                        <a:spcBef>
                          <a:spcPts val="625"/>
                        </a:spcBef>
                      </a:pPr>
                      <a:r>
                        <a:rPr sz="1200" spc="-20" dirty="0">
                          <a:latin typeface="Century Gothic"/>
                          <a:cs typeface="Century Gothic"/>
                        </a:rPr>
                        <a:t>Good</a:t>
                      </a:r>
                      <a:endParaRPr sz="1200">
                        <a:latin typeface="Century Gothic"/>
                        <a:cs typeface="Century Gothic"/>
                      </a:endParaRPr>
                    </a:p>
                  </a:txBody>
                  <a:tcPr marL="0" marR="0" marT="793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1445">
                        <a:lnSpc>
                          <a:spcPct val="100000"/>
                        </a:lnSpc>
                        <a:spcBef>
                          <a:spcPts val="625"/>
                        </a:spcBef>
                      </a:pPr>
                      <a:r>
                        <a:rPr sz="1200" dirty="0">
                          <a:latin typeface="Century Gothic"/>
                          <a:cs typeface="Century Gothic"/>
                        </a:rPr>
                        <a:t>Very</a:t>
                      </a:r>
                      <a:r>
                        <a:rPr sz="1200" spc="35" dirty="0">
                          <a:latin typeface="Century Gothic"/>
                          <a:cs typeface="Century Gothic"/>
                        </a:rPr>
                        <a:t> </a:t>
                      </a:r>
                      <a:r>
                        <a:rPr sz="1200" spc="-20" dirty="0">
                          <a:latin typeface="Century Gothic"/>
                          <a:cs typeface="Century Gothic"/>
                        </a:rPr>
                        <a:t>good</a:t>
                      </a:r>
                      <a:endParaRPr sz="1200">
                        <a:latin typeface="Century Gothic"/>
                        <a:cs typeface="Century Gothic"/>
                      </a:endParaRPr>
                    </a:p>
                  </a:txBody>
                  <a:tcPr marL="0" marR="0" marT="793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72720">
                        <a:lnSpc>
                          <a:spcPct val="100000"/>
                        </a:lnSpc>
                        <a:spcBef>
                          <a:spcPts val="625"/>
                        </a:spcBef>
                      </a:pPr>
                      <a:r>
                        <a:rPr sz="1200" spc="-10" dirty="0">
                          <a:latin typeface="Century Gothic"/>
                          <a:cs typeface="Century Gothic"/>
                        </a:rPr>
                        <a:t>Excellent</a:t>
                      </a:r>
                      <a:endParaRPr sz="1200">
                        <a:latin typeface="Century Gothic"/>
                        <a:cs typeface="Century Gothic"/>
                      </a:endParaRPr>
                    </a:p>
                  </a:txBody>
                  <a:tcPr marL="0" marR="0" marT="793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356870">
                <a:tc>
                  <a:txBody>
                    <a:bodyPr/>
                    <a:lstStyle/>
                    <a:p>
                      <a:pPr marL="635" algn="ctr">
                        <a:lnSpc>
                          <a:spcPct val="100000"/>
                        </a:lnSpc>
                        <a:spcBef>
                          <a:spcPts val="625"/>
                        </a:spcBef>
                      </a:pPr>
                      <a:r>
                        <a:rPr sz="1200" spc="-10" dirty="0">
                          <a:latin typeface="Century Gothic"/>
                          <a:cs typeface="Century Gothic"/>
                        </a:rPr>
                        <a:t>Behaviours</a:t>
                      </a:r>
                      <a:endParaRPr sz="1200">
                        <a:latin typeface="Century Gothic"/>
                        <a:cs typeface="Century Gothic"/>
                      </a:endParaRPr>
                    </a:p>
                  </a:txBody>
                  <a:tcPr marL="0" marR="0" marT="793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356870">
                <a:tc>
                  <a:txBody>
                    <a:bodyPr/>
                    <a:lstStyle/>
                    <a:p>
                      <a:pPr marL="635" algn="ctr">
                        <a:lnSpc>
                          <a:spcPct val="100000"/>
                        </a:lnSpc>
                        <a:spcBef>
                          <a:spcPts val="625"/>
                        </a:spcBef>
                      </a:pPr>
                      <a:r>
                        <a:rPr sz="1200" spc="-10" dirty="0">
                          <a:latin typeface="Century Gothic"/>
                          <a:cs typeface="Century Gothic"/>
                        </a:rPr>
                        <a:t>Attitudes</a:t>
                      </a:r>
                      <a:endParaRPr sz="1200">
                        <a:latin typeface="Century Gothic"/>
                        <a:cs typeface="Century Gothic"/>
                      </a:endParaRPr>
                    </a:p>
                  </a:txBody>
                  <a:tcPr marL="0" marR="0" marT="793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56870">
                <a:tc>
                  <a:txBody>
                    <a:bodyPr/>
                    <a:lstStyle/>
                    <a:p>
                      <a:pPr marL="635" algn="ctr">
                        <a:lnSpc>
                          <a:spcPct val="100000"/>
                        </a:lnSpc>
                        <a:spcBef>
                          <a:spcPts val="625"/>
                        </a:spcBef>
                      </a:pPr>
                      <a:r>
                        <a:rPr sz="1200" spc="-10" dirty="0">
                          <a:latin typeface="Century Gothic"/>
                          <a:cs typeface="Century Gothic"/>
                        </a:rPr>
                        <a:t>Capabilities</a:t>
                      </a:r>
                      <a:endParaRPr sz="1200">
                        <a:latin typeface="Century Gothic"/>
                        <a:cs typeface="Century Gothic"/>
                      </a:endParaRPr>
                    </a:p>
                  </a:txBody>
                  <a:tcPr marL="0" marR="0" marT="7937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12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6" name="object 6"/>
          <p:cNvSpPr txBox="1"/>
          <p:nvPr/>
        </p:nvSpPr>
        <p:spPr>
          <a:xfrm>
            <a:off x="311142" y="8650593"/>
            <a:ext cx="5635625" cy="726440"/>
          </a:xfrm>
          <a:prstGeom prst="rect">
            <a:avLst/>
          </a:prstGeom>
        </p:spPr>
        <p:txBody>
          <a:bodyPr vert="horz" wrap="square" lIns="0" tIns="12700" rIns="0" bIns="0" rtlCol="0">
            <a:spAutoFit/>
          </a:bodyPr>
          <a:lstStyle/>
          <a:p>
            <a:pPr marL="12700">
              <a:lnSpc>
                <a:spcPct val="100000"/>
              </a:lnSpc>
              <a:spcBef>
                <a:spcPts val="100"/>
              </a:spcBef>
              <a:tabLst>
                <a:tab pos="5593080" algn="l"/>
              </a:tabLst>
            </a:pPr>
            <a:r>
              <a:rPr sz="1200" spc="75" dirty="0">
                <a:latin typeface="Century Gothic"/>
                <a:cs typeface="Century Gothic"/>
              </a:rPr>
              <a:t>Tutor</a:t>
            </a:r>
            <a:r>
              <a:rPr sz="1200" spc="30" dirty="0">
                <a:latin typeface="Century Gothic"/>
                <a:cs typeface="Century Gothic"/>
              </a:rPr>
              <a:t> </a:t>
            </a:r>
            <a:r>
              <a:rPr sz="1200" dirty="0">
                <a:latin typeface="Century Gothic"/>
                <a:cs typeface="Century Gothic"/>
              </a:rPr>
              <a:t>Signature </a:t>
            </a:r>
            <a:r>
              <a:rPr sz="1200" u="sng" dirty="0">
                <a:uFill>
                  <a:solidFill>
                    <a:srgbClr val="000000"/>
                  </a:solidFill>
                </a:uFill>
                <a:latin typeface="Times New Roman"/>
                <a:cs typeface="Times New Roman"/>
              </a:rPr>
              <a:t>	</a:t>
            </a:r>
            <a:endParaRPr sz="1200">
              <a:latin typeface="Times New Roman"/>
              <a:cs typeface="Times New Roman"/>
            </a:endParaRPr>
          </a:p>
          <a:p>
            <a:pPr>
              <a:lnSpc>
                <a:spcPct val="100000"/>
              </a:lnSpc>
              <a:spcBef>
                <a:spcPts val="1260"/>
              </a:spcBef>
            </a:pPr>
            <a:endParaRPr sz="1200">
              <a:latin typeface="Times New Roman"/>
              <a:cs typeface="Times New Roman"/>
            </a:endParaRPr>
          </a:p>
          <a:p>
            <a:pPr marL="12700">
              <a:lnSpc>
                <a:spcPct val="100000"/>
              </a:lnSpc>
              <a:tabLst>
                <a:tab pos="5622290" algn="l"/>
              </a:tabLst>
            </a:pPr>
            <a:r>
              <a:rPr sz="1200" dirty="0">
                <a:latin typeface="Century Gothic"/>
                <a:cs typeface="Century Gothic"/>
              </a:rPr>
              <a:t>Learner</a:t>
            </a:r>
            <a:r>
              <a:rPr sz="1200" spc="140" dirty="0">
                <a:latin typeface="Century Gothic"/>
                <a:cs typeface="Century Gothic"/>
              </a:rPr>
              <a:t> </a:t>
            </a:r>
            <a:r>
              <a:rPr sz="1200" dirty="0">
                <a:latin typeface="Century Gothic"/>
                <a:cs typeface="Century Gothic"/>
              </a:rPr>
              <a:t>Signature</a:t>
            </a:r>
            <a:r>
              <a:rPr sz="1200" spc="140" dirty="0">
                <a:latin typeface="Century Gothic"/>
                <a:cs typeface="Century Gothic"/>
              </a:rPr>
              <a:t> </a:t>
            </a:r>
            <a:r>
              <a:rPr sz="1200" u="sng" dirty="0">
                <a:uFill>
                  <a:solidFill>
                    <a:srgbClr val="000000"/>
                  </a:solidFill>
                </a:uFill>
                <a:latin typeface="Times New Roman"/>
                <a:cs typeface="Times New Roman"/>
              </a:rPr>
              <a:t>	</a:t>
            </a:r>
            <a:endParaRPr sz="1200">
              <a:latin typeface="Times New Roman"/>
              <a:cs typeface="Times New Roman"/>
            </a:endParaRPr>
          </a:p>
        </p:txBody>
      </p:sp>
      <p:pic>
        <p:nvPicPr>
          <p:cNvPr id="7" name="object 7" descr="A close up of a sign  Description automatically generated"/>
          <p:cNvPicPr/>
          <p:nvPr/>
        </p:nvPicPr>
        <p:blipFill>
          <a:blip r:embed="rId3" cstate="print"/>
          <a:stretch>
            <a:fillRect/>
          </a:stretch>
        </p:blipFill>
        <p:spPr>
          <a:xfrm>
            <a:off x="5634228" y="457200"/>
            <a:ext cx="888491" cy="539495"/>
          </a:xfrm>
          <a:prstGeom prst="rect">
            <a:avLst/>
          </a:prstGeom>
        </p:spPr>
      </p:pic>
      <p:sp>
        <p:nvSpPr>
          <p:cNvPr id="8" name="object 8"/>
          <p:cNvSpPr txBox="1"/>
          <p:nvPr/>
        </p:nvSpPr>
        <p:spPr>
          <a:xfrm>
            <a:off x="244717" y="29296"/>
            <a:ext cx="6316345" cy="1602740"/>
          </a:xfrm>
          <a:prstGeom prst="rect">
            <a:avLst/>
          </a:prstGeom>
        </p:spPr>
        <p:txBody>
          <a:bodyPr vert="horz" wrap="square" lIns="0" tIns="12700" rIns="0" bIns="0" rtlCol="0">
            <a:spAutoFit/>
          </a:bodyPr>
          <a:lstStyle/>
          <a:p>
            <a:pPr marL="1398905" marR="1355090" algn="ctr">
              <a:lnSpc>
                <a:spcPct val="100000"/>
              </a:lnSpc>
              <a:spcBef>
                <a:spcPts val="100"/>
              </a:spcBef>
            </a:pPr>
            <a:r>
              <a:rPr sz="2000" spc="260" dirty="0">
                <a:latin typeface="Calibri"/>
                <a:cs typeface="Calibri"/>
              </a:rPr>
              <a:t>PARTICIPATION</a:t>
            </a:r>
            <a:r>
              <a:rPr sz="2000" spc="90" dirty="0">
                <a:latin typeface="Calibri"/>
                <a:cs typeface="Calibri"/>
              </a:rPr>
              <a:t> </a:t>
            </a:r>
            <a:r>
              <a:rPr sz="2000" spc="320" dirty="0">
                <a:latin typeface="Calibri"/>
                <a:cs typeface="Calibri"/>
              </a:rPr>
              <a:t>PERSONAL </a:t>
            </a:r>
            <a:r>
              <a:rPr sz="2000" spc="310" dirty="0">
                <a:latin typeface="Calibri"/>
                <a:cs typeface="Calibri"/>
              </a:rPr>
              <a:t>BEHAVIOURS</a:t>
            </a:r>
            <a:r>
              <a:rPr sz="2000" spc="80" dirty="0">
                <a:latin typeface="Calibri"/>
                <a:cs typeface="Calibri"/>
              </a:rPr>
              <a:t> </a:t>
            </a:r>
            <a:r>
              <a:rPr sz="2000" spc="315" dirty="0">
                <a:latin typeface="Calibri"/>
                <a:cs typeface="Calibri"/>
              </a:rPr>
              <a:t>AND </a:t>
            </a:r>
            <a:r>
              <a:rPr sz="2000" spc="305" dirty="0">
                <a:latin typeface="Calibri"/>
                <a:cs typeface="Calibri"/>
              </a:rPr>
              <a:t>STANDARDS</a:t>
            </a:r>
            <a:endParaRPr sz="2000">
              <a:latin typeface="Calibri"/>
              <a:cs typeface="Calibri"/>
            </a:endParaRPr>
          </a:p>
          <a:p>
            <a:pPr marL="12700" marR="5080">
              <a:lnSpc>
                <a:spcPct val="100000"/>
              </a:lnSpc>
              <a:spcBef>
                <a:spcPts val="894"/>
              </a:spcBef>
            </a:pPr>
            <a:r>
              <a:rPr sz="1200" b="1" spc="135" dirty="0">
                <a:latin typeface="Calibri"/>
                <a:cs typeface="Calibri"/>
              </a:rPr>
              <a:t>Q8)</a:t>
            </a:r>
            <a:r>
              <a:rPr sz="1200" b="1" spc="100" dirty="0">
                <a:latin typeface="Calibri"/>
                <a:cs typeface="Calibri"/>
              </a:rPr>
              <a:t> </a:t>
            </a:r>
            <a:r>
              <a:rPr sz="1200" spc="105" dirty="0">
                <a:latin typeface="Century Gothic"/>
                <a:cs typeface="Century Gothic"/>
              </a:rPr>
              <a:t>List</a:t>
            </a:r>
            <a:r>
              <a:rPr sz="1200" spc="15" dirty="0">
                <a:latin typeface="Century Gothic"/>
                <a:cs typeface="Century Gothic"/>
              </a:rPr>
              <a:t> </a:t>
            </a:r>
            <a:r>
              <a:rPr sz="1200" spc="75" dirty="0">
                <a:latin typeface="Century Gothic"/>
                <a:cs typeface="Century Gothic"/>
              </a:rPr>
              <a:t>in</a:t>
            </a:r>
            <a:r>
              <a:rPr sz="1200" dirty="0">
                <a:latin typeface="Century Gothic"/>
                <a:cs typeface="Century Gothic"/>
              </a:rPr>
              <a:t> an</a:t>
            </a:r>
            <a:r>
              <a:rPr sz="1200" spc="30" dirty="0">
                <a:latin typeface="Century Gothic"/>
                <a:cs typeface="Century Gothic"/>
              </a:rPr>
              <a:t> </a:t>
            </a:r>
            <a:r>
              <a:rPr sz="1200" dirty="0">
                <a:latin typeface="Century Gothic"/>
                <a:cs typeface="Century Gothic"/>
              </a:rPr>
              <a:t>action</a:t>
            </a:r>
            <a:r>
              <a:rPr sz="1200" spc="5" dirty="0">
                <a:latin typeface="Century Gothic"/>
                <a:cs typeface="Century Gothic"/>
              </a:rPr>
              <a:t> </a:t>
            </a:r>
            <a:r>
              <a:rPr sz="1200" dirty="0">
                <a:latin typeface="Century Gothic"/>
                <a:cs typeface="Century Gothic"/>
              </a:rPr>
              <a:t>plan,</a:t>
            </a:r>
            <a:r>
              <a:rPr sz="1200" spc="10" dirty="0">
                <a:latin typeface="Century Gothic"/>
                <a:cs typeface="Century Gothic"/>
              </a:rPr>
              <a:t> </a:t>
            </a:r>
            <a:r>
              <a:rPr sz="1200" spc="-10" dirty="0">
                <a:latin typeface="Century Gothic"/>
                <a:cs typeface="Century Gothic"/>
              </a:rPr>
              <a:t>areas</a:t>
            </a:r>
            <a:r>
              <a:rPr sz="1200" spc="25" dirty="0">
                <a:latin typeface="Century Gothic"/>
                <a:cs typeface="Century Gothic"/>
              </a:rPr>
              <a:t> </a:t>
            </a:r>
            <a:r>
              <a:rPr sz="1200" dirty="0">
                <a:latin typeface="Century Gothic"/>
                <a:cs typeface="Century Gothic"/>
              </a:rPr>
              <a:t>for</a:t>
            </a:r>
            <a:r>
              <a:rPr sz="1200" spc="-5" dirty="0">
                <a:latin typeface="Century Gothic"/>
                <a:cs typeface="Century Gothic"/>
              </a:rPr>
              <a:t> </a:t>
            </a:r>
            <a:r>
              <a:rPr sz="1200" dirty="0">
                <a:latin typeface="Century Gothic"/>
                <a:cs typeface="Century Gothic"/>
              </a:rPr>
              <a:t>development</a:t>
            </a:r>
            <a:r>
              <a:rPr sz="1200" spc="15" dirty="0">
                <a:latin typeface="Century Gothic"/>
                <a:cs typeface="Century Gothic"/>
              </a:rPr>
              <a:t> </a:t>
            </a:r>
            <a:r>
              <a:rPr sz="1200" dirty="0">
                <a:latin typeface="Century Gothic"/>
                <a:cs typeface="Century Gothic"/>
              </a:rPr>
              <a:t>to</a:t>
            </a:r>
            <a:r>
              <a:rPr sz="1200" spc="5" dirty="0">
                <a:latin typeface="Century Gothic"/>
                <a:cs typeface="Century Gothic"/>
              </a:rPr>
              <a:t> </a:t>
            </a:r>
            <a:r>
              <a:rPr sz="1200" dirty="0">
                <a:latin typeface="Century Gothic"/>
                <a:cs typeface="Century Gothic"/>
              </a:rPr>
              <a:t>meet</a:t>
            </a:r>
            <a:r>
              <a:rPr sz="1200" spc="30" dirty="0">
                <a:latin typeface="Century Gothic"/>
                <a:cs typeface="Century Gothic"/>
              </a:rPr>
              <a:t> </a:t>
            </a:r>
            <a:r>
              <a:rPr sz="1200" dirty="0">
                <a:latin typeface="Century Gothic"/>
                <a:cs typeface="Century Gothic"/>
              </a:rPr>
              <a:t>the</a:t>
            </a:r>
            <a:r>
              <a:rPr sz="1200" spc="10" dirty="0">
                <a:latin typeface="Century Gothic"/>
                <a:cs typeface="Century Gothic"/>
              </a:rPr>
              <a:t> </a:t>
            </a:r>
            <a:r>
              <a:rPr sz="1200" dirty="0">
                <a:latin typeface="Century Gothic"/>
                <a:cs typeface="Century Gothic"/>
              </a:rPr>
              <a:t>behaviours,</a:t>
            </a:r>
            <a:r>
              <a:rPr sz="1200" spc="5" dirty="0">
                <a:latin typeface="Century Gothic"/>
                <a:cs typeface="Century Gothic"/>
              </a:rPr>
              <a:t> </a:t>
            </a:r>
            <a:r>
              <a:rPr sz="1200" spc="-10" dirty="0">
                <a:latin typeface="Century Gothic"/>
                <a:cs typeface="Century Gothic"/>
              </a:rPr>
              <a:t>attitudes and</a:t>
            </a:r>
            <a:r>
              <a:rPr sz="1200" spc="95" dirty="0">
                <a:latin typeface="Century Gothic"/>
                <a:cs typeface="Century Gothic"/>
              </a:rPr>
              <a:t> </a:t>
            </a:r>
            <a:r>
              <a:rPr sz="1200" dirty="0">
                <a:latin typeface="Century Gothic"/>
                <a:cs typeface="Century Gothic"/>
              </a:rPr>
              <a:t>attributes</a:t>
            </a:r>
            <a:r>
              <a:rPr sz="1200" spc="100" dirty="0">
                <a:latin typeface="Century Gothic"/>
                <a:cs typeface="Century Gothic"/>
              </a:rPr>
              <a:t> </a:t>
            </a:r>
            <a:r>
              <a:rPr sz="1200" dirty="0">
                <a:latin typeface="Century Gothic"/>
                <a:cs typeface="Century Gothic"/>
              </a:rPr>
              <a:t>required</a:t>
            </a:r>
            <a:r>
              <a:rPr sz="1200" spc="95" dirty="0">
                <a:latin typeface="Century Gothic"/>
                <a:cs typeface="Century Gothic"/>
              </a:rPr>
              <a:t> </a:t>
            </a:r>
            <a:r>
              <a:rPr sz="1200" dirty="0">
                <a:latin typeface="Century Gothic"/>
                <a:cs typeface="Century Gothic"/>
              </a:rPr>
              <a:t>to</a:t>
            </a:r>
            <a:r>
              <a:rPr sz="1200" spc="85" dirty="0">
                <a:latin typeface="Century Gothic"/>
                <a:cs typeface="Century Gothic"/>
              </a:rPr>
              <a:t> </a:t>
            </a:r>
            <a:r>
              <a:rPr sz="1200" dirty="0">
                <a:latin typeface="Century Gothic"/>
                <a:cs typeface="Century Gothic"/>
              </a:rPr>
              <a:t>participate</a:t>
            </a:r>
            <a:r>
              <a:rPr sz="1200" spc="85" dirty="0">
                <a:latin typeface="Century Gothic"/>
                <a:cs typeface="Century Gothic"/>
              </a:rPr>
              <a:t> </a:t>
            </a:r>
            <a:r>
              <a:rPr sz="1200" spc="75" dirty="0">
                <a:latin typeface="Century Gothic"/>
                <a:cs typeface="Century Gothic"/>
              </a:rPr>
              <a:t>in</a:t>
            </a:r>
            <a:r>
              <a:rPr sz="1200" spc="100" dirty="0">
                <a:latin typeface="Century Gothic"/>
                <a:cs typeface="Century Gothic"/>
              </a:rPr>
              <a:t> </a:t>
            </a:r>
            <a:r>
              <a:rPr sz="1200" spc="-10" dirty="0">
                <a:latin typeface="Century Gothic"/>
                <a:cs typeface="Century Gothic"/>
              </a:rPr>
              <a:t>activities</a:t>
            </a:r>
            <a:endParaRPr sz="1200">
              <a:latin typeface="Century Gothic"/>
              <a:cs typeface="Century Gothic"/>
            </a:endParaRPr>
          </a:p>
          <a:p>
            <a:pPr marL="12700">
              <a:lnSpc>
                <a:spcPct val="100000"/>
              </a:lnSpc>
            </a:pPr>
            <a:r>
              <a:rPr sz="1200" dirty="0">
                <a:latin typeface="Century Gothic"/>
                <a:cs typeface="Century Gothic"/>
              </a:rPr>
              <a:t>(Ref</a:t>
            </a:r>
            <a:r>
              <a:rPr sz="1200" spc="20" dirty="0">
                <a:latin typeface="Century Gothic"/>
                <a:cs typeface="Century Gothic"/>
              </a:rPr>
              <a:t> </a:t>
            </a:r>
            <a:r>
              <a:rPr sz="1200" spc="170" dirty="0">
                <a:latin typeface="Century Gothic"/>
                <a:cs typeface="Century Gothic"/>
              </a:rPr>
              <a:t>F</a:t>
            </a:r>
            <a:r>
              <a:rPr sz="1200" spc="15" dirty="0">
                <a:latin typeface="Century Gothic"/>
                <a:cs typeface="Century Gothic"/>
              </a:rPr>
              <a:t> </a:t>
            </a:r>
            <a:r>
              <a:rPr sz="1200" spc="-20" dirty="0">
                <a:latin typeface="Century Gothic"/>
                <a:cs typeface="Century Gothic"/>
              </a:rPr>
              <a:t>3.2)</a:t>
            </a:r>
            <a:endParaRPr sz="1200">
              <a:latin typeface="Century Gothic"/>
              <a:cs typeface="Century Gothic"/>
            </a:endParaRPr>
          </a:p>
        </p:txBody>
      </p:sp>
      <p:sp>
        <p:nvSpPr>
          <p:cNvPr id="9" name="object 9"/>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10" name="object 10"/>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23</a:t>
            </a:fld>
            <a:endParaRPr spc="-25" dirty="0"/>
          </a:p>
        </p:txBody>
      </p:sp>
      <p:sp>
        <p:nvSpPr>
          <p:cNvPr id="11" name="TextBox 10">
            <a:extLst>
              <a:ext uri="{FF2B5EF4-FFF2-40B4-BE49-F238E27FC236}">
                <a16:creationId xmlns:a16="http://schemas.microsoft.com/office/drawing/2014/main" id="{3591067E-44B3-366E-4391-DD328DE10869}"/>
              </a:ext>
            </a:extLst>
          </p:cNvPr>
          <p:cNvSpPr txBox="1"/>
          <p:nvPr/>
        </p:nvSpPr>
        <p:spPr>
          <a:xfrm>
            <a:off x="1656767" y="2139486"/>
            <a:ext cx="4860614" cy="1137114"/>
          </a:xfrm>
          <a:prstGeom prst="rect">
            <a:avLst/>
          </a:prstGeom>
          <a:noFill/>
          <a:ln>
            <a:solidFill>
              <a:schemeClr val="tx1"/>
            </a:solidFill>
          </a:ln>
        </p:spPr>
        <p:txBody>
          <a:bodyPr wrap="square" rtlCol="0">
            <a:spAutoFit/>
          </a:bodyPr>
          <a:lstStyle/>
          <a:p>
            <a:endParaRPr lang="en-GB" dirty="0"/>
          </a:p>
        </p:txBody>
      </p:sp>
      <p:sp>
        <p:nvSpPr>
          <p:cNvPr id="12" name="TextBox 11">
            <a:extLst>
              <a:ext uri="{FF2B5EF4-FFF2-40B4-BE49-F238E27FC236}">
                <a16:creationId xmlns:a16="http://schemas.microsoft.com/office/drawing/2014/main" id="{D51F6216-E696-63D1-3175-890D28385F7A}"/>
              </a:ext>
            </a:extLst>
          </p:cNvPr>
          <p:cNvSpPr txBox="1"/>
          <p:nvPr/>
        </p:nvSpPr>
        <p:spPr>
          <a:xfrm>
            <a:off x="1689219" y="3439146"/>
            <a:ext cx="4860614" cy="1137114"/>
          </a:xfrm>
          <a:prstGeom prst="rect">
            <a:avLst/>
          </a:prstGeom>
          <a:noFill/>
          <a:ln>
            <a:solidFill>
              <a:schemeClr val="tx1"/>
            </a:solidFill>
          </a:ln>
        </p:spPr>
        <p:txBody>
          <a:bodyPr wrap="square" rtlCol="0">
            <a:spAutoFit/>
          </a:bodyPr>
          <a:lstStyle/>
          <a:p>
            <a:endParaRPr lang="en-GB" dirty="0"/>
          </a:p>
        </p:txBody>
      </p:sp>
      <p:sp>
        <p:nvSpPr>
          <p:cNvPr id="13" name="TextBox 12">
            <a:extLst>
              <a:ext uri="{FF2B5EF4-FFF2-40B4-BE49-F238E27FC236}">
                <a16:creationId xmlns:a16="http://schemas.microsoft.com/office/drawing/2014/main" id="{103B0D4A-A287-71F2-73A6-8A419819FF12}"/>
              </a:ext>
            </a:extLst>
          </p:cNvPr>
          <p:cNvSpPr txBox="1"/>
          <p:nvPr/>
        </p:nvSpPr>
        <p:spPr>
          <a:xfrm>
            <a:off x="1626287" y="4615250"/>
            <a:ext cx="4860614" cy="1137114"/>
          </a:xfrm>
          <a:prstGeom prst="rect">
            <a:avLst/>
          </a:prstGeom>
          <a:noFill/>
          <a:ln>
            <a:solidFill>
              <a:schemeClr val="tx1"/>
            </a:solidFill>
          </a:ln>
        </p:spPr>
        <p:txBody>
          <a:bodyPr wrap="square" rtlCol="0">
            <a:spAutoFit/>
          </a:bodyPr>
          <a:lstStyle/>
          <a:p>
            <a:endParaRPr lang="en-GB" dirty="0"/>
          </a:p>
        </p:txBody>
      </p:sp>
      <p:sp>
        <p:nvSpPr>
          <p:cNvPr id="14" name="TextBox 13">
            <a:extLst>
              <a:ext uri="{FF2B5EF4-FFF2-40B4-BE49-F238E27FC236}">
                <a16:creationId xmlns:a16="http://schemas.microsoft.com/office/drawing/2014/main" id="{C314471F-FE85-5998-436F-B4840751B968}"/>
              </a:ext>
            </a:extLst>
          </p:cNvPr>
          <p:cNvSpPr txBox="1"/>
          <p:nvPr/>
        </p:nvSpPr>
        <p:spPr>
          <a:xfrm>
            <a:off x="2171198" y="5996648"/>
            <a:ext cx="3958210" cy="447306"/>
          </a:xfrm>
          <a:prstGeom prst="rect">
            <a:avLst/>
          </a:prstGeom>
          <a:noFill/>
          <a:ln>
            <a:solidFill>
              <a:schemeClr val="tx1"/>
            </a:solidFill>
          </a:ln>
        </p:spPr>
        <p:txBody>
          <a:bodyPr wrap="square" rtlCol="0">
            <a:spAutoFit/>
          </a:bodyPr>
          <a:lstStyle/>
          <a:p>
            <a:endParaRPr lang="en-GB" dirty="0"/>
          </a:p>
        </p:txBody>
      </p:sp>
      <p:sp>
        <p:nvSpPr>
          <p:cNvPr id="15" name="TextBox 14">
            <a:extLst>
              <a:ext uri="{FF2B5EF4-FFF2-40B4-BE49-F238E27FC236}">
                <a16:creationId xmlns:a16="http://schemas.microsoft.com/office/drawing/2014/main" id="{1B7F3090-DB46-547D-85DD-BEC81D238A3E}"/>
              </a:ext>
            </a:extLst>
          </p:cNvPr>
          <p:cNvSpPr txBox="1"/>
          <p:nvPr/>
        </p:nvSpPr>
        <p:spPr>
          <a:xfrm>
            <a:off x="1703073" y="8499794"/>
            <a:ext cx="3958210" cy="447306"/>
          </a:xfrm>
          <a:prstGeom prst="rect">
            <a:avLst/>
          </a:prstGeom>
          <a:noFill/>
          <a:ln>
            <a:solidFill>
              <a:schemeClr val="tx1"/>
            </a:solidFill>
          </a:ln>
        </p:spPr>
        <p:txBody>
          <a:bodyPr wrap="square" rtlCol="0">
            <a:spAutoFit/>
          </a:bodyPr>
          <a:lstStyle/>
          <a:p>
            <a:endParaRPr lang="en-GB" dirty="0"/>
          </a:p>
        </p:txBody>
      </p:sp>
      <p:sp>
        <p:nvSpPr>
          <p:cNvPr id="16" name="TextBox 15">
            <a:extLst>
              <a:ext uri="{FF2B5EF4-FFF2-40B4-BE49-F238E27FC236}">
                <a16:creationId xmlns:a16="http://schemas.microsoft.com/office/drawing/2014/main" id="{B5CF2309-2667-7BF4-9543-AA4688DC2D45}"/>
              </a:ext>
            </a:extLst>
          </p:cNvPr>
          <p:cNvSpPr txBox="1"/>
          <p:nvPr/>
        </p:nvSpPr>
        <p:spPr>
          <a:xfrm>
            <a:off x="1859698" y="9038678"/>
            <a:ext cx="3958210" cy="447306"/>
          </a:xfrm>
          <a:prstGeom prst="rect">
            <a:avLst/>
          </a:prstGeom>
          <a:noFill/>
          <a:ln>
            <a:solidFill>
              <a:schemeClr val="tx1"/>
            </a:solidFill>
          </a:ln>
        </p:spPr>
        <p:txBody>
          <a:bodyPr wrap="square" rtlCol="0">
            <a:spAutoFit/>
          </a:bodyPr>
          <a:lstStyle/>
          <a:p>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858000" cy="9906000"/>
          </a:xfrm>
          <a:prstGeom prst="rect">
            <a:avLst/>
          </a:prstGeom>
        </p:spPr>
      </p:pic>
      <p:graphicFrame>
        <p:nvGraphicFramePr>
          <p:cNvPr id="3" name="object 3"/>
          <p:cNvGraphicFramePr>
            <a:graphicFrameLocks noGrp="1"/>
          </p:cNvGraphicFramePr>
          <p:nvPr/>
        </p:nvGraphicFramePr>
        <p:xfrm>
          <a:off x="239421" y="1580200"/>
          <a:ext cx="6334759" cy="7470140"/>
        </p:xfrm>
        <a:graphic>
          <a:graphicData uri="http://schemas.openxmlformats.org/drawingml/2006/table">
            <a:tbl>
              <a:tblPr firstRow="1" bandRow="1">
                <a:tableStyleId>{2D5ABB26-0587-4C30-8999-92F81FD0307C}</a:tableStyleId>
              </a:tblPr>
              <a:tblGrid>
                <a:gridCol w="405130">
                  <a:extLst>
                    <a:ext uri="{9D8B030D-6E8A-4147-A177-3AD203B41FA5}">
                      <a16:colId xmlns:a16="http://schemas.microsoft.com/office/drawing/2014/main" val="20000"/>
                    </a:ext>
                  </a:extLst>
                </a:gridCol>
                <a:gridCol w="462914">
                  <a:extLst>
                    <a:ext uri="{9D8B030D-6E8A-4147-A177-3AD203B41FA5}">
                      <a16:colId xmlns:a16="http://schemas.microsoft.com/office/drawing/2014/main" val="20001"/>
                    </a:ext>
                  </a:extLst>
                </a:gridCol>
                <a:gridCol w="935990">
                  <a:extLst>
                    <a:ext uri="{9D8B030D-6E8A-4147-A177-3AD203B41FA5}">
                      <a16:colId xmlns:a16="http://schemas.microsoft.com/office/drawing/2014/main" val="20002"/>
                    </a:ext>
                  </a:extLst>
                </a:gridCol>
                <a:gridCol w="2150110">
                  <a:extLst>
                    <a:ext uri="{9D8B030D-6E8A-4147-A177-3AD203B41FA5}">
                      <a16:colId xmlns:a16="http://schemas.microsoft.com/office/drawing/2014/main" val="20003"/>
                    </a:ext>
                  </a:extLst>
                </a:gridCol>
                <a:gridCol w="657860">
                  <a:extLst>
                    <a:ext uri="{9D8B030D-6E8A-4147-A177-3AD203B41FA5}">
                      <a16:colId xmlns:a16="http://schemas.microsoft.com/office/drawing/2014/main" val="20004"/>
                    </a:ext>
                  </a:extLst>
                </a:gridCol>
                <a:gridCol w="863600">
                  <a:extLst>
                    <a:ext uri="{9D8B030D-6E8A-4147-A177-3AD203B41FA5}">
                      <a16:colId xmlns:a16="http://schemas.microsoft.com/office/drawing/2014/main" val="20005"/>
                    </a:ext>
                  </a:extLst>
                </a:gridCol>
                <a:gridCol w="859155">
                  <a:extLst>
                    <a:ext uri="{9D8B030D-6E8A-4147-A177-3AD203B41FA5}">
                      <a16:colId xmlns:a16="http://schemas.microsoft.com/office/drawing/2014/main" val="20006"/>
                    </a:ext>
                  </a:extLst>
                </a:gridCol>
              </a:tblGrid>
              <a:tr h="395605">
                <a:tc gridSpan="2">
                  <a:txBody>
                    <a:bodyPr/>
                    <a:lstStyle/>
                    <a:p>
                      <a:pPr marL="95885" marR="97155">
                        <a:lnSpc>
                          <a:spcPct val="100000"/>
                        </a:lnSpc>
                        <a:spcBef>
                          <a:spcPts val="305"/>
                        </a:spcBef>
                      </a:pPr>
                      <a:r>
                        <a:rPr sz="1000" spc="-10" dirty="0">
                          <a:latin typeface="Century Gothic"/>
                          <a:cs typeface="Century Gothic"/>
                        </a:rPr>
                        <a:t>Learning Outcomes</a:t>
                      </a:r>
                      <a:endParaRPr sz="1000">
                        <a:latin typeface="Century Gothic"/>
                        <a:cs typeface="Century Gothic"/>
                      </a:endParaRPr>
                    </a:p>
                  </a:txBody>
                  <a:tcPr marL="0" marR="0" marT="3873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a:txBody>
                    <a:bodyPr/>
                    <a:lstStyle/>
                    <a:p>
                      <a:pPr marL="91440" marR="248285">
                        <a:lnSpc>
                          <a:spcPct val="100000"/>
                        </a:lnSpc>
                        <a:spcBef>
                          <a:spcPts val="305"/>
                        </a:spcBef>
                      </a:pPr>
                      <a:r>
                        <a:rPr sz="1000" spc="-20" dirty="0">
                          <a:latin typeface="Century Gothic"/>
                          <a:cs typeface="Century Gothic"/>
                        </a:rPr>
                        <a:t>Date </a:t>
                      </a:r>
                      <a:r>
                        <a:rPr sz="1000" spc="-25" dirty="0">
                          <a:latin typeface="Century Gothic"/>
                          <a:cs typeface="Century Gothic"/>
                        </a:rPr>
                        <a:t>Achieved</a:t>
                      </a:r>
                      <a:endParaRPr sz="1000">
                        <a:latin typeface="Century Gothic"/>
                        <a:cs typeface="Century Gothic"/>
                      </a:endParaRPr>
                    </a:p>
                  </a:txBody>
                  <a:tcPr marL="0" marR="0" marT="3873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gridSpan="4">
                  <a:txBody>
                    <a:bodyPr/>
                    <a:lstStyle/>
                    <a:p>
                      <a:pPr marL="90805">
                        <a:lnSpc>
                          <a:spcPct val="100000"/>
                        </a:lnSpc>
                        <a:spcBef>
                          <a:spcPts val="305"/>
                        </a:spcBef>
                      </a:pPr>
                      <a:r>
                        <a:rPr sz="1000" dirty="0">
                          <a:latin typeface="Century Gothic"/>
                          <a:cs typeface="Century Gothic"/>
                        </a:rPr>
                        <a:t>Not</a:t>
                      </a:r>
                      <a:r>
                        <a:rPr sz="1000" spc="45" dirty="0">
                          <a:latin typeface="Century Gothic"/>
                          <a:cs typeface="Century Gothic"/>
                        </a:rPr>
                        <a:t> </a:t>
                      </a:r>
                      <a:r>
                        <a:rPr sz="1000" spc="-20" dirty="0">
                          <a:latin typeface="Century Gothic"/>
                          <a:cs typeface="Century Gothic"/>
                        </a:rPr>
                        <a:t>Achieved</a:t>
                      </a:r>
                      <a:r>
                        <a:rPr sz="1000" spc="30" dirty="0">
                          <a:latin typeface="Century Gothic"/>
                          <a:cs typeface="Century Gothic"/>
                        </a:rPr>
                        <a:t> </a:t>
                      </a:r>
                      <a:r>
                        <a:rPr sz="1000" dirty="0">
                          <a:latin typeface="Century Gothic"/>
                          <a:cs typeface="Century Gothic"/>
                        </a:rPr>
                        <a:t>–</a:t>
                      </a:r>
                      <a:r>
                        <a:rPr sz="1000" spc="50" dirty="0">
                          <a:latin typeface="Century Gothic"/>
                          <a:cs typeface="Century Gothic"/>
                        </a:rPr>
                        <a:t> </a:t>
                      </a:r>
                      <a:r>
                        <a:rPr sz="1000" spc="45" dirty="0">
                          <a:latin typeface="Century Gothic"/>
                          <a:cs typeface="Century Gothic"/>
                        </a:rPr>
                        <a:t>Assessment</a:t>
                      </a:r>
                      <a:r>
                        <a:rPr sz="1000" spc="15" dirty="0">
                          <a:latin typeface="Century Gothic"/>
                          <a:cs typeface="Century Gothic"/>
                        </a:rPr>
                        <a:t> </a:t>
                      </a:r>
                      <a:r>
                        <a:rPr sz="1000" dirty="0">
                          <a:latin typeface="Century Gothic"/>
                          <a:cs typeface="Century Gothic"/>
                        </a:rPr>
                        <a:t>criteria</a:t>
                      </a:r>
                      <a:r>
                        <a:rPr sz="1000" spc="50" dirty="0">
                          <a:latin typeface="Century Gothic"/>
                          <a:cs typeface="Century Gothic"/>
                        </a:rPr>
                        <a:t> </a:t>
                      </a:r>
                      <a:r>
                        <a:rPr sz="1000" spc="-10" dirty="0">
                          <a:latin typeface="Century Gothic"/>
                          <a:cs typeface="Century Gothic"/>
                        </a:rPr>
                        <a:t>outstanding</a:t>
                      </a:r>
                      <a:endParaRPr sz="1000">
                        <a:latin typeface="Century Gothic"/>
                        <a:cs typeface="Century Gothic"/>
                      </a:endParaRPr>
                    </a:p>
                  </a:txBody>
                  <a:tcPr marL="0" marR="0" marT="3873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59410">
                <a:tc gridSpan="2">
                  <a:txBody>
                    <a:bodyPr/>
                    <a:lstStyle/>
                    <a:p>
                      <a:pPr marL="4445" algn="ctr">
                        <a:lnSpc>
                          <a:spcPct val="100000"/>
                        </a:lnSpc>
                        <a:spcBef>
                          <a:spcPts val="509"/>
                        </a:spcBef>
                      </a:pPr>
                      <a:r>
                        <a:rPr sz="1400" b="1" spc="-50" dirty="0">
                          <a:latin typeface="Calibri"/>
                          <a:cs typeface="Calibri"/>
                        </a:rPr>
                        <a:t>1</a:t>
                      </a:r>
                      <a:endParaRPr sz="1400">
                        <a:latin typeface="Calibri"/>
                        <a:cs typeface="Calibri"/>
                      </a:endParaRPr>
                    </a:p>
                  </a:txBody>
                  <a:tcPr marL="0" marR="0" marT="64769"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gridSpan="4">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359410">
                <a:tc gridSpan="2">
                  <a:txBody>
                    <a:bodyPr/>
                    <a:lstStyle/>
                    <a:p>
                      <a:pPr marL="3175" algn="ctr">
                        <a:lnSpc>
                          <a:spcPct val="100000"/>
                        </a:lnSpc>
                        <a:spcBef>
                          <a:spcPts val="509"/>
                        </a:spcBef>
                      </a:pPr>
                      <a:r>
                        <a:rPr sz="1400" b="1" spc="60" dirty="0">
                          <a:latin typeface="Calibri"/>
                          <a:cs typeface="Calibri"/>
                        </a:rPr>
                        <a:t>2</a:t>
                      </a:r>
                      <a:endParaRPr sz="1400">
                        <a:latin typeface="Calibri"/>
                        <a:cs typeface="Calibri"/>
                      </a:endParaRPr>
                    </a:p>
                  </a:txBody>
                  <a:tcPr marL="0" marR="0" marT="64769"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gridSpan="4">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359410">
                <a:tc gridSpan="2">
                  <a:txBody>
                    <a:bodyPr/>
                    <a:lstStyle/>
                    <a:p>
                      <a:pPr marL="3175" algn="ctr">
                        <a:lnSpc>
                          <a:spcPct val="100000"/>
                        </a:lnSpc>
                        <a:spcBef>
                          <a:spcPts val="509"/>
                        </a:spcBef>
                      </a:pPr>
                      <a:r>
                        <a:rPr sz="1400" b="1" spc="60" dirty="0">
                          <a:latin typeface="Calibri"/>
                          <a:cs typeface="Calibri"/>
                        </a:rPr>
                        <a:t>3</a:t>
                      </a:r>
                      <a:endParaRPr sz="1400">
                        <a:latin typeface="Calibri"/>
                        <a:cs typeface="Calibri"/>
                      </a:endParaRPr>
                    </a:p>
                  </a:txBody>
                  <a:tcPr marL="0" marR="0" marT="64769"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gridSpan="4">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r h="370205">
                <a:tc gridSpan="2">
                  <a:txBody>
                    <a:bodyPr/>
                    <a:lstStyle/>
                    <a:p>
                      <a:pPr marL="2540" algn="ctr">
                        <a:lnSpc>
                          <a:spcPct val="100000"/>
                        </a:lnSpc>
                        <a:spcBef>
                          <a:spcPts val="509"/>
                        </a:spcBef>
                      </a:pPr>
                      <a:r>
                        <a:rPr sz="1400" b="1" spc="195" dirty="0">
                          <a:latin typeface="Calibri"/>
                          <a:cs typeface="Calibri"/>
                        </a:rPr>
                        <a:t>4</a:t>
                      </a:r>
                      <a:endParaRPr sz="1400">
                        <a:latin typeface="Calibri"/>
                        <a:cs typeface="Calibri"/>
                      </a:endParaRPr>
                    </a:p>
                  </a:txBody>
                  <a:tcPr marL="0" marR="0" marT="64769"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gridSpan="4">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solidFill>
                      <a:srgbClr val="FFFFFF"/>
                    </a:solidFill>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4"/>
                  </a:ext>
                </a:extLst>
              </a:tr>
              <a:tr h="348615">
                <a:tc gridSpan="5">
                  <a:txBody>
                    <a:bodyPr/>
                    <a:lstStyle/>
                    <a:p>
                      <a:pPr marL="64135">
                        <a:lnSpc>
                          <a:spcPct val="100000"/>
                        </a:lnSpc>
                        <a:spcBef>
                          <a:spcPts val="114"/>
                        </a:spcBef>
                      </a:pPr>
                      <a:r>
                        <a:rPr sz="1000" dirty="0">
                          <a:latin typeface="Century Gothic"/>
                          <a:cs typeface="Century Gothic"/>
                        </a:rPr>
                        <a:t>Action</a:t>
                      </a:r>
                      <a:r>
                        <a:rPr sz="1000" spc="-15" dirty="0">
                          <a:latin typeface="Century Gothic"/>
                          <a:cs typeface="Century Gothic"/>
                        </a:rPr>
                        <a:t> </a:t>
                      </a:r>
                      <a:r>
                        <a:rPr sz="1000" dirty="0">
                          <a:latin typeface="Century Gothic"/>
                          <a:cs typeface="Century Gothic"/>
                        </a:rPr>
                        <a:t>Plan</a:t>
                      </a:r>
                      <a:r>
                        <a:rPr sz="1000" dirty="0">
                          <a:latin typeface="Arial"/>
                          <a:cs typeface="Arial"/>
                        </a:rPr>
                        <a:t>– to</a:t>
                      </a:r>
                      <a:r>
                        <a:rPr sz="1000" spc="5" dirty="0">
                          <a:latin typeface="Arial"/>
                          <a:cs typeface="Arial"/>
                        </a:rPr>
                        <a:t> </a:t>
                      </a:r>
                      <a:r>
                        <a:rPr sz="1000" dirty="0">
                          <a:latin typeface="Arial"/>
                          <a:cs typeface="Arial"/>
                        </a:rPr>
                        <a:t>include attendance</a:t>
                      </a:r>
                      <a:r>
                        <a:rPr sz="1000" spc="-20" dirty="0">
                          <a:latin typeface="Arial"/>
                          <a:cs typeface="Arial"/>
                        </a:rPr>
                        <a:t> </a:t>
                      </a:r>
                      <a:r>
                        <a:rPr sz="1000" dirty="0">
                          <a:latin typeface="Arial"/>
                          <a:cs typeface="Arial"/>
                        </a:rPr>
                        <a:t>and learner</a:t>
                      </a:r>
                      <a:r>
                        <a:rPr sz="1000" spc="5" dirty="0">
                          <a:latin typeface="Arial"/>
                          <a:cs typeface="Arial"/>
                        </a:rPr>
                        <a:t> </a:t>
                      </a:r>
                      <a:r>
                        <a:rPr sz="1000" spc="-10" dirty="0">
                          <a:latin typeface="Arial"/>
                          <a:cs typeface="Arial"/>
                        </a:rPr>
                        <a:t>improvements</a:t>
                      </a:r>
                      <a:endParaRPr sz="1000">
                        <a:latin typeface="Arial"/>
                        <a:cs typeface="Arial"/>
                      </a:endParaRPr>
                    </a:p>
                  </a:txBody>
                  <a:tcPr marL="0" marR="0" marT="1460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59690" marR="383540">
                        <a:lnSpc>
                          <a:spcPts val="1380"/>
                        </a:lnSpc>
                      </a:pPr>
                      <a:r>
                        <a:rPr sz="1000" spc="-10" dirty="0">
                          <a:latin typeface="Century Gothic"/>
                          <a:cs typeface="Century Gothic"/>
                        </a:rPr>
                        <a:t>Target </a:t>
                      </a:r>
                      <a:r>
                        <a:rPr sz="1000" spc="-20" dirty="0">
                          <a:latin typeface="Century Gothic"/>
                          <a:cs typeface="Century Gothic"/>
                        </a:rPr>
                        <a:t>Date</a:t>
                      </a:r>
                      <a:endParaRPr sz="1000">
                        <a:latin typeface="Century Gothic"/>
                        <a:cs typeface="Century Gothic"/>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marL="59690">
                        <a:lnSpc>
                          <a:spcPct val="100000"/>
                        </a:lnSpc>
                        <a:spcBef>
                          <a:spcPts val="114"/>
                        </a:spcBef>
                      </a:pPr>
                      <a:r>
                        <a:rPr sz="1000" spc="-10" dirty="0">
                          <a:latin typeface="Century Gothic"/>
                          <a:cs typeface="Century Gothic"/>
                        </a:rPr>
                        <a:t>Completed</a:t>
                      </a:r>
                      <a:endParaRPr sz="1000">
                        <a:latin typeface="Century Gothic"/>
                        <a:cs typeface="Century Gothic"/>
                      </a:endParaRPr>
                    </a:p>
                  </a:txBody>
                  <a:tcPr marL="0" marR="0" marT="14604"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5"/>
                  </a:ext>
                </a:extLst>
              </a:tr>
              <a:tr h="244475">
                <a:tc>
                  <a:txBody>
                    <a:bodyPr/>
                    <a:lstStyle/>
                    <a:p>
                      <a:pPr marL="4445" algn="ctr">
                        <a:lnSpc>
                          <a:spcPct val="100000"/>
                        </a:lnSpc>
                        <a:spcBef>
                          <a:spcPts val="295"/>
                        </a:spcBef>
                      </a:pPr>
                      <a:r>
                        <a:rPr sz="1100" spc="-50" dirty="0">
                          <a:latin typeface="Century Gothic"/>
                          <a:cs typeface="Century Gothic"/>
                        </a:rPr>
                        <a:t>1</a:t>
                      </a:r>
                      <a:endParaRPr sz="1100">
                        <a:latin typeface="Century Gothic"/>
                        <a:cs typeface="Century Gothic"/>
                      </a:endParaRPr>
                    </a:p>
                  </a:txBody>
                  <a:tcPr marL="0" marR="0" marT="3746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gridSpan="4">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6"/>
                  </a:ext>
                </a:extLst>
              </a:tr>
              <a:tr h="244475">
                <a:tc>
                  <a:txBody>
                    <a:bodyPr/>
                    <a:lstStyle/>
                    <a:p>
                      <a:pPr marL="2540" algn="ctr">
                        <a:lnSpc>
                          <a:spcPct val="100000"/>
                        </a:lnSpc>
                        <a:spcBef>
                          <a:spcPts val="295"/>
                        </a:spcBef>
                      </a:pPr>
                      <a:r>
                        <a:rPr sz="1100" spc="-50" dirty="0">
                          <a:latin typeface="Century Gothic"/>
                          <a:cs typeface="Century Gothic"/>
                        </a:rPr>
                        <a:t>2</a:t>
                      </a:r>
                      <a:endParaRPr sz="1100">
                        <a:latin typeface="Century Gothic"/>
                        <a:cs typeface="Century Gothic"/>
                      </a:endParaRPr>
                    </a:p>
                  </a:txBody>
                  <a:tcPr marL="0" marR="0" marT="3746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gridSpan="4">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7"/>
                  </a:ext>
                </a:extLst>
              </a:tr>
              <a:tr h="244475">
                <a:tc>
                  <a:txBody>
                    <a:bodyPr/>
                    <a:lstStyle/>
                    <a:p>
                      <a:pPr marL="1905" algn="ctr">
                        <a:lnSpc>
                          <a:spcPct val="100000"/>
                        </a:lnSpc>
                        <a:spcBef>
                          <a:spcPts val="295"/>
                        </a:spcBef>
                      </a:pPr>
                      <a:r>
                        <a:rPr sz="1100" spc="-50" dirty="0">
                          <a:latin typeface="Century Gothic"/>
                          <a:cs typeface="Century Gothic"/>
                        </a:rPr>
                        <a:t>3</a:t>
                      </a:r>
                      <a:endParaRPr sz="1100">
                        <a:latin typeface="Century Gothic"/>
                        <a:cs typeface="Century Gothic"/>
                      </a:endParaRPr>
                    </a:p>
                  </a:txBody>
                  <a:tcPr marL="0" marR="0" marT="37465"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gridSpan="4">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tc>
                  <a:txBody>
                    <a:bodyPr/>
                    <a:lstStyle/>
                    <a:p>
                      <a:pPr>
                        <a:lnSpc>
                          <a:spcPct val="100000"/>
                        </a:lnSpc>
                      </a:pPr>
                      <a:endParaRPr sz="1000">
                        <a:latin typeface="Times New Roman"/>
                        <a:cs typeface="Times New Roman"/>
                      </a:endParaRPr>
                    </a:p>
                  </a:txBody>
                  <a:tcPr marL="0" marR="0" marT="0" marB="0">
                    <a:lnL w="19050">
                      <a:solidFill>
                        <a:srgbClr val="000000"/>
                      </a:solidFill>
                      <a:prstDash val="solid"/>
                    </a:lnL>
                    <a:lnR w="19050">
                      <a:solidFill>
                        <a:srgbClr val="000000"/>
                      </a:solidFill>
                      <a:prstDash val="solid"/>
                    </a:lnR>
                    <a:lnT w="19050">
                      <a:solidFill>
                        <a:srgbClr val="000000"/>
                      </a:solidFill>
                      <a:prstDash val="solid"/>
                    </a:lnT>
                    <a:lnB w="19050">
                      <a:solidFill>
                        <a:srgbClr val="000000"/>
                      </a:solidFill>
                      <a:prstDash val="solid"/>
                    </a:lnB>
                  </a:tcPr>
                </a:tc>
                <a:extLst>
                  <a:ext uri="{0D108BD9-81ED-4DB2-BD59-A6C34878D82A}">
                    <a16:rowId xmlns:a16="http://schemas.microsoft.com/office/drawing/2014/main" val="10008"/>
                  </a:ext>
                </a:extLst>
              </a:tr>
              <a:tr h="2712720">
                <a:tc gridSpan="7">
                  <a:txBody>
                    <a:bodyPr/>
                    <a:lstStyle/>
                    <a:p>
                      <a:pPr marL="51435">
                        <a:lnSpc>
                          <a:spcPct val="100000"/>
                        </a:lnSpc>
                        <a:spcBef>
                          <a:spcPts val="259"/>
                        </a:spcBef>
                      </a:pPr>
                      <a:r>
                        <a:rPr sz="1000" u="sng" spc="65" dirty="0">
                          <a:uFill>
                            <a:solidFill>
                              <a:srgbClr val="000000"/>
                            </a:solidFill>
                          </a:uFill>
                          <a:latin typeface="Century Gothic"/>
                          <a:cs typeface="Century Gothic"/>
                        </a:rPr>
                        <a:t>Tutor</a:t>
                      </a:r>
                      <a:r>
                        <a:rPr sz="1000" u="sng" spc="-15" dirty="0">
                          <a:uFill>
                            <a:solidFill>
                              <a:srgbClr val="000000"/>
                            </a:solidFill>
                          </a:uFill>
                          <a:latin typeface="Century Gothic"/>
                          <a:cs typeface="Century Gothic"/>
                        </a:rPr>
                        <a:t> </a:t>
                      </a:r>
                      <a:r>
                        <a:rPr sz="1000" u="sng" spc="-10" dirty="0">
                          <a:uFill>
                            <a:solidFill>
                              <a:srgbClr val="000000"/>
                            </a:solidFill>
                          </a:uFill>
                          <a:latin typeface="Century Gothic"/>
                          <a:cs typeface="Century Gothic"/>
                        </a:rPr>
                        <a:t>Feedback:</a:t>
                      </a:r>
                      <a:endParaRPr sz="1000">
                        <a:latin typeface="Century Gothic"/>
                        <a:cs typeface="Century Gothic"/>
                      </a:endParaRPr>
                    </a:p>
                    <a:p>
                      <a:pPr>
                        <a:lnSpc>
                          <a:spcPct val="100000"/>
                        </a:lnSpc>
                      </a:pPr>
                      <a:endParaRPr sz="1000">
                        <a:latin typeface="Times New Roman"/>
                        <a:cs typeface="Times New Roman"/>
                      </a:endParaRPr>
                    </a:p>
                    <a:p>
                      <a:pPr>
                        <a:lnSpc>
                          <a:spcPct val="100000"/>
                        </a:lnSpc>
                      </a:pPr>
                      <a:endParaRPr sz="1000">
                        <a:latin typeface="Times New Roman"/>
                        <a:cs typeface="Times New Roman"/>
                      </a:endParaRPr>
                    </a:p>
                    <a:p>
                      <a:pPr>
                        <a:lnSpc>
                          <a:spcPct val="100000"/>
                        </a:lnSpc>
                      </a:pPr>
                      <a:endParaRPr sz="1000">
                        <a:latin typeface="Times New Roman"/>
                        <a:cs typeface="Times New Roman"/>
                      </a:endParaRPr>
                    </a:p>
                    <a:p>
                      <a:pPr>
                        <a:lnSpc>
                          <a:spcPct val="100000"/>
                        </a:lnSpc>
                        <a:spcBef>
                          <a:spcPts val="200"/>
                        </a:spcBef>
                      </a:pPr>
                      <a:endParaRPr sz="1000">
                        <a:latin typeface="Times New Roman"/>
                        <a:cs typeface="Times New Roman"/>
                      </a:endParaRPr>
                    </a:p>
                    <a:p>
                      <a:pPr marL="51435">
                        <a:lnSpc>
                          <a:spcPct val="100000"/>
                        </a:lnSpc>
                      </a:pPr>
                      <a:r>
                        <a:rPr sz="1000" u="sng" dirty="0">
                          <a:uFill>
                            <a:solidFill>
                              <a:srgbClr val="000000"/>
                            </a:solidFill>
                          </a:uFill>
                          <a:latin typeface="Century Gothic"/>
                          <a:cs typeface="Century Gothic"/>
                        </a:rPr>
                        <a:t>Learner</a:t>
                      </a:r>
                      <a:r>
                        <a:rPr sz="1000" u="sng" spc="145" dirty="0">
                          <a:uFill>
                            <a:solidFill>
                              <a:srgbClr val="000000"/>
                            </a:solidFill>
                          </a:uFill>
                          <a:latin typeface="Century Gothic"/>
                          <a:cs typeface="Century Gothic"/>
                        </a:rPr>
                        <a:t> </a:t>
                      </a:r>
                      <a:r>
                        <a:rPr sz="1000" u="sng" spc="-10" dirty="0">
                          <a:uFill>
                            <a:solidFill>
                              <a:srgbClr val="000000"/>
                            </a:solidFill>
                          </a:uFill>
                          <a:latin typeface="Century Gothic"/>
                          <a:cs typeface="Century Gothic"/>
                        </a:rPr>
                        <a:t>Feedback:</a:t>
                      </a:r>
                      <a:endParaRPr sz="1000">
                        <a:latin typeface="Century Gothic"/>
                        <a:cs typeface="Century Gothic"/>
                      </a:endParaRPr>
                    </a:p>
                    <a:p>
                      <a:pPr marL="51435">
                        <a:lnSpc>
                          <a:spcPct val="100000"/>
                        </a:lnSpc>
                      </a:pPr>
                      <a:r>
                        <a:rPr sz="1000" dirty="0">
                          <a:latin typeface="Century Gothic"/>
                          <a:cs typeface="Century Gothic"/>
                        </a:rPr>
                        <a:t>Outline</a:t>
                      </a:r>
                      <a:r>
                        <a:rPr sz="1000" spc="75" dirty="0">
                          <a:latin typeface="Century Gothic"/>
                          <a:cs typeface="Century Gothic"/>
                        </a:rPr>
                        <a:t> </a:t>
                      </a:r>
                      <a:r>
                        <a:rPr sz="1000" dirty="0">
                          <a:latin typeface="Century Gothic"/>
                          <a:cs typeface="Century Gothic"/>
                        </a:rPr>
                        <a:t>two</a:t>
                      </a:r>
                      <a:r>
                        <a:rPr sz="1000" spc="65" dirty="0">
                          <a:latin typeface="Century Gothic"/>
                          <a:cs typeface="Century Gothic"/>
                        </a:rPr>
                        <a:t> </a:t>
                      </a:r>
                      <a:r>
                        <a:rPr sz="1000" dirty="0">
                          <a:latin typeface="Century Gothic"/>
                          <a:cs typeface="Century Gothic"/>
                        </a:rPr>
                        <a:t>main</a:t>
                      </a:r>
                      <a:r>
                        <a:rPr sz="1000" spc="75" dirty="0">
                          <a:latin typeface="Century Gothic"/>
                          <a:cs typeface="Century Gothic"/>
                        </a:rPr>
                        <a:t> </a:t>
                      </a:r>
                      <a:r>
                        <a:rPr sz="1000" dirty="0">
                          <a:latin typeface="Century Gothic"/>
                          <a:cs typeface="Century Gothic"/>
                        </a:rPr>
                        <a:t>aspects</a:t>
                      </a:r>
                      <a:r>
                        <a:rPr sz="1000" spc="55" dirty="0">
                          <a:latin typeface="Century Gothic"/>
                          <a:cs typeface="Century Gothic"/>
                        </a:rPr>
                        <a:t> </a:t>
                      </a:r>
                      <a:r>
                        <a:rPr sz="1000" dirty="0">
                          <a:latin typeface="Century Gothic"/>
                          <a:cs typeface="Century Gothic"/>
                        </a:rPr>
                        <a:t>you</a:t>
                      </a:r>
                      <a:r>
                        <a:rPr sz="1000" spc="65" dirty="0">
                          <a:latin typeface="Century Gothic"/>
                          <a:cs typeface="Century Gothic"/>
                        </a:rPr>
                        <a:t> </a:t>
                      </a:r>
                      <a:r>
                        <a:rPr sz="1000" spc="-20" dirty="0">
                          <a:latin typeface="Century Gothic"/>
                          <a:cs typeface="Century Gothic"/>
                        </a:rPr>
                        <a:t>have</a:t>
                      </a:r>
                      <a:r>
                        <a:rPr sz="1000" spc="65" dirty="0">
                          <a:latin typeface="Century Gothic"/>
                          <a:cs typeface="Century Gothic"/>
                        </a:rPr>
                        <a:t> </a:t>
                      </a:r>
                      <a:r>
                        <a:rPr sz="1000" dirty="0">
                          <a:latin typeface="Century Gothic"/>
                          <a:cs typeface="Century Gothic"/>
                        </a:rPr>
                        <a:t>learnt</a:t>
                      </a:r>
                      <a:r>
                        <a:rPr sz="1000" spc="70" dirty="0">
                          <a:latin typeface="Century Gothic"/>
                          <a:cs typeface="Century Gothic"/>
                        </a:rPr>
                        <a:t> </a:t>
                      </a:r>
                      <a:r>
                        <a:rPr sz="1000" dirty="0">
                          <a:latin typeface="Century Gothic"/>
                          <a:cs typeface="Century Gothic"/>
                        </a:rPr>
                        <a:t>from</a:t>
                      </a:r>
                      <a:r>
                        <a:rPr sz="1000" spc="75" dirty="0">
                          <a:latin typeface="Century Gothic"/>
                          <a:cs typeface="Century Gothic"/>
                        </a:rPr>
                        <a:t> </a:t>
                      </a:r>
                      <a:r>
                        <a:rPr sz="1000" spc="65" dirty="0">
                          <a:latin typeface="Century Gothic"/>
                          <a:cs typeface="Century Gothic"/>
                        </a:rPr>
                        <a:t>this</a:t>
                      </a:r>
                      <a:r>
                        <a:rPr sz="1000" spc="70" dirty="0">
                          <a:latin typeface="Century Gothic"/>
                          <a:cs typeface="Century Gothic"/>
                        </a:rPr>
                        <a:t> </a:t>
                      </a:r>
                      <a:r>
                        <a:rPr sz="1000" spc="35" dirty="0">
                          <a:latin typeface="Century Gothic"/>
                          <a:cs typeface="Century Gothic"/>
                        </a:rPr>
                        <a:t>unit</a:t>
                      </a:r>
                      <a:endParaRPr sz="1000">
                        <a:latin typeface="Century Gothic"/>
                        <a:cs typeface="Century Gothic"/>
                      </a:endParaRPr>
                    </a:p>
                    <a:p>
                      <a:pPr>
                        <a:lnSpc>
                          <a:spcPct val="100000"/>
                        </a:lnSpc>
                        <a:spcBef>
                          <a:spcPts val="50"/>
                        </a:spcBef>
                      </a:pPr>
                      <a:endParaRPr sz="1000">
                        <a:latin typeface="Times New Roman"/>
                        <a:cs typeface="Times New Roman"/>
                      </a:endParaRPr>
                    </a:p>
                    <a:p>
                      <a:pPr marL="51435">
                        <a:lnSpc>
                          <a:spcPct val="100000"/>
                        </a:lnSpc>
                      </a:pPr>
                      <a:r>
                        <a:rPr sz="1000" spc="-50" dirty="0">
                          <a:latin typeface="Century Gothic"/>
                          <a:cs typeface="Century Gothic"/>
                        </a:rPr>
                        <a:t>&gt;</a:t>
                      </a:r>
                      <a:endParaRPr sz="1000">
                        <a:latin typeface="Century Gothic"/>
                        <a:cs typeface="Century Gothic"/>
                      </a:endParaRPr>
                    </a:p>
                    <a:p>
                      <a:pPr>
                        <a:lnSpc>
                          <a:spcPct val="100000"/>
                        </a:lnSpc>
                      </a:pPr>
                      <a:endParaRPr sz="1000">
                        <a:latin typeface="Times New Roman"/>
                        <a:cs typeface="Times New Roman"/>
                      </a:endParaRPr>
                    </a:p>
                    <a:p>
                      <a:pPr>
                        <a:lnSpc>
                          <a:spcPct val="100000"/>
                        </a:lnSpc>
                        <a:spcBef>
                          <a:spcPts val="100"/>
                        </a:spcBef>
                      </a:pPr>
                      <a:endParaRPr sz="1000">
                        <a:latin typeface="Times New Roman"/>
                        <a:cs typeface="Times New Roman"/>
                      </a:endParaRPr>
                    </a:p>
                    <a:p>
                      <a:pPr marL="51435">
                        <a:lnSpc>
                          <a:spcPct val="100000"/>
                        </a:lnSpc>
                      </a:pPr>
                      <a:r>
                        <a:rPr sz="1000" spc="-50" dirty="0">
                          <a:latin typeface="Century Gothic"/>
                          <a:cs typeface="Century Gothic"/>
                        </a:rPr>
                        <a:t>&gt;</a:t>
                      </a:r>
                      <a:endParaRPr sz="1000">
                        <a:latin typeface="Century Gothic"/>
                        <a:cs typeface="Century Gothic"/>
                      </a:endParaRPr>
                    </a:p>
                    <a:p>
                      <a:pPr>
                        <a:lnSpc>
                          <a:spcPct val="100000"/>
                        </a:lnSpc>
                        <a:spcBef>
                          <a:spcPts val="50"/>
                        </a:spcBef>
                      </a:pPr>
                      <a:endParaRPr sz="1000">
                        <a:latin typeface="Times New Roman"/>
                        <a:cs typeface="Times New Roman"/>
                      </a:endParaRPr>
                    </a:p>
                    <a:p>
                      <a:pPr marL="51435">
                        <a:lnSpc>
                          <a:spcPct val="100000"/>
                        </a:lnSpc>
                      </a:pPr>
                      <a:r>
                        <a:rPr sz="1000" dirty="0">
                          <a:latin typeface="Century Gothic"/>
                          <a:cs typeface="Century Gothic"/>
                        </a:rPr>
                        <a:t>What</a:t>
                      </a:r>
                      <a:r>
                        <a:rPr sz="1000" spc="40" dirty="0">
                          <a:latin typeface="Century Gothic"/>
                          <a:cs typeface="Century Gothic"/>
                        </a:rPr>
                        <a:t> </a:t>
                      </a:r>
                      <a:r>
                        <a:rPr sz="1000" dirty="0">
                          <a:latin typeface="Century Gothic"/>
                          <a:cs typeface="Century Gothic"/>
                        </a:rPr>
                        <a:t>did</a:t>
                      </a:r>
                      <a:r>
                        <a:rPr sz="1000" spc="50" dirty="0">
                          <a:latin typeface="Century Gothic"/>
                          <a:cs typeface="Century Gothic"/>
                        </a:rPr>
                        <a:t> </a:t>
                      </a:r>
                      <a:r>
                        <a:rPr sz="1000" dirty="0">
                          <a:latin typeface="Century Gothic"/>
                          <a:cs typeface="Century Gothic"/>
                        </a:rPr>
                        <a:t>you</a:t>
                      </a:r>
                      <a:r>
                        <a:rPr sz="1000" spc="35" dirty="0">
                          <a:latin typeface="Century Gothic"/>
                          <a:cs typeface="Century Gothic"/>
                        </a:rPr>
                        <a:t> </a:t>
                      </a:r>
                      <a:r>
                        <a:rPr sz="1000" dirty="0">
                          <a:latin typeface="Century Gothic"/>
                          <a:cs typeface="Century Gothic"/>
                        </a:rPr>
                        <a:t>find</a:t>
                      </a:r>
                      <a:r>
                        <a:rPr sz="1000" spc="60" dirty="0">
                          <a:latin typeface="Century Gothic"/>
                          <a:cs typeface="Century Gothic"/>
                        </a:rPr>
                        <a:t> </a:t>
                      </a:r>
                      <a:r>
                        <a:rPr sz="1000" spc="55" dirty="0">
                          <a:latin typeface="Century Gothic"/>
                          <a:cs typeface="Century Gothic"/>
                        </a:rPr>
                        <a:t>most</a:t>
                      </a:r>
                      <a:r>
                        <a:rPr sz="1000" spc="25" dirty="0">
                          <a:latin typeface="Century Gothic"/>
                          <a:cs typeface="Century Gothic"/>
                        </a:rPr>
                        <a:t> </a:t>
                      </a:r>
                      <a:r>
                        <a:rPr sz="1000" dirty="0">
                          <a:latin typeface="Century Gothic"/>
                          <a:cs typeface="Century Gothic"/>
                        </a:rPr>
                        <a:t>challenging</a:t>
                      </a:r>
                      <a:r>
                        <a:rPr sz="1000" spc="100" dirty="0">
                          <a:latin typeface="Century Gothic"/>
                          <a:cs typeface="Century Gothic"/>
                        </a:rPr>
                        <a:t> </a:t>
                      </a:r>
                      <a:r>
                        <a:rPr sz="1000" dirty="0">
                          <a:latin typeface="Century Gothic"/>
                          <a:cs typeface="Century Gothic"/>
                        </a:rPr>
                        <a:t>about</a:t>
                      </a:r>
                      <a:r>
                        <a:rPr sz="1000" spc="40" dirty="0">
                          <a:latin typeface="Century Gothic"/>
                          <a:cs typeface="Century Gothic"/>
                        </a:rPr>
                        <a:t> </a:t>
                      </a:r>
                      <a:r>
                        <a:rPr sz="1000" spc="65" dirty="0">
                          <a:latin typeface="Century Gothic"/>
                          <a:cs typeface="Century Gothic"/>
                        </a:rPr>
                        <a:t>this</a:t>
                      </a:r>
                      <a:r>
                        <a:rPr sz="1000" spc="45" dirty="0">
                          <a:latin typeface="Century Gothic"/>
                          <a:cs typeface="Century Gothic"/>
                        </a:rPr>
                        <a:t> </a:t>
                      </a:r>
                      <a:r>
                        <a:rPr sz="1000" spc="-10" dirty="0">
                          <a:latin typeface="Century Gothic"/>
                          <a:cs typeface="Century Gothic"/>
                        </a:rPr>
                        <a:t>unit?</a:t>
                      </a:r>
                      <a:endParaRPr sz="1000">
                        <a:latin typeface="Century Gothic"/>
                        <a:cs typeface="Century Gothic"/>
                      </a:endParaRPr>
                    </a:p>
                  </a:txBody>
                  <a:tcPr marL="0" marR="0" marT="33019" marB="0">
                    <a:lnL w="9525">
                      <a:solidFill>
                        <a:srgbClr val="000000"/>
                      </a:solidFill>
                      <a:prstDash val="solid"/>
                    </a:lnL>
                    <a:lnR w="9525">
                      <a:solidFill>
                        <a:srgbClr val="000000"/>
                      </a:solidFill>
                      <a:prstDash val="solid"/>
                    </a:lnR>
                    <a:lnT w="1905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9"/>
                  </a:ext>
                </a:extLst>
              </a:tr>
              <a:tr h="753110">
                <a:tc gridSpan="7">
                  <a:txBody>
                    <a:bodyPr/>
                    <a:lstStyle/>
                    <a:p>
                      <a:pPr marL="137160" algn="just">
                        <a:lnSpc>
                          <a:spcPct val="100000"/>
                        </a:lnSpc>
                        <a:spcBef>
                          <a:spcPts val="515"/>
                        </a:spcBef>
                      </a:pPr>
                      <a:r>
                        <a:rPr sz="1000" dirty="0">
                          <a:latin typeface="Century Gothic"/>
                          <a:cs typeface="Century Gothic"/>
                        </a:rPr>
                        <a:t>Confirmation</a:t>
                      </a:r>
                      <a:r>
                        <a:rPr sz="1000" spc="45" dirty="0">
                          <a:latin typeface="Century Gothic"/>
                          <a:cs typeface="Century Gothic"/>
                        </a:rPr>
                        <a:t> </a:t>
                      </a:r>
                      <a:r>
                        <a:rPr sz="1000" dirty="0">
                          <a:latin typeface="Century Gothic"/>
                          <a:cs typeface="Century Gothic"/>
                        </a:rPr>
                        <a:t>of</a:t>
                      </a:r>
                      <a:r>
                        <a:rPr sz="1000" spc="15" dirty="0">
                          <a:latin typeface="Century Gothic"/>
                          <a:cs typeface="Century Gothic"/>
                        </a:rPr>
                        <a:t> </a:t>
                      </a:r>
                      <a:r>
                        <a:rPr sz="1000" spc="-10" dirty="0">
                          <a:latin typeface="Century Gothic"/>
                          <a:cs typeface="Century Gothic"/>
                        </a:rPr>
                        <a:t>Completion</a:t>
                      </a:r>
                      <a:r>
                        <a:rPr sz="1000" spc="165" dirty="0">
                          <a:latin typeface="Century Gothic"/>
                          <a:cs typeface="Century Gothic"/>
                        </a:rPr>
                        <a:t> </a:t>
                      </a:r>
                      <a:r>
                        <a:rPr sz="1000" dirty="0">
                          <a:latin typeface="Century Gothic"/>
                          <a:cs typeface="Century Gothic"/>
                        </a:rPr>
                        <a:t>-</a:t>
                      </a:r>
                      <a:r>
                        <a:rPr sz="1000" spc="135" dirty="0">
                          <a:latin typeface="Century Gothic"/>
                          <a:cs typeface="Century Gothic"/>
                        </a:rPr>
                        <a:t>  </a:t>
                      </a:r>
                      <a:r>
                        <a:rPr sz="1000" dirty="0">
                          <a:latin typeface="Century Gothic"/>
                          <a:cs typeface="Century Gothic"/>
                        </a:rPr>
                        <a:t>All</a:t>
                      </a:r>
                      <a:r>
                        <a:rPr sz="1000" spc="25" dirty="0">
                          <a:latin typeface="Century Gothic"/>
                          <a:cs typeface="Century Gothic"/>
                        </a:rPr>
                        <a:t> </a:t>
                      </a:r>
                      <a:r>
                        <a:rPr sz="1000" dirty="0">
                          <a:latin typeface="Century Gothic"/>
                          <a:cs typeface="Century Gothic"/>
                        </a:rPr>
                        <a:t>learning</a:t>
                      </a:r>
                      <a:r>
                        <a:rPr sz="1000" spc="50" dirty="0">
                          <a:latin typeface="Century Gothic"/>
                          <a:cs typeface="Century Gothic"/>
                        </a:rPr>
                        <a:t> </a:t>
                      </a:r>
                      <a:r>
                        <a:rPr sz="1000" spc="-25" dirty="0">
                          <a:latin typeface="Century Gothic"/>
                          <a:cs typeface="Century Gothic"/>
                        </a:rPr>
                        <a:t>outcomes</a:t>
                      </a:r>
                      <a:r>
                        <a:rPr sz="1000" spc="-114" dirty="0">
                          <a:latin typeface="Century Gothic"/>
                          <a:cs typeface="Century Gothic"/>
                        </a:rPr>
                        <a:t> </a:t>
                      </a:r>
                      <a:r>
                        <a:rPr sz="1000" spc="-25" dirty="0">
                          <a:latin typeface="Century Gothic"/>
                          <a:cs typeface="Century Gothic"/>
                        </a:rPr>
                        <a:t>achieved</a:t>
                      </a:r>
                      <a:r>
                        <a:rPr sz="1000" spc="20" dirty="0">
                          <a:latin typeface="Century Gothic"/>
                          <a:cs typeface="Century Gothic"/>
                        </a:rPr>
                        <a:t> </a:t>
                      </a:r>
                      <a:r>
                        <a:rPr sz="1000" dirty="0">
                          <a:latin typeface="Century Gothic"/>
                          <a:cs typeface="Century Gothic"/>
                        </a:rPr>
                        <a:t>for</a:t>
                      </a:r>
                      <a:r>
                        <a:rPr sz="1000" spc="50" dirty="0">
                          <a:latin typeface="Century Gothic"/>
                          <a:cs typeface="Century Gothic"/>
                        </a:rPr>
                        <a:t> </a:t>
                      </a:r>
                      <a:r>
                        <a:rPr sz="1000" spc="70" dirty="0">
                          <a:latin typeface="Century Gothic"/>
                          <a:cs typeface="Century Gothic"/>
                        </a:rPr>
                        <a:t>this</a:t>
                      </a:r>
                      <a:r>
                        <a:rPr sz="1000" spc="20" dirty="0">
                          <a:latin typeface="Century Gothic"/>
                          <a:cs typeface="Century Gothic"/>
                        </a:rPr>
                        <a:t> </a:t>
                      </a:r>
                      <a:r>
                        <a:rPr sz="1000" spc="60" dirty="0">
                          <a:latin typeface="Century Gothic"/>
                          <a:cs typeface="Century Gothic"/>
                        </a:rPr>
                        <a:t>unit:</a:t>
                      </a:r>
                      <a:r>
                        <a:rPr sz="1000" spc="90" dirty="0">
                          <a:latin typeface="Century Gothic"/>
                          <a:cs typeface="Century Gothic"/>
                        </a:rPr>
                        <a:t> </a:t>
                      </a:r>
                      <a:r>
                        <a:rPr sz="1000" spc="114" dirty="0">
                          <a:latin typeface="Century Gothic"/>
                          <a:cs typeface="Century Gothic"/>
                        </a:rPr>
                        <a:t>YES</a:t>
                      </a:r>
                      <a:r>
                        <a:rPr sz="1000" spc="90" dirty="0">
                          <a:latin typeface="Century Gothic"/>
                          <a:cs typeface="Century Gothic"/>
                        </a:rPr>
                        <a:t> </a:t>
                      </a:r>
                      <a:r>
                        <a:rPr sz="1000" dirty="0">
                          <a:latin typeface="Century Gothic"/>
                          <a:cs typeface="Century Gothic"/>
                        </a:rPr>
                        <a:t>/</a:t>
                      </a:r>
                      <a:r>
                        <a:rPr sz="1000" spc="75" dirty="0">
                          <a:latin typeface="Century Gothic"/>
                          <a:cs typeface="Century Gothic"/>
                        </a:rPr>
                        <a:t> </a:t>
                      </a:r>
                      <a:r>
                        <a:rPr sz="1000" spc="-25" dirty="0">
                          <a:latin typeface="Century Gothic"/>
                          <a:cs typeface="Century Gothic"/>
                        </a:rPr>
                        <a:t>NO</a:t>
                      </a:r>
                      <a:endParaRPr sz="1000">
                        <a:latin typeface="Century Gothic"/>
                        <a:cs typeface="Century Gothic"/>
                      </a:endParaRPr>
                    </a:p>
                    <a:p>
                      <a:pPr marL="137160" marR="505459" algn="just">
                        <a:lnSpc>
                          <a:spcPct val="100000"/>
                        </a:lnSpc>
                      </a:pPr>
                      <a:r>
                        <a:rPr sz="1000" spc="70" dirty="0">
                          <a:latin typeface="Century Gothic"/>
                          <a:cs typeface="Century Gothic"/>
                        </a:rPr>
                        <a:t>The</a:t>
                      </a:r>
                      <a:r>
                        <a:rPr sz="1000" spc="114" dirty="0">
                          <a:latin typeface="Century Gothic"/>
                          <a:cs typeface="Century Gothic"/>
                        </a:rPr>
                        <a:t> </a:t>
                      </a:r>
                      <a:r>
                        <a:rPr sz="1000" spc="10" dirty="0">
                          <a:latin typeface="Century Gothic"/>
                          <a:cs typeface="Century Gothic"/>
                        </a:rPr>
                        <a:t>evidence</a:t>
                      </a:r>
                      <a:r>
                        <a:rPr sz="1000" spc="120" dirty="0">
                          <a:latin typeface="Century Gothic"/>
                          <a:cs typeface="Century Gothic"/>
                        </a:rPr>
                        <a:t> </a:t>
                      </a:r>
                      <a:r>
                        <a:rPr sz="1000" spc="10" dirty="0">
                          <a:latin typeface="Century Gothic"/>
                          <a:cs typeface="Century Gothic"/>
                        </a:rPr>
                        <a:t>of</a:t>
                      </a:r>
                      <a:r>
                        <a:rPr sz="1000" spc="120" dirty="0">
                          <a:latin typeface="Century Gothic"/>
                          <a:cs typeface="Century Gothic"/>
                        </a:rPr>
                        <a:t> </a:t>
                      </a:r>
                      <a:r>
                        <a:rPr sz="1000" spc="50" dirty="0">
                          <a:latin typeface="Century Gothic"/>
                          <a:cs typeface="Century Gothic"/>
                        </a:rPr>
                        <a:t>learning</a:t>
                      </a:r>
                      <a:r>
                        <a:rPr sz="1000" spc="145" dirty="0">
                          <a:latin typeface="Century Gothic"/>
                          <a:cs typeface="Century Gothic"/>
                        </a:rPr>
                        <a:t> </a:t>
                      </a:r>
                      <a:r>
                        <a:rPr sz="1000" spc="10" dirty="0">
                          <a:latin typeface="Century Gothic"/>
                          <a:cs typeface="Century Gothic"/>
                        </a:rPr>
                        <a:t>outcomes</a:t>
                      </a:r>
                      <a:r>
                        <a:rPr sz="1000" spc="114" dirty="0">
                          <a:latin typeface="Century Gothic"/>
                          <a:cs typeface="Century Gothic"/>
                        </a:rPr>
                        <a:t> </a:t>
                      </a:r>
                      <a:r>
                        <a:rPr sz="1000" spc="10" dirty="0">
                          <a:latin typeface="Century Gothic"/>
                          <a:cs typeface="Century Gothic"/>
                        </a:rPr>
                        <a:t>presented</a:t>
                      </a:r>
                      <a:r>
                        <a:rPr sz="1000" spc="100" dirty="0">
                          <a:latin typeface="Century Gothic"/>
                          <a:cs typeface="Century Gothic"/>
                        </a:rPr>
                        <a:t> </a:t>
                      </a:r>
                      <a:r>
                        <a:rPr sz="1000" spc="10" dirty="0">
                          <a:latin typeface="Century Gothic"/>
                          <a:cs typeface="Century Gothic"/>
                        </a:rPr>
                        <a:t>and</a:t>
                      </a:r>
                      <a:r>
                        <a:rPr sz="1000" spc="114" dirty="0">
                          <a:latin typeface="Century Gothic"/>
                          <a:cs typeface="Century Gothic"/>
                        </a:rPr>
                        <a:t> </a:t>
                      </a:r>
                      <a:r>
                        <a:rPr sz="1000" spc="50" dirty="0">
                          <a:latin typeface="Century Gothic"/>
                          <a:cs typeface="Century Gothic"/>
                        </a:rPr>
                        <a:t>assessed</a:t>
                      </a:r>
                      <a:r>
                        <a:rPr sz="1000" spc="90" dirty="0">
                          <a:latin typeface="Century Gothic"/>
                          <a:cs typeface="Century Gothic"/>
                        </a:rPr>
                        <a:t> </a:t>
                      </a:r>
                      <a:r>
                        <a:rPr sz="1000" spc="85" dirty="0">
                          <a:latin typeface="Century Gothic"/>
                          <a:cs typeface="Century Gothic"/>
                        </a:rPr>
                        <a:t>within</a:t>
                      </a:r>
                      <a:r>
                        <a:rPr sz="1000" spc="130" dirty="0">
                          <a:latin typeface="Century Gothic"/>
                          <a:cs typeface="Century Gothic"/>
                        </a:rPr>
                        <a:t> </a:t>
                      </a:r>
                      <a:r>
                        <a:rPr sz="1000" spc="95" dirty="0">
                          <a:latin typeface="Century Gothic"/>
                          <a:cs typeface="Century Gothic"/>
                        </a:rPr>
                        <a:t>this</a:t>
                      </a:r>
                      <a:r>
                        <a:rPr sz="1000" spc="114" dirty="0">
                          <a:latin typeface="Century Gothic"/>
                          <a:cs typeface="Century Gothic"/>
                        </a:rPr>
                        <a:t> </a:t>
                      </a:r>
                      <a:r>
                        <a:rPr sz="1000" spc="50" dirty="0">
                          <a:latin typeface="Century Gothic"/>
                          <a:cs typeface="Century Gothic"/>
                        </a:rPr>
                        <a:t>portfolio</a:t>
                      </a:r>
                      <a:r>
                        <a:rPr sz="1000" spc="135" dirty="0">
                          <a:latin typeface="Century Gothic"/>
                          <a:cs typeface="Century Gothic"/>
                        </a:rPr>
                        <a:t> </a:t>
                      </a:r>
                      <a:r>
                        <a:rPr sz="1000" spc="-25" dirty="0">
                          <a:latin typeface="Century Gothic"/>
                          <a:cs typeface="Century Gothic"/>
                        </a:rPr>
                        <a:t>are </a:t>
                      </a:r>
                      <a:r>
                        <a:rPr sz="1000" spc="10" dirty="0">
                          <a:latin typeface="Century Gothic"/>
                          <a:cs typeface="Century Gothic"/>
                        </a:rPr>
                        <a:t>authentic</a:t>
                      </a:r>
                      <a:r>
                        <a:rPr sz="1000" spc="130" dirty="0">
                          <a:latin typeface="Century Gothic"/>
                          <a:cs typeface="Century Gothic"/>
                        </a:rPr>
                        <a:t> </a:t>
                      </a:r>
                      <a:r>
                        <a:rPr sz="1000" spc="10" dirty="0">
                          <a:latin typeface="Century Gothic"/>
                          <a:cs typeface="Century Gothic"/>
                        </a:rPr>
                        <a:t>to</a:t>
                      </a:r>
                      <a:r>
                        <a:rPr sz="1000" spc="130" dirty="0">
                          <a:latin typeface="Century Gothic"/>
                          <a:cs typeface="Century Gothic"/>
                        </a:rPr>
                        <a:t> </a:t>
                      </a:r>
                      <a:r>
                        <a:rPr sz="1000" spc="10" dirty="0">
                          <a:latin typeface="Century Gothic"/>
                          <a:cs typeface="Century Gothic"/>
                        </a:rPr>
                        <a:t>the</a:t>
                      </a:r>
                      <a:r>
                        <a:rPr sz="1000" spc="130" dirty="0">
                          <a:latin typeface="Century Gothic"/>
                          <a:cs typeface="Century Gothic"/>
                        </a:rPr>
                        <a:t> </a:t>
                      </a:r>
                      <a:r>
                        <a:rPr sz="1000" spc="10" dirty="0">
                          <a:latin typeface="Century Gothic"/>
                          <a:cs typeface="Century Gothic"/>
                        </a:rPr>
                        <a:t>learner,</a:t>
                      </a:r>
                      <a:r>
                        <a:rPr sz="1000" spc="165" dirty="0">
                          <a:latin typeface="Century Gothic"/>
                          <a:cs typeface="Century Gothic"/>
                        </a:rPr>
                        <a:t> </a:t>
                      </a:r>
                      <a:r>
                        <a:rPr sz="1000" spc="60" dirty="0">
                          <a:latin typeface="Century Gothic"/>
                          <a:cs typeface="Century Gothic"/>
                        </a:rPr>
                        <a:t>sufficient</a:t>
                      </a:r>
                      <a:r>
                        <a:rPr sz="1000" spc="145" dirty="0">
                          <a:latin typeface="Century Gothic"/>
                          <a:cs typeface="Century Gothic"/>
                        </a:rPr>
                        <a:t> </a:t>
                      </a:r>
                      <a:r>
                        <a:rPr sz="1000" spc="10" dirty="0">
                          <a:latin typeface="Century Gothic"/>
                          <a:cs typeface="Century Gothic"/>
                        </a:rPr>
                        <a:t>and</a:t>
                      </a:r>
                      <a:r>
                        <a:rPr sz="1000" spc="140" dirty="0">
                          <a:latin typeface="Century Gothic"/>
                          <a:cs typeface="Century Gothic"/>
                        </a:rPr>
                        <a:t> </a:t>
                      </a:r>
                      <a:r>
                        <a:rPr sz="1000" spc="10" dirty="0">
                          <a:latin typeface="Century Gothic"/>
                          <a:cs typeface="Century Gothic"/>
                        </a:rPr>
                        <a:t>valid</a:t>
                      </a:r>
                      <a:r>
                        <a:rPr sz="1000" spc="165" dirty="0">
                          <a:latin typeface="Century Gothic"/>
                          <a:cs typeface="Century Gothic"/>
                        </a:rPr>
                        <a:t> </a:t>
                      </a:r>
                      <a:r>
                        <a:rPr sz="1000" spc="75" dirty="0">
                          <a:latin typeface="Century Gothic"/>
                          <a:cs typeface="Century Gothic"/>
                        </a:rPr>
                        <a:t>in</a:t>
                      </a:r>
                      <a:r>
                        <a:rPr sz="1000" spc="145" dirty="0">
                          <a:latin typeface="Century Gothic"/>
                          <a:cs typeface="Century Gothic"/>
                        </a:rPr>
                        <a:t> </a:t>
                      </a:r>
                      <a:r>
                        <a:rPr sz="1000" spc="55" dirty="0">
                          <a:latin typeface="Century Gothic"/>
                          <a:cs typeface="Century Gothic"/>
                        </a:rPr>
                        <a:t>line</a:t>
                      </a:r>
                      <a:r>
                        <a:rPr sz="1000" spc="170" dirty="0">
                          <a:latin typeface="Century Gothic"/>
                          <a:cs typeface="Century Gothic"/>
                        </a:rPr>
                        <a:t> </a:t>
                      </a:r>
                      <a:r>
                        <a:rPr sz="1000" spc="85" dirty="0">
                          <a:latin typeface="Century Gothic"/>
                          <a:cs typeface="Century Gothic"/>
                        </a:rPr>
                        <a:t>with</a:t>
                      </a:r>
                      <a:r>
                        <a:rPr sz="1000" spc="140" dirty="0">
                          <a:latin typeface="Century Gothic"/>
                          <a:cs typeface="Century Gothic"/>
                        </a:rPr>
                        <a:t> </a:t>
                      </a:r>
                      <a:r>
                        <a:rPr sz="1000" spc="10" dirty="0">
                          <a:latin typeface="Century Gothic"/>
                          <a:cs typeface="Century Gothic"/>
                        </a:rPr>
                        <a:t>Awarding</a:t>
                      </a:r>
                      <a:r>
                        <a:rPr sz="1000" spc="140" dirty="0">
                          <a:latin typeface="Century Gothic"/>
                          <a:cs typeface="Century Gothic"/>
                        </a:rPr>
                        <a:t> </a:t>
                      </a:r>
                      <a:r>
                        <a:rPr sz="1000" spc="55" dirty="0">
                          <a:latin typeface="Century Gothic"/>
                          <a:cs typeface="Century Gothic"/>
                        </a:rPr>
                        <a:t>Body</a:t>
                      </a:r>
                      <a:r>
                        <a:rPr sz="1000" spc="130" dirty="0">
                          <a:latin typeface="Century Gothic"/>
                          <a:cs typeface="Century Gothic"/>
                        </a:rPr>
                        <a:t> </a:t>
                      </a:r>
                      <a:r>
                        <a:rPr sz="1000" spc="70" dirty="0">
                          <a:latin typeface="Century Gothic"/>
                          <a:cs typeface="Century Gothic"/>
                        </a:rPr>
                        <a:t>Assessment </a:t>
                      </a:r>
                      <a:r>
                        <a:rPr sz="1000" spc="-10" dirty="0">
                          <a:latin typeface="Century Gothic"/>
                          <a:cs typeface="Century Gothic"/>
                        </a:rPr>
                        <a:t>Criteria.</a:t>
                      </a:r>
                      <a:endParaRPr sz="1000">
                        <a:latin typeface="Century Gothic"/>
                        <a:cs typeface="Century Gothic"/>
                      </a:endParaRPr>
                    </a:p>
                  </a:txBody>
                  <a:tcPr marL="0" marR="0" marT="65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10"/>
                  </a:ext>
                </a:extLst>
              </a:tr>
              <a:tr h="359410">
                <a:tc gridSpan="4">
                  <a:txBody>
                    <a:bodyPr/>
                    <a:lstStyle/>
                    <a:p>
                      <a:pPr marL="143510">
                        <a:lnSpc>
                          <a:spcPct val="100000"/>
                        </a:lnSpc>
                        <a:spcBef>
                          <a:spcPts val="530"/>
                        </a:spcBef>
                      </a:pPr>
                      <a:r>
                        <a:rPr sz="900" spc="45" dirty="0">
                          <a:latin typeface="Century Gothic"/>
                          <a:cs typeface="Century Gothic"/>
                        </a:rPr>
                        <a:t>Learner</a:t>
                      </a:r>
                      <a:r>
                        <a:rPr sz="900" spc="80" dirty="0">
                          <a:latin typeface="Century Gothic"/>
                          <a:cs typeface="Century Gothic"/>
                        </a:rPr>
                        <a:t> </a:t>
                      </a:r>
                      <a:r>
                        <a:rPr sz="900" spc="-10" dirty="0">
                          <a:latin typeface="Arial"/>
                          <a:cs typeface="Arial"/>
                        </a:rPr>
                        <a:t>signature:</a:t>
                      </a:r>
                      <a:endParaRPr sz="900">
                        <a:latin typeface="Arial"/>
                        <a:cs typeface="Arial"/>
                      </a:endParaRPr>
                    </a:p>
                  </a:txBody>
                  <a:tcPr marL="0" marR="0" marT="673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3">
                  <a:txBody>
                    <a:bodyPr/>
                    <a:lstStyle/>
                    <a:p>
                      <a:pPr marL="137160">
                        <a:lnSpc>
                          <a:spcPct val="100000"/>
                        </a:lnSpc>
                        <a:spcBef>
                          <a:spcPts val="520"/>
                        </a:spcBef>
                      </a:pPr>
                      <a:r>
                        <a:rPr sz="900" spc="-10" dirty="0">
                          <a:latin typeface="Century Gothic"/>
                          <a:cs typeface="Century Gothic"/>
                        </a:rPr>
                        <a:t>Date:</a:t>
                      </a:r>
                      <a:endParaRPr sz="900">
                        <a:latin typeface="Century Gothic"/>
                        <a:cs typeface="Century Gothic"/>
                      </a:endParaRPr>
                    </a:p>
                  </a:txBody>
                  <a:tcPr marL="0" marR="0" marT="660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11"/>
                  </a:ext>
                </a:extLst>
              </a:tr>
              <a:tr h="359410">
                <a:tc gridSpan="4">
                  <a:txBody>
                    <a:bodyPr/>
                    <a:lstStyle/>
                    <a:p>
                      <a:pPr marL="158750">
                        <a:lnSpc>
                          <a:spcPct val="100000"/>
                        </a:lnSpc>
                        <a:spcBef>
                          <a:spcPts val="530"/>
                        </a:spcBef>
                      </a:pPr>
                      <a:r>
                        <a:rPr sz="900" spc="10" dirty="0">
                          <a:latin typeface="Century Gothic"/>
                          <a:cs typeface="Century Gothic"/>
                        </a:rPr>
                        <a:t>Assessor</a:t>
                      </a:r>
                      <a:r>
                        <a:rPr sz="900" spc="290" dirty="0">
                          <a:latin typeface="Century Gothic"/>
                          <a:cs typeface="Century Gothic"/>
                        </a:rPr>
                        <a:t> </a:t>
                      </a:r>
                      <a:r>
                        <a:rPr sz="900" spc="-10" dirty="0">
                          <a:latin typeface="Arial"/>
                          <a:cs typeface="Arial"/>
                        </a:rPr>
                        <a:t>signature:</a:t>
                      </a:r>
                      <a:endParaRPr sz="900">
                        <a:latin typeface="Arial"/>
                        <a:cs typeface="Arial"/>
                      </a:endParaRPr>
                    </a:p>
                  </a:txBody>
                  <a:tcPr marL="0" marR="0" marT="6731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3">
                  <a:txBody>
                    <a:bodyPr/>
                    <a:lstStyle/>
                    <a:p>
                      <a:pPr marL="137160">
                        <a:lnSpc>
                          <a:spcPct val="100000"/>
                        </a:lnSpc>
                        <a:spcBef>
                          <a:spcPts val="520"/>
                        </a:spcBef>
                      </a:pPr>
                      <a:r>
                        <a:rPr sz="900" spc="-10" dirty="0">
                          <a:latin typeface="Century Gothic"/>
                          <a:cs typeface="Century Gothic"/>
                        </a:rPr>
                        <a:t>Date:</a:t>
                      </a:r>
                      <a:endParaRPr sz="900">
                        <a:latin typeface="Century Gothic"/>
                        <a:cs typeface="Century Gothic"/>
                      </a:endParaRPr>
                    </a:p>
                  </a:txBody>
                  <a:tcPr marL="0" marR="0" marT="660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12"/>
                  </a:ext>
                </a:extLst>
              </a:tr>
              <a:tr h="359410">
                <a:tc gridSpan="4">
                  <a:txBody>
                    <a:bodyPr/>
                    <a:lstStyle/>
                    <a:p>
                      <a:pPr marL="158750">
                        <a:lnSpc>
                          <a:spcPct val="100000"/>
                        </a:lnSpc>
                        <a:spcBef>
                          <a:spcPts val="520"/>
                        </a:spcBef>
                      </a:pPr>
                      <a:r>
                        <a:rPr sz="900" dirty="0">
                          <a:latin typeface="Century Gothic"/>
                          <a:cs typeface="Century Gothic"/>
                        </a:rPr>
                        <a:t>IQA</a:t>
                      </a:r>
                      <a:r>
                        <a:rPr sz="900" spc="-10" dirty="0">
                          <a:latin typeface="Century Gothic"/>
                          <a:cs typeface="Century Gothic"/>
                        </a:rPr>
                        <a:t> signature:</a:t>
                      </a:r>
                      <a:endParaRPr sz="900">
                        <a:latin typeface="Century Gothic"/>
                        <a:cs typeface="Century Gothic"/>
                      </a:endParaRPr>
                    </a:p>
                  </a:txBody>
                  <a:tcPr marL="0" marR="0" marT="660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3">
                  <a:txBody>
                    <a:bodyPr/>
                    <a:lstStyle/>
                    <a:p>
                      <a:pPr marL="137160">
                        <a:lnSpc>
                          <a:spcPct val="100000"/>
                        </a:lnSpc>
                        <a:spcBef>
                          <a:spcPts val="520"/>
                        </a:spcBef>
                      </a:pPr>
                      <a:r>
                        <a:rPr sz="900" spc="-10" dirty="0">
                          <a:latin typeface="Century Gothic"/>
                          <a:cs typeface="Century Gothic"/>
                        </a:rPr>
                        <a:t>Date:</a:t>
                      </a:r>
                      <a:endParaRPr sz="900">
                        <a:latin typeface="Century Gothic"/>
                        <a:cs typeface="Century Gothic"/>
                      </a:endParaRPr>
                    </a:p>
                  </a:txBody>
                  <a:tcPr marL="0" marR="0" marT="6604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13"/>
                  </a:ext>
                </a:extLst>
              </a:tr>
            </a:tbl>
          </a:graphicData>
        </a:graphic>
      </p:graphicFrame>
      <p:pic>
        <p:nvPicPr>
          <p:cNvPr id="4" name="object 4" descr="A close up of a sign  Description automatically generated"/>
          <p:cNvPicPr/>
          <p:nvPr/>
        </p:nvPicPr>
        <p:blipFill>
          <a:blip r:embed="rId3" cstate="print"/>
          <a:stretch>
            <a:fillRect/>
          </a:stretch>
        </p:blipFill>
        <p:spPr>
          <a:xfrm>
            <a:off x="5634228" y="457200"/>
            <a:ext cx="888491" cy="539495"/>
          </a:xfrm>
          <a:prstGeom prst="rect">
            <a:avLst/>
          </a:prstGeom>
        </p:spPr>
      </p:pic>
      <p:sp>
        <p:nvSpPr>
          <p:cNvPr id="5" name="object 5"/>
          <p:cNvSpPr txBox="1"/>
          <p:nvPr/>
        </p:nvSpPr>
        <p:spPr>
          <a:xfrm>
            <a:off x="1770900" y="206108"/>
            <a:ext cx="3321685" cy="1237615"/>
          </a:xfrm>
          <a:prstGeom prst="rect">
            <a:avLst/>
          </a:prstGeom>
        </p:spPr>
        <p:txBody>
          <a:bodyPr vert="horz" wrap="square" lIns="0" tIns="635" rIns="0" bIns="0" rtlCol="0">
            <a:spAutoFit/>
          </a:bodyPr>
          <a:lstStyle/>
          <a:p>
            <a:pPr marL="12700" marR="5080" algn="ctr">
              <a:lnSpc>
                <a:spcPct val="104400"/>
              </a:lnSpc>
              <a:spcBef>
                <a:spcPts val="5"/>
              </a:spcBef>
            </a:pPr>
            <a:r>
              <a:rPr sz="1800" b="1" spc="250" dirty="0">
                <a:latin typeface="Calibri"/>
                <a:cs typeface="Calibri"/>
              </a:rPr>
              <a:t>PARTICIPATION</a:t>
            </a:r>
            <a:r>
              <a:rPr sz="1800" b="1" spc="114" dirty="0">
                <a:latin typeface="Calibri"/>
                <a:cs typeface="Calibri"/>
              </a:rPr>
              <a:t> </a:t>
            </a:r>
            <a:r>
              <a:rPr sz="1800" b="1" spc="295" dirty="0">
                <a:latin typeface="Calibri"/>
                <a:cs typeface="Calibri"/>
              </a:rPr>
              <a:t>PERSONAL </a:t>
            </a:r>
            <a:r>
              <a:rPr sz="1800" b="1" spc="275" dirty="0">
                <a:latin typeface="Calibri"/>
                <a:cs typeface="Calibri"/>
              </a:rPr>
              <a:t>BEHAVIOURS</a:t>
            </a:r>
            <a:r>
              <a:rPr sz="1800" b="1" spc="120" dirty="0">
                <a:latin typeface="Calibri"/>
                <a:cs typeface="Calibri"/>
              </a:rPr>
              <a:t> </a:t>
            </a:r>
            <a:r>
              <a:rPr sz="1800" b="1" spc="270" dirty="0">
                <a:latin typeface="Calibri"/>
                <a:cs typeface="Calibri"/>
              </a:rPr>
              <a:t>AND </a:t>
            </a:r>
            <a:r>
              <a:rPr sz="1800" b="1" spc="285" dirty="0">
                <a:latin typeface="Calibri"/>
                <a:cs typeface="Calibri"/>
              </a:rPr>
              <a:t>STANDARDS</a:t>
            </a:r>
            <a:endParaRPr sz="1800">
              <a:latin typeface="Calibri"/>
              <a:cs typeface="Calibri"/>
            </a:endParaRPr>
          </a:p>
          <a:p>
            <a:pPr marR="17780" algn="ctr">
              <a:lnSpc>
                <a:spcPct val="100000"/>
              </a:lnSpc>
              <a:spcBef>
                <a:spcPts val="1190"/>
              </a:spcBef>
            </a:pPr>
            <a:r>
              <a:rPr sz="1400" b="1" spc="185" dirty="0">
                <a:latin typeface="Calibri"/>
                <a:cs typeface="Calibri"/>
              </a:rPr>
              <a:t>Assessment</a:t>
            </a:r>
            <a:r>
              <a:rPr sz="1400" b="1" spc="85" dirty="0">
                <a:latin typeface="Calibri"/>
                <a:cs typeface="Calibri"/>
              </a:rPr>
              <a:t> </a:t>
            </a:r>
            <a:r>
              <a:rPr sz="1400" b="1" spc="210" dirty="0">
                <a:latin typeface="Calibri"/>
                <a:cs typeface="Calibri"/>
              </a:rPr>
              <a:t>Feedback</a:t>
            </a:r>
            <a:r>
              <a:rPr sz="1400" b="1" spc="50" dirty="0">
                <a:latin typeface="Calibri"/>
                <a:cs typeface="Calibri"/>
              </a:rPr>
              <a:t> </a:t>
            </a:r>
            <a:r>
              <a:rPr sz="1400" b="1" spc="175" dirty="0">
                <a:latin typeface="Calibri"/>
                <a:cs typeface="Calibri"/>
              </a:rPr>
              <a:t>Sheet</a:t>
            </a:r>
            <a:endParaRPr sz="1400">
              <a:latin typeface="Calibri"/>
              <a:cs typeface="Calibri"/>
            </a:endParaRPr>
          </a:p>
        </p:txBody>
      </p:sp>
      <p:sp>
        <p:nvSpPr>
          <p:cNvPr id="6" name="object 6"/>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7" name="object 7"/>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24</a:t>
            </a:fld>
            <a:endParaRPr spc="-25" dirty="0"/>
          </a:p>
        </p:txBody>
      </p:sp>
      <p:sp>
        <p:nvSpPr>
          <p:cNvPr id="8" name="TextBox 7">
            <a:extLst>
              <a:ext uri="{FF2B5EF4-FFF2-40B4-BE49-F238E27FC236}">
                <a16:creationId xmlns:a16="http://schemas.microsoft.com/office/drawing/2014/main" id="{1F4F1159-DB6D-FCF9-5569-FA6F862806B5}"/>
              </a:ext>
            </a:extLst>
          </p:cNvPr>
          <p:cNvSpPr txBox="1"/>
          <p:nvPr/>
        </p:nvSpPr>
        <p:spPr>
          <a:xfrm>
            <a:off x="1134375" y="1990637"/>
            <a:ext cx="846825" cy="295363"/>
          </a:xfrm>
          <a:prstGeom prst="rect">
            <a:avLst/>
          </a:prstGeom>
          <a:noFill/>
          <a:ln>
            <a:solidFill>
              <a:schemeClr val="tx1"/>
            </a:solidFill>
          </a:ln>
        </p:spPr>
        <p:txBody>
          <a:bodyPr wrap="square" rtlCol="0">
            <a:spAutoFit/>
          </a:bodyPr>
          <a:lstStyle/>
          <a:p>
            <a:endParaRPr lang="en-GB" dirty="0"/>
          </a:p>
        </p:txBody>
      </p:sp>
      <p:sp>
        <p:nvSpPr>
          <p:cNvPr id="9" name="TextBox 8">
            <a:extLst>
              <a:ext uri="{FF2B5EF4-FFF2-40B4-BE49-F238E27FC236}">
                <a16:creationId xmlns:a16="http://schemas.microsoft.com/office/drawing/2014/main" id="{A49CA354-1C9F-63B8-D581-19D58700D487}"/>
              </a:ext>
            </a:extLst>
          </p:cNvPr>
          <p:cNvSpPr txBox="1"/>
          <p:nvPr/>
        </p:nvSpPr>
        <p:spPr>
          <a:xfrm>
            <a:off x="1134375" y="2368990"/>
            <a:ext cx="846825" cy="295363"/>
          </a:xfrm>
          <a:prstGeom prst="rect">
            <a:avLst/>
          </a:prstGeom>
          <a:noFill/>
          <a:ln>
            <a:solidFill>
              <a:schemeClr val="tx1"/>
            </a:solidFill>
          </a:ln>
        </p:spPr>
        <p:txBody>
          <a:bodyPr wrap="square" rtlCol="0">
            <a:spAutoFit/>
          </a:bodyPr>
          <a:lstStyle/>
          <a:p>
            <a:endParaRPr lang="en-GB" dirty="0"/>
          </a:p>
        </p:txBody>
      </p:sp>
      <p:sp>
        <p:nvSpPr>
          <p:cNvPr id="10" name="TextBox 9">
            <a:extLst>
              <a:ext uri="{FF2B5EF4-FFF2-40B4-BE49-F238E27FC236}">
                <a16:creationId xmlns:a16="http://schemas.microsoft.com/office/drawing/2014/main" id="{1D8579FC-C7A4-2C5B-94F1-717247AB57D1}"/>
              </a:ext>
            </a:extLst>
          </p:cNvPr>
          <p:cNvSpPr txBox="1"/>
          <p:nvPr/>
        </p:nvSpPr>
        <p:spPr>
          <a:xfrm>
            <a:off x="1134375" y="2722945"/>
            <a:ext cx="846825" cy="295363"/>
          </a:xfrm>
          <a:prstGeom prst="rect">
            <a:avLst/>
          </a:prstGeom>
          <a:noFill/>
          <a:ln>
            <a:solidFill>
              <a:schemeClr val="tx1"/>
            </a:solidFill>
          </a:ln>
        </p:spPr>
        <p:txBody>
          <a:bodyPr wrap="square" rtlCol="0">
            <a:spAutoFit/>
          </a:bodyPr>
          <a:lstStyle/>
          <a:p>
            <a:endParaRPr lang="en-GB" dirty="0"/>
          </a:p>
        </p:txBody>
      </p:sp>
      <p:sp>
        <p:nvSpPr>
          <p:cNvPr id="11" name="TextBox 10">
            <a:extLst>
              <a:ext uri="{FF2B5EF4-FFF2-40B4-BE49-F238E27FC236}">
                <a16:creationId xmlns:a16="http://schemas.microsoft.com/office/drawing/2014/main" id="{4E8FB59B-8B07-7E3A-E72E-DCD95EB1E5E4}"/>
              </a:ext>
            </a:extLst>
          </p:cNvPr>
          <p:cNvSpPr txBox="1"/>
          <p:nvPr/>
        </p:nvSpPr>
        <p:spPr>
          <a:xfrm>
            <a:off x="1134375" y="3088823"/>
            <a:ext cx="846825" cy="295363"/>
          </a:xfrm>
          <a:prstGeom prst="rect">
            <a:avLst/>
          </a:prstGeom>
          <a:noFill/>
          <a:ln>
            <a:solidFill>
              <a:schemeClr val="tx1"/>
            </a:solidFill>
          </a:ln>
        </p:spPr>
        <p:txBody>
          <a:bodyPr wrap="square" rtlCol="0">
            <a:spAutoFit/>
          </a:bodyPr>
          <a:lstStyle/>
          <a:p>
            <a:endParaRPr lang="en-GB" dirty="0"/>
          </a:p>
        </p:txBody>
      </p:sp>
      <p:sp>
        <p:nvSpPr>
          <p:cNvPr id="12" name="TextBox 11">
            <a:extLst>
              <a:ext uri="{FF2B5EF4-FFF2-40B4-BE49-F238E27FC236}">
                <a16:creationId xmlns:a16="http://schemas.microsoft.com/office/drawing/2014/main" id="{938232C4-FB3B-CBEC-E341-EF732F3A4946}"/>
              </a:ext>
            </a:extLst>
          </p:cNvPr>
          <p:cNvSpPr txBox="1"/>
          <p:nvPr/>
        </p:nvSpPr>
        <p:spPr>
          <a:xfrm>
            <a:off x="361711" y="4740732"/>
            <a:ext cx="6161007" cy="517067"/>
          </a:xfrm>
          <a:prstGeom prst="rect">
            <a:avLst/>
          </a:prstGeom>
          <a:noFill/>
          <a:ln>
            <a:solidFill>
              <a:schemeClr val="tx1"/>
            </a:solidFill>
          </a:ln>
        </p:spPr>
        <p:txBody>
          <a:bodyPr wrap="square" rtlCol="0">
            <a:spAutoFit/>
          </a:bodyPr>
          <a:lstStyle/>
          <a:p>
            <a:endParaRPr lang="en-GB" dirty="0"/>
          </a:p>
        </p:txBody>
      </p:sp>
      <p:sp>
        <p:nvSpPr>
          <p:cNvPr id="13" name="TextBox 12">
            <a:extLst>
              <a:ext uri="{FF2B5EF4-FFF2-40B4-BE49-F238E27FC236}">
                <a16:creationId xmlns:a16="http://schemas.microsoft.com/office/drawing/2014/main" id="{FF78BF12-EB4A-49C3-BFD6-341D9AAF2717}"/>
              </a:ext>
            </a:extLst>
          </p:cNvPr>
          <p:cNvSpPr txBox="1"/>
          <p:nvPr/>
        </p:nvSpPr>
        <p:spPr>
          <a:xfrm>
            <a:off x="361712" y="5615265"/>
            <a:ext cx="6115288" cy="447306"/>
          </a:xfrm>
          <a:prstGeom prst="rect">
            <a:avLst/>
          </a:prstGeom>
          <a:noFill/>
          <a:ln>
            <a:solidFill>
              <a:schemeClr val="tx1"/>
            </a:solidFill>
          </a:ln>
        </p:spPr>
        <p:txBody>
          <a:bodyPr wrap="square" rtlCol="0">
            <a:spAutoFit/>
          </a:bodyPr>
          <a:lstStyle/>
          <a:p>
            <a:endParaRPr lang="en-GB" dirty="0"/>
          </a:p>
        </p:txBody>
      </p:sp>
      <p:sp>
        <p:nvSpPr>
          <p:cNvPr id="14" name="TextBox 13">
            <a:extLst>
              <a:ext uri="{FF2B5EF4-FFF2-40B4-BE49-F238E27FC236}">
                <a16:creationId xmlns:a16="http://schemas.microsoft.com/office/drawing/2014/main" id="{38626F5E-9E3F-CF62-52B3-28B7A1BE496A}"/>
              </a:ext>
            </a:extLst>
          </p:cNvPr>
          <p:cNvSpPr txBox="1"/>
          <p:nvPr/>
        </p:nvSpPr>
        <p:spPr>
          <a:xfrm>
            <a:off x="361712" y="6112375"/>
            <a:ext cx="6039088" cy="447306"/>
          </a:xfrm>
          <a:prstGeom prst="rect">
            <a:avLst/>
          </a:prstGeom>
          <a:noFill/>
          <a:ln>
            <a:solidFill>
              <a:schemeClr val="tx1"/>
            </a:solidFill>
          </a:ln>
        </p:spPr>
        <p:txBody>
          <a:bodyPr wrap="square" rtlCol="0">
            <a:spAutoFit/>
          </a:bodyPr>
          <a:lstStyle/>
          <a:p>
            <a:endParaRPr lang="en-GB" dirty="0"/>
          </a:p>
        </p:txBody>
      </p:sp>
      <p:sp>
        <p:nvSpPr>
          <p:cNvPr id="15" name="TextBox 14">
            <a:extLst>
              <a:ext uri="{FF2B5EF4-FFF2-40B4-BE49-F238E27FC236}">
                <a16:creationId xmlns:a16="http://schemas.microsoft.com/office/drawing/2014/main" id="{5C26FF2C-6FEE-60B7-56D9-B07A42044DFD}"/>
              </a:ext>
            </a:extLst>
          </p:cNvPr>
          <p:cNvSpPr txBox="1"/>
          <p:nvPr/>
        </p:nvSpPr>
        <p:spPr>
          <a:xfrm>
            <a:off x="370534" y="6763858"/>
            <a:ext cx="6039088" cy="447306"/>
          </a:xfrm>
          <a:prstGeom prst="rect">
            <a:avLst/>
          </a:prstGeom>
          <a:noFill/>
          <a:ln>
            <a:solidFill>
              <a:schemeClr val="tx1"/>
            </a:solidFill>
          </a:ln>
        </p:spPr>
        <p:txBody>
          <a:bodyPr wrap="square" rtlCol="0">
            <a:spAutoFit/>
          </a:bodyPr>
          <a:lstStyle/>
          <a:p>
            <a:endParaRPr lang="en-GB" dirty="0"/>
          </a:p>
        </p:txBody>
      </p:sp>
      <p:sp>
        <p:nvSpPr>
          <p:cNvPr id="16" name="TextBox 15">
            <a:extLst>
              <a:ext uri="{FF2B5EF4-FFF2-40B4-BE49-F238E27FC236}">
                <a16:creationId xmlns:a16="http://schemas.microsoft.com/office/drawing/2014/main" id="{626AAC8B-81F7-0489-9260-F67B9CB509CE}"/>
              </a:ext>
            </a:extLst>
          </p:cNvPr>
          <p:cNvSpPr txBox="1"/>
          <p:nvPr/>
        </p:nvSpPr>
        <p:spPr>
          <a:xfrm>
            <a:off x="1463109" y="8102147"/>
            <a:ext cx="2575491" cy="127453"/>
          </a:xfrm>
          <a:prstGeom prst="rect">
            <a:avLst/>
          </a:prstGeom>
          <a:noFill/>
          <a:ln>
            <a:solidFill>
              <a:schemeClr val="tx1"/>
            </a:solidFill>
          </a:ln>
        </p:spPr>
        <p:txBody>
          <a:bodyPr wrap="square" rtlCol="0">
            <a:spAutoFit/>
          </a:bodyPr>
          <a:lstStyle/>
          <a:p>
            <a:endParaRPr lang="en-GB" dirty="0"/>
          </a:p>
        </p:txBody>
      </p:sp>
      <p:sp>
        <p:nvSpPr>
          <p:cNvPr id="17" name="TextBox 16">
            <a:extLst>
              <a:ext uri="{FF2B5EF4-FFF2-40B4-BE49-F238E27FC236}">
                <a16:creationId xmlns:a16="http://schemas.microsoft.com/office/drawing/2014/main" id="{99B4F6D9-3D8E-3FBA-F0F5-E6A834A42AB3}"/>
              </a:ext>
            </a:extLst>
          </p:cNvPr>
          <p:cNvSpPr txBox="1"/>
          <p:nvPr/>
        </p:nvSpPr>
        <p:spPr>
          <a:xfrm>
            <a:off x="1463108" y="8418331"/>
            <a:ext cx="2575491" cy="127453"/>
          </a:xfrm>
          <a:prstGeom prst="rect">
            <a:avLst/>
          </a:prstGeom>
          <a:noFill/>
          <a:ln>
            <a:solidFill>
              <a:schemeClr val="tx1"/>
            </a:solidFill>
          </a:ln>
        </p:spPr>
        <p:txBody>
          <a:bodyPr wrap="square" rtlCol="0">
            <a:spAutoFit/>
          </a:bodyPr>
          <a:lstStyle/>
          <a:p>
            <a:endParaRPr lang="en-GB" dirty="0"/>
          </a:p>
        </p:txBody>
      </p:sp>
      <p:sp>
        <p:nvSpPr>
          <p:cNvPr id="18" name="TextBox 17">
            <a:extLst>
              <a:ext uri="{FF2B5EF4-FFF2-40B4-BE49-F238E27FC236}">
                <a16:creationId xmlns:a16="http://schemas.microsoft.com/office/drawing/2014/main" id="{FE9901EE-9EC8-FC62-49A2-26174A46AE75}"/>
              </a:ext>
            </a:extLst>
          </p:cNvPr>
          <p:cNvSpPr txBox="1"/>
          <p:nvPr/>
        </p:nvSpPr>
        <p:spPr>
          <a:xfrm>
            <a:off x="1463108" y="8768339"/>
            <a:ext cx="2575491" cy="127453"/>
          </a:xfrm>
          <a:prstGeom prst="rect">
            <a:avLst/>
          </a:prstGeom>
          <a:noFill/>
          <a:ln>
            <a:solidFill>
              <a:schemeClr val="tx1"/>
            </a:solidFill>
          </a:ln>
        </p:spPr>
        <p:txBody>
          <a:bodyPr wrap="square" rtlCol="0">
            <a:spAutoFit/>
          </a:bodyPr>
          <a:lstStyle/>
          <a:p>
            <a:endParaRPr lang="en-GB" dirty="0"/>
          </a:p>
        </p:txBody>
      </p:sp>
      <p:sp>
        <p:nvSpPr>
          <p:cNvPr id="19" name="TextBox 18">
            <a:extLst>
              <a:ext uri="{FF2B5EF4-FFF2-40B4-BE49-F238E27FC236}">
                <a16:creationId xmlns:a16="http://schemas.microsoft.com/office/drawing/2014/main" id="{6B0D2695-FDDA-A2CB-CDB2-0141715453C7}"/>
              </a:ext>
            </a:extLst>
          </p:cNvPr>
          <p:cNvSpPr txBox="1"/>
          <p:nvPr/>
        </p:nvSpPr>
        <p:spPr>
          <a:xfrm>
            <a:off x="4953002" y="8102147"/>
            <a:ext cx="1569718" cy="127453"/>
          </a:xfrm>
          <a:prstGeom prst="rect">
            <a:avLst/>
          </a:prstGeom>
          <a:noFill/>
          <a:ln>
            <a:solidFill>
              <a:schemeClr val="tx1"/>
            </a:solidFill>
          </a:ln>
        </p:spPr>
        <p:txBody>
          <a:bodyPr wrap="square" rtlCol="0">
            <a:spAutoFit/>
          </a:bodyPr>
          <a:lstStyle/>
          <a:p>
            <a:endParaRPr lang="en-GB" dirty="0"/>
          </a:p>
        </p:txBody>
      </p:sp>
      <p:sp>
        <p:nvSpPr>
          <p:cNvPr id="20" name="TextBox 19">
            <a:extLst>
              <a:ext uri="{FF2B5EF4-FFF2-40B4-BE49-F238E27FC236}">
                <a16:creationId xmlns:a16="http://schemas.microsoft.com/office/drawing/2014/main" id="{32BD3C6D-329F-95A3-ABC7-5D1FCCFCD608}"/>
              </a:ext>
            </a:extLst>
          </p:cNvPr>
          <p:cNvSpPr txBox="1"/>
          <p:nvPr/>
        </p:nvSpPr>
        <p:spPr>
          <a:xfrm>
            <a:off x="4953001" y="8418331"/>
            <a:ext cx="1569718" cy="127453"/>
          </a:xfrm>
          <a:prstGeom prst="rect">
            <a:avLst/>
          </a:prstGeom>
          <a:noFill/>
          <a:ln>
            <a:solidFill>
              <a:schemeClr val="tx1"/>
            </a:solidFill>
          </a:ln>
        </p:spPr>
        <p:txBody>
          <a:bodyPr wrap="square" rtlCol="0">
            <a:spAutoFit/>
          </a:bodyPr>
          <a:lstStyle/>
          <a:p>
            <a:endParaRPr lang="en-GB" dirty="0"/>
          </a:p>
        </p:txBody>
      </p:sp>
      <p:sp>
        <p:nvSpPr>
          <p:cNvPr id="21" name="TextBox 20">
            <a:extLst>
              <a:ext uri="{FF2B5EF4-FFF2-40B4-BE49-F238E27FC236}">
                <a16:creationId xmlns:a16="http://schemas.microsoft.com/office/drawing/2014/main" id="{E2D8ACA2-4A1B-C204-49E6-C625BD60FCA8}"/>
              </a:ext>
            </a:extLst>
          </p:cNvPr>
          <p:cNvSpPr txBox="1"/>
          <p:nvPr/>
        </p:nvSpPr>
        <p:spPr>
          <a:xfrm>
            <a:off x="4953001" y="8768339"/>
            <a:ext cx="1569718" cy="127453"/>
          </a:xfrm>
          <a:prstGeom prst="rect">
            <a:avLst/>
          </a:prstGeom>
          <a:noFill/>
          <a:ln>
            <a:solidFill>
              <a:schemeClr val="tx1"/>
            </a:solidFill>
          </a:ln>
        </p:spPr>
        <p:txBody>
          <a:bodyPr wrap="square" rtlCol="0">
            <a:spAutoFit/>
          </a:bodyPr>
          <a:lstStyle/>
          <a:p>
            <a:endParaRPr lang="en-GB"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177590" y="609688"/>
            <a:ext cx="573405" cy="239395"/>
          </a:xfrm>
          <a:prstGeom prst="rect">
            <a:avLst/>
          </a:prstGeom>
        </p:spPr>
        <p:txBody>
          <a:bodyPr vert="horz" wrap="square" lIns="0" tIns="12700" rIns="0" bIns="0" rtlCol="0">
            <a:spAutoFit/>
          </a:bodyPr>
          <a:lstStyle/>
          <a:p>
            <a:pPr marL="12700">
              <a:lnSpc>
                <a:spcPct val="100000"/>
              </a:lnSpc>
              <a:spcBef>
                <a:spcPts val="100"/>
              </a:spcBef>
            </a:pPr>
            <a:r>
              <a:rPr sz="1400" b="1" spc="160" dirty="0">
                <a:latin typeface="Calibri"/>
                <a:cs typeface="Calibri"/>
              </a:rPr>
              <a:t>Notes</a:t>
            </a:r>
            <a:endParaRPr sz="1400">
              <a:latin typeface="Calibri"/>
              <a:cs typeface="Calibri"/>
            </a:endParaRPr>
          </a:p>
        </p:txBody>
      </p:sp>
      <p:pic>
        <p:nvPicPr>
          <p:cNvPr id="3" name="object 3"/>
          <p:cNvPicPr/>
          <p:nvPr/>
        </p:nvPicPr>
        <p:blipFill>
          <a:blip r:embed="rId2" cstate="print"/>
          <a:stretch>
            <a:fillRect/>
          </a:stretch>
        </p:blipFill>
        <p:spPr>
          <a:xfrm>
            <a:off x="5634228" y="457200"/>
            <a:ext cx="888491" cy="539495"/>
          </a:xfrm>
          <a:prstGeom prst="rect">
            <a:avLst/>
          </a:prstGeom>
        </p:spPr>
      </p:pic>
      <p:sp>
        <p:nvSpPr>
          <p:cNvPr id="4" name="object 4"/>
          <p:cNvSpPr txBox="1">
            <a:spLocks noGrp="1"/>
          </p:cNvSpPr>
          <p:nvPr>
            <p:ph type="ftr" sz="quarter" idx="5"/>
          </p:nvPr>
        </p:nvSpPr>
        <p:spPr>
          <a:prstGeom prst="rect">
            <a:avLst/>
          </a:prstGeom>
        </p:spPr>
        <p:txBody>
          <a:bodyPr vert="horz" wrap="square" lIns="0" tIns="8890" rIns="0" bIns="0" rtlCol="0">
            <a:spAutoFit/>
          </a:bodyPr>
          <a:lstStyle/>
          <a:p>
            <a:pPr marL="12700">
              <a:lnSpc>
                <a:spcPct val="100000"/>
              </a:lnSpc>
              <a:spcBef>
                <a:spcPts val="70"/>
              </a:spcBef>
            </a:pPr>
            <a:r>
              <a:rPr spc="60" dirty="0"/>
              <a:t>©</a:t>
            </a:r>
            <a:r>
              <a:rPr spc="-20" dirty="0"/>
              <a:t> </a:t>
            </a:r>
            <a:r>
              <a:rPr spc="65" dirty="0"/>
              <a:t>ETC</a:t>
            </a:r>
            <a:r>
              <a:rPr spc="-45" dirty="0"/>
              <a:t> </a:t>
            </a:r>
            <a:r>
              <a:rPr spc="65" dirty="0"/>
              <a:t>AWARDS</a:t>
            </a:r>
            <a:r>
              <a:rPr spc="-45" dirty="0"/>
              <a:t> </a:t>
            </a:r>
            <a:r>
              <a:rPr spc="120" dirty="0"/>
              <a:t>LTD</a:t>
            </a:r>
            <a:r>
              <a:rPr spc="-35" dirty="0"/>
              <a:t> </a:t>
            </a:r>
            <a:r>
              <a:rPr spc="35" dirty="0"/>
              <a:t>2024</a:t>
            </a:r>
          </a:p>
        </p:txBody>
      </p:sp>
      <p:sp>
        <p:nvSpPr>
          <p:cNvPr id="5" name="object 5"/>
          <p:cNvSpPr txBox="1">
            <a:spLocks noGrp="1"/>
          </p:cNvSpPr>
          <p:nvPr>
            <p:ph type="sldNum" sz="quarter" idx="7"/>
          </p:nvPr>
        </p:nvSpPr>
        <p:spPr>
          <a:prstGeom prst="rect">
            <a:avLst/>
          </a:prstGeom>
        </p:spPr>
        <p:txBody>
          <a:bodyPr vert="horz" wrap="square" lIns="0" tIns="3175" rIns="0" bIns="0" rtlCol="0">
            <a:spAutoFit/>
          </a:bodyPr>
          <a:lstStyle/>
          <a:p>
            <a:pPr marL="12700">
              <a:lnSpc>
                <a:spcPct val="100000"/>
              </a:lnSpc>
              <a:spcBef>
                <a:spcPts val="25"/>
              </a:spcBef>
            </a:pPr>
            <a:fld id="{81D60167-4931-47E6-BA6A-407CBD079E47}" type="slidenum">
              <a:rPr spc="-25" dirty="0"/>
              <a:t>25</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145</TotalTime>
  <Words>4462</Words>
  <Application>Microsoft Office PowerPoint</Application>
  <PresentationFormat>A4 Paper (210x297 mm)</PresentationFormat>
  <Paragraphs>640</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Century Gothic</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Jaguar Land Rover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rfloyd@cidori.co.uk</dc:creator>
  <cp:lastModifiedBy>Noor Saba</cp:lastModifiedBy>
  <cp:revision>4</cp:revision>
  <dcterms:created xsi:type="dcterms:W3CDTF">2026-01-03T11:25:24Z</dcterms:created>
  <dcterms:modified xsi:type="dcterms:W3CDTF">2026-01-15T11:29:11Z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0x010100A82A3E5E3D9D9045A5F96B015EF80881</vt:lpwstr>
  </property>
  <property fmtid="{D5CDD505-2E9C-101B-9397-08002B2CF9AE}" pid="3" name="Created">
    <vt:filetime>2022-11-14T00:00:00Z</vt:filetime>
  </property>
  <property fmtid="{D5CDD505-2E9C-101B-9397-08002B2CF9AE}" pid="4" name="Creator">
    <vt:lpwstr>Acrobat PDFMaker 22 for PowerPoint</vt:lpwstr>
  </property>
  <property fmtid="{D5CDD505-2E9C-101B-9397-08002B2CF9AE}" pid="5" name="LastSaved">
    <vt:filetime>2026-01-03T00:00:00Z</vt:filetime>
  </property>
  <property fmtid="{D5CDD505-2E9C-101B-9397-08002B2CF9AE}" pid="6" name="Producer">
    <vt:lpwstr>Portico Consulting Ltd using ABCpdf</vt:lpwstr>
  </property>
</Properties>
</file>